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80" r:id="rId6"/>
    <p:sldId id="282" r:id="rId7"/>
    <p:sldId id="272" r:id="rId8"/>
    <p:sldId id="288" r:id="rId9"/>
    <p:sldId id="284" r:id="rId10"/>
    <p:sldId id="289" r:id="rId11"/>
    <p:sldId id="290" r:id="rId12"/>
    <p:sldId id="291" r:id="rId13"/>
    <p:sldId id="285" r:id="rId14"/>
    <p:sldId id="292" r:id="rId15"/>
    <p:sldId id="293" r:id="rId16"/>
    <p:sldId id="294" r:id="rId17"/>
    <p:sldId id="266" r:id="rId18"/>
    <p:sldId id="279" r:id="rId19"/>
    <p:sldId id="27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3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4" y="152"/>
      </p:cViewPr>
      <p:guideLst>
        <p:guide orient="horz" pos="2207"/>
        <p:guide pos="39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本次改进的核心方向，是针对HapFlow在处理异步调用方面的局限性，进行链路补全。具体来说，就是为ArkTS中普遍存在的async/await和Promise等异步编程范式，建立一套规则驱动的污点透传模型。这个方案的优势在于，它不需要我们去修改复杂的底层分析算法，就能以较小的工程代价，显著提升工具的检测能力，解决大量实际存在的漏报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这个方向主要基于三点理由。首先，它极具针对性，因为ArkTS中几乎所有的隐私API都是异步的，解决这个问题能直接提升工具的实用性。其次，这个方案的工作量是闭环的，我们只需要在现有框架的上层做文章，工程风险低，便于实现和迭代。最后，这个方向的成果非常直观，我们可以设计一个对比实验，清晰地展示改进前后的效果，这在答辩中将是非常有力的得分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实现方案分为几个步骤。首先，在代码的中间表示层识别出所有的异步结构。然后，我们建立两条核心的透传规则：规则A处理await表达式，将异步函数的返回值污点传递给接收变量；规则B处理Promise的.then调用，将值传递给回调函数的参数，并保证链式调用不断链。最后，我们会逐步扩展到异常处理等场景，并通过详尽的测试用例来验证我们的改进效果，最终交付一套可配置的规则和完整的验证报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image" Target="../media/image1.png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5.png"/><Relationship Id="rId17" Type="http://schemas.openxmlformats.org/officeDocument/2006/relationships/image" Target="../media/image4.png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7.png"/><Relationship Id="rId13" Type="http://schemas.openxmlformats.org/officeDocument/2006/relationships/image" Target="../media/image6.emf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7.png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.png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tags" Target="../tags/tag13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image" Target="../media/image10.svg"/><Relationship Id="rId36" Type="http://schemas.openxmlformats.org/officeDocument/2006/relationships/notesSlide" Target="../notesSlides/notesSlide4.x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18.svg"/><Relationship Id="rId33" Type="http://schemas.openxmlformats.org/officeDocument/2006/relationships/image" Target="../media/image17.png"/><Relationship Id="rId32" Type="http://schemas.openxmlformats.org/officeDocument/2006/relationships/tags" Target="../tags/tag186.xml"/><Relationship Id="rId31" Type="http://schemas.openxmlformats.org/officeDocument/2006/relationships/tags" Target="../tags/tag185.xml"/><Relationship Id="rId30" Type="http://schemas.openxmlformats.org/officeDocument/2006/relationships/tags" Target="../tags/tag184.xml"/><Relationship Id="rId3" Type="http://schemas.openxmlformats.org/officeDocument/2006/relationships/image" Target="../media/image9.png"/><Relationship Id="rId29" Type="http://schemas.openxmlformats.org/officeDocument/2006/relationships/tags" Target="../tags/tag183.xml"/><Relationship Id="rId28" Type="http://schemas.openxmlformats.org/officeDocument/2006/relationships/image" Target="../media/image16.svg"/><Relationship Id="rId27" Type="http://schemas.openxmlformats.org/officeDocument/2006/relationships/image" Target="../media/image15.png"/><Relationship Id="rId26" Type="http://schemas.openxmlformats.org/officeDocument/2006/relationships/tags" Target="../tags/tag182.xml"/><Relationship Id="rId25" Type="http://schemas.openxmlformats.org/officeDocument/2006/relationships/tags" Target="../tags/tag181.xml"/><Relationship Id="rId24" Type="http://schemas.openxmlformats.org/officeDocument/2006/relationships/tags" Target="../tags/tag180.xml"/><Relationship Id="rId23" Type="http://schemas.openxmlformats.org/officeDocument/2006/relationships/tags" Target="../tags/tag179.xml"/><Relationship Id="rId22" Type="http://schemas.openxmlformats.org/officeDocument/2006/relationships/tags" Target="../tags/tag178.xml"/><Relationship Id="rId21" Type="http://schemas.openxmlformats.org/officeDocument/2006/relationships/tags" Target="../tags/tag177.xml"/><Relationship Id="rId20" Type="http://schemas.openxmlformats.org/officeDocument/2006/relationships/image" Target="../media/image14.svg"/><Relationship Id="rId2" Type="http://schemas.openxmlformats.org/officeDocument/2006/relationships/tags" Target="../tags/tag164.xml"/><Relationship Id="rId19" Type="http://schemas.openxmlformats.org/officeDocument/2006/relationships/image" Target="../media/image13.png"/><Relationship Id="rId18" Type="http://schemas.openxmlformats.org/officeDocument/2006/relationships/tags" Target="../tags/tag176.xml"/><Relationship Id="rId17" Type="http://schemas.openxmlformats.org/officeDocument/2006/relationships/tags" Target="../tags/tag175.xml"/><Relationship Id="rId16" Type="http://schemas.openxmlformats.org/officeDocument/2006/relationships/tags" Target="../tags/tag174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tags" Target="../tags/tag170.xml"/><Relationship Id="rId1" Type="http://schemas.openxmlformats.org/officeDocument/2006/relationships/tags" Target="../tags/tag1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214.xml"/><Relationship Id="rId2" Type="http://schemas.openxmlformats.org/officeDocument/2006/relationships/image" Target="../media/image4.png"/><Relationship Id="rId19" Type="http://schemas.openxmlformats.org/officeDocument/2006/relationships/tags" Target="../tags/tag213.xml"/><Relationship Id="rId18" Type="http://schemas.openxmlformats.org/officeDocument/2006/relationships/tags" Target="../tags/tag212.xml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tags" Target="../tags/tag19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7.png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1"/>
          <a:stretch>
            <a:fillRect/>
          </a:stretch>
        </p:blipFill>
        <p:spPr>
          <a:xfrm rot="18426895">
            <a:off x="-6161032" y="-3864538"/>
            <a:ext cx="15335316" cy="1063291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879599" y="1219862"/>
            <a:ext cx="2206018" cy="2310738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 w="12700">
            <a:noFill/>
          </a:ln>
          <a:effectLst>
            <a:outerShdw blurRad="635000" dist="762000" dir="7800000" sx="88000" sy="88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12"/>
          <p:cNvSpPr txBox="1"/>
          <p:nvPr/>
        </p:nvSpPr>
        <p:spPr>
          <a:xfrm>
            <a:off x="3229132" y="4310939"/>
            <a:ext cx="8006981" cy="1014730"/>
          </a:xfrm>
          <a:prstGeom prst="rect">
            <a:avLst/>
          </a:prstGeom>
          <a:noFill/>
        </p:spPr>
        <p:txBody>
          <a:bodyPr wrap="square" lIns="91472" tIns="45736" rIns="91472" bIns="45736" rtlCol="0" anchor="ctr">
            <a:spAutoFit/>
          </a:bodyPr>
          <a:lstStyle>
            <a:defPPr>
              <a:defRPr lang="zh-CN"/>
            </a:defPPr>
            <a:lvl1pPr algn="ctr">
              <a:defRPr sz="6000" b="1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CN" dirty="0">
                <a:solidFill>
                  <a:srgbClr val="3E4150"/>
                </a:solidFill>
              </a:rPr>
              <a:t>OpenHarmony</a:t>
            </a:r>
            <a:endParaRPr lang="en-US" altLang="zh-CN" dirty="0">
              <a:solidFill>
                <a:srgbClr val="3E4150"/>
              </a:solidFill>
            </a:endParaRPr>
          </a:p>
        </p:txBody>
      </p:sp>
      <p:sp>
        <p:nvSpPr>
          <p:cNvPr id="46" name="文本框 1"/>
          <p:cNvSpPr>
            <a:spLocks noChangeArrowheads="1"/>
          </p:cNvSpPr>
          <p:nvPr/>
        </p:nvSpPr>
        <p:spPr bwMode="auto">
          <a:xfrm>
            <a:off x="8872220" y="3841115"/>
            <a:ext cx="2364105" cy="62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软件质量保障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1571416" y="3959358"/>
            <a:ext cx="620584" cy="1723138"/>
            <a:chOff x="11571416" y="3218099"/>
            <a:chExt cx="620584" cy="1723138"/>
          </a:xfrm>
        </p:grpSpPr>
        <p:sp>
          <p:nvSpPr>
            <p:cNvPr id="43" name="矩形 42"/>
            <p:cNvSpPr/>
            <p:nvPr/>
          </p:nvSpPr>
          <p:spPr>
            <a:xfrm>
              <a:off x="11571416" y="3218099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11571416" y="4500799"/>
              <a:ext cx="620584" cy="44043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299" y="1296062"/>
            <a:ext cx="2206017" cy="220601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872220" y="54279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选题报告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7626350" y="60248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污点分析方向</a:t>
            </a:r>
            <a:r>
              <a:rPr lang="en-US" altLang="zh-CN"/>
              <a:t> </a:t>
            </a:r>
            <a:r>
              <a:rPr lang="zh-CN" altLang="en-US"/>
              <a:t>小组</a:t>
            </a:r>
            <a:r>
              <a:rPr lang="en-US" altLang="zh-CN"/>
              <a:t>2</a:t>
            </a:r>
            <a:endParaRPr lang="en-US" altLang="zh-CN"/>
          </a:p>
          <a:p>
            <a:pPr algn="ctr"/>
            <a:r>
              <a:rPr lang="zh-CN" altLang="en-US"/>
              <a:t>王鹏宇</a:t>
            </a:r>
            <a:r>
              <a:rPr lang="en-US" altLang="zh-CN"/>
              <a:t> </a:t>
            </a:r>
            <a:r>
              <a:rPr lang="zh-CN" altLang="en-US"/>
              <a:t>王佳艺</a:t>
            </a:r>
            <a:r>
              <a:rPr lang="en-US" altLang="zh-CN"/>
              <a:t> </a:t>
            </a:r>
            <a:r>
              <a:rPr lang="zh-CN" altLang="en-US"/>
              <a:t>陶瑞</a:t>
            </a:r>
            <a:r>
              <a:rPr lang="en-US" altLang="zh-CN"/>
              <a:t> </a:t>
            </a:r>
            <a:r>
              <a:rPr lang="zh-CN" altLang="en-US"/>
              <a:t>杨棕涵</a:t>
            </a:r>
            <a:r>
              <a:rPr lang="en-US" altLang="zh-CN"/>
              <a:t> </a:t>
            </a:r>
            <a:r>
              <a:rPr lang="zh-CN" altLang="en-US"/>
              <a:t>文超凡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0" y="1079500"/>
            <a:ext cx="12192000" cy="585470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0" y="491621"/>
            <a:ext cx="800100" cy="1851530"/>
            <a:chOff x="11571416" y="3959358"/>
            <a:chExt cx="620584" cy="1723139"/>
          </a:xfrm>
        </p:grpSpPr>
        <p:sp>
          <p:nvSpPr>
            <p:cNvPr id="13" name="矩形 12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extBox 12"/>
          <p:cNvSpPr txBox="1"/>
          <p:nvPr/>
        </p:nvSpPr>
        <p:spPr>
          <a:xfrm>
            <a:off x="988774" y="447872"/>
            <a:ext cx="618968" cy="1939025"/>
          </a:xfrm>
          <a:prstGeom prst="rect">
            <a:avLst/>
          </a:prstGeom>
          <a:noFill/>
        </p:spPr>
        <p:txBody>
          <a:bodyPr wrap="square" lIns="91472" tIns="45736" rIns="91472" bIns="45736" rtlCol="0" anchor="ctr">
            <a:spAutoFit/>
          </a:bodyPr>
          <a:lstStyle>
            <a:defPPr>
              <a:defRPr lang="zh-CN"/>
            </a:defPPr>
            <a:lvl1pPr algn="ctr">
              <a:defRPr sz="6000" b="1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r"/>
            <a:r>
              <a:rPr lang="zh-CN" altLang="en-US" dirty="0">
                <a:solidFill>
                  <a:srgbClr val="3E4150"/>
                </a:solidFill>
              </a:rPr>
              <a:t>目录</a:t>
            </a:r>
            <a:endParaRPr lang="zh-CN" altLang="en-US" dirty="0">
              <a:solidFill>
                <a:srgbClr val="3E415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1"/>
          <a:stretch>
            <a:fillRect/>
          </a:stretch>
        </p:blipFill>
        <p:spPr>
          <a:xfrm rot="3471004">
            <a:off x="8073548" y="-1569285"/>
            <a:ext cx="6675711" cy="4628679"/>
          </a:xfrm>
          <a:prstGeom prst="rect">
            <a:avLst/>
          </a:prstGeom>
        </p:spPr>
      </p:pic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4800047" y="1417384"/>
            <a:ext cx="1433195" cy="1434977"/>
            <a:chOff x="4800047" y="1417384"/>
            <a:chExt cx="1433195" cy="1434977"/>
          </a:xfrm>
        </p:grpSpPr>
        <p:sp>
          <p:nvSpPr>
            <p:cNvPr id="19" name="矩形 18"/>
            <p:cNvSpPr/>
            <p:nvPr>
              <p:custDataLst>
                <p:tags r:id="rId4"/>
              </p:custDataLst>
            </p:nvPr>
          </p:nvSpPr>
          <p:spPr>
            <a:xfrm>
              <a:off x="4800047" y="2484061"/>
              <a:ext cx="143319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sz="1800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   </a:t>
              </a:r>
              <a:r>
                <a:rPr lang="zh-CN" sz="1800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选题背景</a:t>
              </a:r>
              <a:r>
                <a:rPr lang="en-US" altLang="zh-CN" sz="1800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	</a:t>
              </a:r>
              <a:endParaRPr lang="en-US" altLang="zh-CN" sz="1800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5073712" y="1417384"/>
              <a:ext cx="886626" cy="889770"/>
              <a:chOff x="3379329" y="1833532"/>
              <a:chExt cx="886626" cy="889770"/>
            </a:xfrm>
          </p:grpSpPr>
          <p:sp>
            <p:nvSpPr>
              <p:cNvPr id="21" name="Oval 5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3379329" y="1833532"/>
                <a:ext cx="886626" cy="889770"/>
              </a:xfrm>
              <a:prstGeom prst="ellipse">
                <a:avLst/>
              </a:prstGeom>
              <a:solidFill>
                <a:srgbClr val="3E4150"/>
              </a:solidFill>
              <a:ln w="9525">
                <a:noFill/>
                <a:round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2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552462" y="2057401"/>
                <a:ext cx="540879" cy="406399"/>
              </a:xfrm>
              <a:custGeom>
                <a:avLst/>
                <a:gdLst>
                  <a:gd name="T0" fmla="*/ 40 w 192"/>
                  <a:gd name="T1" fmla="*/ 118 h 144"/>
                  <a:gd name="T2" fmla="*/ 40 w 192"/>
                  <a:gd name="T3" fmla="*/ 118 h 144"/>
                  <a:gd name="T4" fmla="*/ 56 w 192"/>
                  <a:gd name="T5" fmla="*/ 116 h 144"/>
                  <a:gd name="T6" fmla="*/ 97 w 192"/>
                  <a:gd name="T7" fmla="*/ 137 h 144"/>
                  <a:gd name="T8" fmla="*/ 99 w 192"/>
                  <a:gd name="T9" fmla="*/ 137 h 144"/>
                  <a:gd name="T10" fmla="*/ 140 w 192"/>
                  <a:gd name="T11" fmla="*/ 116 h 144"/>
                  <a:gd name="T12" fmla="*/ 156 w 192"/>
                  <a:gd name="T13" fmla="*/ 118 h 144"/>
                  <a:gd name="T14" fmla="*/ 156 w 192"/>
                  <a:gd name="T15" fmla="*/ 118 h 144"/>
                  <a:gd name="T16" fmla="*/ 156 w 192"/>
                  <a:gd name="T17" fmla="*/ 70 h 144"/>
                  <a:gd name="T18" fmla="*/ 96 w 192"/>
                  <a:gd name="T19" fmla="*/ 98 h 144"/>
                  <a:gd name="T20" fmla="*/ 40 w 192"/>
                  <a:gd name="T21" fmla="*/ 72 h 144"/>
                  <a:gd name="T22" fmla="*/ 40 w 192"/>
                  <a:gd name="T23" fmla="*/ 118 h 144"/>
                  <a:gd name="T24" fmla="*/ 96 w 192"/>
                  <a:gd name="T25" fmla="*/ 0 h 144"/>
                  <a:gd name="T26" fmla="*/ 0 w 192"/>
                  <a:gd name="T27" fmla="*/ 44 h 144"/>
                  <a:gd name="T28" fmla="*/ 96 w 192"/>
                  <a:gd name="T29" fmla="*/ 88 h 144"/>
                  <a:gd name="T30" fmla="*/ 192 w 192"/>
                  <a:gd name="T31" fmla="*/ 44 h 144"/>
                  <a:gd name="T32" fmla="*/ 96 w 192"/>
                  <a:gd name="T33" fmla="*/ 0 h 144"/>
                  <a:gd name="T34" fmla="*/ 8 w 192"/>
                  <a:gd name="T35" fmla="*/ 56 h 144"/>
                  <a:gd name="T36" fmla="*/ 4 w 192"/>
                  <a:gd name="T37" fmla="*/ 104 h 144"/>
                  <a:gd name="T38" fmla="*/ 12 w 192"/>
                  <a:gd name="T39" fmla="*/ 104 h 144"/>
                  <a:gd name="T40" fmla="*/ 12 w 192"/>
                  <a:gd name="T41" fmla="*/ 58 h 144"/>
                  <a:gd name="T42" fmla="*/ 8 w 192"/>
                  <a:gd name="T43" fmla="*/ 56 h 144"/>
                  <a:gd name="T44" fmla="*/ 16 w 192"/>
                  <a:gd name="T45" fmla="*/ 144 h 144"/>
                  <a:gd name="T46" fmla="*/ 9 w 192"/>
                  <a:gd name="T47" fmla="*/ 124 h 144"/>
                  <a:gd name="T48" fmla="*/ 16 w 192"/>
                  <a:gd name="T49" fmla="*/ 116 h 144"/>
                  <a:gd name="T50" fmla="*/ 8 w 192"/>
                  <a:gd name="T51" fmla="*/ 108 h 144"/>
                  <a:gd name="T52" fmla="*/ 0 w 192"/>
                  <a:gd name="T53" fmla="*/ 116 h 144"/>
                  <a:gd name="T54" fmla="*/ 7 w 192"/>
                  <a:gd name="T55" fmla="*/ 124 h 144"/>
                  <a:gd name="T56" fmla="*/ 0 w 192"/>
                  <a:gd name="T57" fmla="*/ 144 h 144"/>
                  <a:gd name="T58" fmla="*/ 16 w 192"/>
                  <a:gd name="T5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92" h="144">
                    <a:moveTo>
                      <a:pt x="40" y="118"/>
                    </a:moveTo>
                    <a:cubicBezTo>
                      <a:pt x="40" y="118"/>
                      <a:pt x="40" y="118"/>
                      <a:pt x="40" y="118"/>
                    </a:cubicBezTo>
                    <a:cubicBezTo>
                      <a:pt x="45" y="116"/>
                      <a:pt x="50" y="116"/>
                      <a:pt x="56" y="116"/>
                    </a:cubicBezTo>
                    <a:cubicBezTo>
                      <a:pt x="72" y="116"/>
                      <a:pt x="91" y="127"/>
                      <a:pt x="97" y="137"/>
                    </a:cubicBezTo>
                    <a:cubicBezTo>
                      <a:pt x="99" y="137"/>
                      <a:pt x="99" y="137"/>
                      <a:pt x="99" y="137"/>
                    </a:cubicBezTo>
                    <a:cubicBezTo>
                      <a:pt x="105" y="127"/>
                      <a:pt x="123" y="116"/>
                      <a:pt x="140" y="116"/>
                    </a:cubicBezTo>
                    <a:cubicBezTo>
                      <a:pt x="145" y="116"/>
                      <a:pt x="151" y="116"/>
                      <a:pt x="156" y="118"/>
                    </a:cubicBezTo>
                    <a:cubicBezTo>
                      <a:pt x="156" y="118"/>
                      <a:pt x="156" y="118"/>
                      <a:pt x="156" y="118"/>
                    </a:cubicBezTo>
                    <a:cubicBezTo>
                      <a:pt x="156" y="70"/>
                      <a:pt x="156" y="70"/>
                      <a:pt x="156" y="70"/>
                    </a:cubicBezTo>
                    <a:cubicBezTo>
                      <a:pt x="96" y="98"/>
                      <a:pt x="96" y="98"/>
                      <a:pt x="96" y="98"/>
                    </a:cubicBezTo>
                    <a:cubicBezTo>
                      <a:pt x="40" y="72"/>
                      <a:pt x="40" y="72"/>
                      <a:pt x="40" y="72"/>
                    </a:cubicBezTo>
                    <a:lnTo>
                      <a:pt x="40" y="118"/>
                    </a:lnTo>
                    <a:close/>
                    <a:moveTo>
                      <a:pt x="96" y="0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192" y="44"/>
                      <a:pt x="192" y="44"/>
                      <a:pt x="192" y="44"/>
                    </a:cubicBezTo>
                    <a:lnTo>
                      <a:pt x="96" y="0"/>
                    </a:lnTo>
                    <a:close/>
                    <a:moveTo>
                      <a:pt x="8" y="56"/>
                    </a:moveTo>
                    <a:cubicBezTo>
                      <a:pt x="4" y="104"/>
                      <a:pt x="4" y="104"/>
                      <a:pt x="4" y="104"/>
                    </a:cubicBezTo>
                    <a:cubicBezTo>
                      <a:pt x="12" y="104"/>
                      <a:pt x="12" y="104"/>
                      <a:pt x="12" y="104"/>
                    </a:cubicBezTo>
                    <a:cubicBezTo>
                      <a:pt x="12" y="58"/>
                      <a:pt x="12" y="58"/>
                      <a:pt x="12" y="58"/>
                    </a:cubicBezTo>
                    <a:lnTo>
                      <a:pt x="8" y="56"/>
                    </a:lnTo>
                    <a:close/>
                    <a:moveTo>
                      <a:pt x="16" y="144"/>
                    </a:moveTo>
                    <a:cubicBezTo>
                      <a:pt x="9" y="124"/>
                      <a:pt x="9" y="124"/>
                      <a:pt x="9" y="124"/>
                    </a:cubicBezTo>
                    <a:cubicBezTo>
                      <a:pt x="13" y="123"/>
                      <a:pt x="16" y="120"/>
                      <a:pt x="16" y="116"/>
                    </a:cubicBezTo>
                    <a:cubicBezTo>
                      <a:pt x="16" y="111"/>
                      <a:pt x="12" y="108"/>
                      <a:pt x="8" y="108"/>
                    </a:cubicBezTo>
                    <a:cubicBezTo>
                      <a:pt x="3" y="108"/>
                      <a:pt x="0" y="111"/>
                      <a:pt x="0" y="116"/>
                    </a:cubicBezTo>
                    <a:cubicBezTo>
                      <a:pt x="0" y="120"/>
                      <a:pt x="3" y="123"/>
                      <a:pt x="7" y="124"/>
                    </a:cubicBezTo>
                    <a:cubicBezTo>
                      <a:pt x="0" y="144"/>
                      <a:pt x="0" y="144"/>
                      <a:pt x="0" y="144"/>
                    </a:cubicBezTo>
                    <a:lnTo>
                      <a:pt x="16" y="1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6829824" y="1417384"/>
            <a:ext cx="1165225" cy="1425763"/>
            <a:chOff x="6829824" y="1417384"/>
            <a:chExt cx="1165225" cy="1425763"/>
          </a:xfrm>
        </p:grpSpPr>
        <p:grpSp>
          <p:nvGrpSpPr>
            <p:cNvPr id="44" name="组合 43"/>
            <p:cNvGrpSpPr/>
            <p:nvPr/>
          </p:nvGrpSpPr>
          <p:grpSpPr>
            <a:xfrm>
              <a:off x="7007223" y="1417384"/>
              <a:ext cx="886626" cy="889770"/>
              <a:chOff x="5312840" y="1833532"/>
              <a:chExt cx="886626" cy="889770"/>
            </a:xfrm>
          </p:grpSpPr>
          <p:sp>
            <p:nvSpPr>
              <p:cNvPr id="26" name="Oval 5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5312840" y="1833532"/>
                <a:ext cx="886626" cy="889770"/>
              </a:xfrm>
              <a:prstGeom prst="ellipse">
                <a:avLst/>
              </a:prstGeom>
              <a:solidFill>
                <a:srgbClr val="3E4150"/>
              </a:solidFill>
              <a:ln w="9525">
                <a:noFill/>
                <a:round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2"/>
              <p:cNvSpPr>
                <a:spLocks noEditPoints="1"/>
              </p:cNvSpPr>
              <p:nvPr>
                <p:custDataLst>
                  <p:tags r:id="rId9"/>
                </p:custDataLst>
              </p:nvPr>
            </p:nvSpPr>
            <p:spPr bwMode="auto">
              <a:xfrm flipH="1">
                <a:off x="5536953" y="2010750"/>
                <a:ext cx="495551" cy="529650"/>
              </a:xfrm>
              <a:custGeom>
                <a:avLst/>
                <a:gdLst>
                  <a:gd name="T0" fmla="*/ 127 w 358"/>
                  <a:gd name="T1" fmla="*/ 292 h 382"/>
                  <a:gd name="T2" fmla="*/ 322 w 358"/>
                  <a:gd name="T3" fmla="*/ 63 h 382"/>
                  <a:gd name="T4" fmla="*/ 333 w 358"/>
                  <a:gd name="T5" fmla="*/ 113 h 382"/>
                  <a:gd name="T6" fmla="*/ 336 w 358"/>
                  <a:gd name="T7" fmla="*/ 178 h 382"/>
                  <a:gd name="T8" fmla="*/ 338 w 358"/>
                  <a:gd name="T9" fmla="*/ 245 h 382"/>
                  <a:gd name="T10" fmla="*/ 321 w 358"/>
                  <a:gd name="T11" fmla="*/ 314 h 382"/>
                  <a:gd name="T12" fmla="*/ 271 w 358"/>
                  <a:gd name="T13" fmla="*/ 382 h 382"/>
                  <a:gd name="T14" fmla="*/ 172 w 358"/>
                  <a:gd name="T15" fmla="*/ 226 h 382"/>
                  <a:gd name="T16" fmla="*/ 123 w 358"/>
                  <a:gd name="T17" fmla="*/ 197 h 382"/>
                  <a:gd name="T18" fmla="*/ 125 w 358"/>
                  <a:gd name="T19" fmla="*/ 208 h 382"/>
                  <a:gd name="T20" fmla="*/ 174 w 358"/>
                  <a:gd name="T21" fmla="*/ 236 h 382"/>
                  <a:gd name="T22" fmla="*/ 172 w 358"/>
                  <a:gd name="T23" fmla="*/ 226 h 382"/>
                  <a:gd name="T24" fmla="*/ 288 w 358"/>
                  <a:gd name="T25" fmla="*/ 136 h 382"/>
                  <a:gd name="T26" fmla="*/ 263 w 358"/>
                  <a:gd name="T27" fmla="*/ 125 h 382"/>
                  <a:gd name="T28" fmla="*/ 171 w 358"/>
                  <a:gd name="T29" fmla="*/ 70 h 382"/>
                  <a:gd name="T30" fmla="*/ 148 w 358"/>
                  <a:gd name="T31" fmla="*/ 54 h 382"/>
                  <a:gd name="T32" fmla="*/ 171 w 358"/>
                  <a:gd name="T33" fmla="*/ 70 h 382"/>
                  <a:gd name="T34" fmla="*/ 204 w 358"/>
                  <a:gd name="T35" fmla="*/ 39 h 382"/>
                  <a:gd name="T36" fmla="*/ 193 w 358"/>
                  <a:gd name="T37" fmla="*/ 64 h 382"/>
                  <a:gd name="T38" fmla="*/ 258 w 358"/>
                  <a:gd name="T39" fmla="*/ 103 h 382"/>
                  <a:gd name="T40" fmla="*/ 274 w 358"/>
                  <a:gd name="T41" fmla="*/ 80 h 382"/>
                  <a:gd name="T42" fmla="*/ 258 w 358"/>
                  <a:gd name="T43" fmla="*/ 103 h 382"/>
                  <a:gd name="T44" fmla="*/ 249 w 358"/>
                  <a:gd name="T45" fmla="*/ 55 h 382"/>
                  <a:gd name="T46" fmla="*/ 226 w 358"/>
                  <a:gd name="T47" fmla="*/ 71 h 382"/>
                  <a:gd name="T48" fmla="*/ 182 w 358"/>
                  <a:gd name="T49" fmla="*/ 209 h 382"/>
                  <a:gd name="T50" fmla="*/ 133 w 358"/>
                  <a:gd name="T51" fmla="*/ 180 h 382"/>
                  <a:gd name="T52" fmla="*/ 135 w 358"/>
                  <a:gd name="T53" fmla="*/ 190 h 382"/>
                  <a:gd name="T54" fmla="*/ 184 w 358"/>
                  <a:gd name="T55" fmla="*/ 219 h 382"/>
                  <a:gd name="T56" fmla="*/ 182 w 358"/>
                  <a:gd name="T57" fmla="*/ 209 h 382"/>
                  <a:gd name="T58" fmla="*/ 157 w 358"/>
                  <a:gd name="T59" fmla="*/ 104 h 382"/>
                  <a:gd name="T60" fmla="*/ 186 w 358"/>
                  <a:gd name="T61" fmla="*/ 195 h 382"/>
                  <a:gd name="T62" fmla="*/ 222 w 358"/>
                  <a:gd name="T63" fmla="*/ 90 h 382"/>
                  <a:gd name="T64" fmla="*/ 136 w 358"/>
                  <a:gd name="T65" fmla="*/ 238 h 382"/>
                  <a:gd name="T66" fmla="*/ 129 w 358"/>
                  <a:gd name="T67" fmla="*/ 216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58" h="382">
                    <a:moveTo>
                      <a:pt x="131" y="382"/>
                    </a:moveTo>
                    <a:cubicBezTo>
                      <a:pt x="135" y="352"/>
                      <a:pt x="135" y="320"/>
                      <a:pt x="127" y="292"/>
                    </a:cubicBezTo>
                    <a:cubicBezTo>
                      <a:pt x="0" y="220"/>
                      <a:pt x="33" y="56"/>
                      <a:pt x="140" y="23"/>
                    </a:cubicBezTo>
                    <a:cubicBezTo>
                      <a:pt x="196" y="0"/>
                      <a:pt x="272" y="14"/>
                      <a:pt x="322" y="63"/>
                    </a:cubicBezTo>
                    <a:cubicBezTo>
                      <a:pt x="358" y="99"/>
                      <a:pt x="340" y="109"/>
                      <a:pt x="340" y="109"/>
                    </a:cubicBezTo>
                    <a:cubicBezTo>
                      <a:pt x="333" y="113"/>
                      <a:pt x="333" y="113"/>
                      <a:pt x="333" y="113"/>
                    </a:cubicBezTo>
                    <a:cubicBezTo>
                      <a:pt x="337" y="130"/>
                      <a:pt x="345" y="162"/>
                      <a:pt x="344" y="166"/>
                    </a:cubicBezTo>
                    <a:cubicBezTo>
                      <a:pt x="342" y="172"/>
                      <a:pt x="336" y="178"/>
                      <a:pt x="336" y="178"/>
                    </a:cubicBezTo>
                    <a:cubicBezTo>
                      <a:pt x="354" y="239"/>
                      <a:pt x="354" y="239"/>
                      <a:pt x="354" y="239"/>
                    </a:cubicBezTo>
                    <a:cubicBezTo>
                      <a:pt x="338" y="245"/>
                      <a:pt x="338" y="245"/>
                      <a:pt x="338" y="245"/>
                    </a:cubicBezTo>
                    <a:cubicBezTo>
                      <a:pt x="341" y="265"/>
                      <a:pt x="343" y="281"/>
                      <a:pt x="341" y="300"/>
                    </a:cubicBezTo>
                    <a:cubicBezTo>
                      <a:pt x="341" y="304"/>
                      <a:pt x="330" y="313"/>
                      <a:pt x="321" y="314"/>
                    </a:cubicBezTo>
                    <a:cubicBezTo>
                      <a:pt x="267" y="317"/>
                      <a:pt x="267" y="317"/>
                      <a:pt x="267" y="317"/>
                    </a:cubicBezTo>
                    <a:cubicBezTo>
                      <a:pt x="271" y="382"/>
                      <a:pt x="271" y="382"/>
                      <a:pt x="271" y="382"/>
                    </a:cubicBezTo>
                    <a:cubicBezTo>
                      <a:pt x="131" y="382"/>
                      <a:pt x="131" y="382"/>
                      <a:pt x="131" y="382"/>
                    </a:cubicBezTo>
                    <a:close/>
                    <a:moveTo>
                      <a:pt x="172" y="226"/>
                    </a:moveTo>
                    <a:cubicBezTo>
                      <a:pt x="132" y="196"/>
                      <a:pt x="132" y="196"/>
                      <a:pt x="132" y="196"/>
                    </a:cubicBezTo>
                    <a:cubicBezTo>
                      <a:pt x="129" y="193"/>
                      <a:pt x="125" y="194"/>
                      <a:pt x="123" y="197"/>
                    </a:cubicBezTo>
                    <a:cubicBezTo>
                      <a:pt x="123" y="197"/>
                      <a:pt x="123" y="197"/>
                      <a:pt x="123" y="197"/>
                    </a:cubicBezTo>
                    <a:cubicBezTo>
                      <a:pt x="121" y="201"/>
                      <a:pt x="122" y="205"/>
                      <a:pt x="125" y="208"/>
                    </a:cubicBezTo>
                    <a:cubicBezTo>
                      <a:pt x="165" y="238"/>
                      <a:pt x="165" y="238"/>
                      <a:pt x="165" y="238"/>
                    </a:cubicBezTo>
                    <a:cubicBezTo>
                      <a:pt x="168" y="240"/>
                      <a:pt x="172" y="239"/>
                      <a:pt x="174" y="236"/>
                    </a:cubicBezTo>
                    <a:cubicBezTo>
                      <a:pt x="174" y="236"/>
                      <a:pt x="174" y="236"/>
                      <a:pt x="174" y="236"/>
                    </a:cubicBezTo>
                    <a:cubicBezTo>
                      <a:pt x="176" y="233"/>
                      <a:pt x="175" y="228"/>
                      <a:pt x="172" y="226"/>
                    </a:cubicBezTo>
                    <a:close/>
                    <a:moveTo>
                      <a:pt x="263" y="136"/>
                    </a:moveTo>
                    <a:cubicBezTo>
                      <a:pt x="288" y="136"/>
                      <a:pt x="288" y="136"/>
                      <a:pt x="288" y="136"/>
                    </a:cubicBezTo>
                    <a:cubicBezTo>
                      <a:pt x="288" y="125"/>
                      <a:pt x="288" y="125"/>
                      <a:pt x="288" y="125"/>
                    </a:cubicBezTo>
                    <a:cubicBezTo>
                      <a:pt x="263" y="125"/>
                      <a:pt x="263" y="125"/>
                      <a:pt x="263" y="125"/>
                    </a:cubicBezTo>
                    <a:cubicBezTo>
                      <a:pt x="263" y="136"/>
                      <a:pt x="263" y="136"/>
                      <a:pt x="263" y="136"/>
                    </a:cubicBezTo>
                    <a:close/>
                    <a:moveTo>
                      <a:pt x="171" y="70"/>
                    </a:moveTo>
                    <a:cubicBezTo>
                      <a:pt x="158" y="48"/>
                      <a:pt x="158" y="48"/>
                      <a:pt x="158" y="48"/>
                    </a:cubicBezTo>
                    <a:cubicBezTo>
                      <a:pt x="148" y="54"/>
                      <a:pt x="148" y="54"/>
                      <a:pt x="148" y="54"/>
                    </a:cubicBezTo>
                    <a:cubicBezTo>
                      <a:pt x="161" y="76"/>
                      <a:pt x="161" y="76"/>
                      <a:pt x="161" y="76"/>
                    </a:cubicBezTo>
                    <a:cubicBezTo>
                      <a:pt x="171" y="70"/>
                      <a:pt x="171" y="70"/>
                      <a:pt x="171" y="70"/>
                    </a:cubicBezTo>
                    <a:close/>
                    <a:moveTo>
                      <a:pt x="204" y="64"/>
                    </a:moveTo>
                    <a:cubicBezTo>
                      <a:pt x="204" y="39"/>
                      <a:pt x="204" y="39"/>
                      <a:pt x="204" y="39"/>
                    </a:cubicBezTo>
                    <a:cubicBezTo>
                      <a:pt x="193" y="39"/>
                      <a:pt x="193" y="39"/>
                      <a:pt x="193" y="39"/>
                    </a:cubicBezTo>
                    <a:cubicBezTo>
                      <a:pt x="193" y="64"/>
                      <a:pt x="193" y="64"/>
                      <a:pt x="193" y="64"/>
                    </a:cubicBezTo>
                    <a:cubicBezTo>
                      <a:pt x="204" y="64"/>
                      <a:pt x="204" y="64"/>
                      <a:pt x="204" y="64"/>
                    </a:cubicBezTo>
                    <a:close/>
                    <a:moveTo>
                      <a:pt x="258" y="103"/>
                    </a:moveTo>
                    <a:cubicBezTo>
                      <a:pt x="279" y="90"/>
                      <a:pt x="279" y="90"/>
                      <a:pt x="279" y="90"/>
                    </a:cubicBezTo>
                    <a:cubicBezTo>
                      <a:pt x="274" y="80"/>
                      <a:pt x="274" y="80"/>
                      <a:pt x="274" y="80"/>
                    </a:cubicBezTo>
                    <a:cubicBezTo>
                      <a:pt x="252" y="93"/>
                      <a:pt x="252" y="93"/>
                      <a:pt x="252" y="93"/>
                    </a:cubicBezTo>
                    <a:cubicBezTo>
                      <a:pt x="258" y="103"/>
                      <a:pt x="258" y="103"/>
                      <a:pt x="258" y="103"/>
                    </a:cubicBezTo>
                    <a:close/>
                    <a:moveTo>
                      <a:pt x="236" y="76"/>
                    </a:moveTo>
                    <a:cubicBezTo>
                      <a:pt x="249" y="55"/>
                      <a:pt x="249" y="55"/>
                      <a:pt x="249" y="55"/>
                    </a:cubicBezTo>
                    <a:cubicBezTo>
                      <a:pt x="239" y="49"/>
                      <a:pt x="239" y="49"/>
                      <a:pt x="239" y="49"/>
                    </a:cubicBezTo>
                    <a:cubicBezTo>
                      <a:pt x="226" y="71"/>
                      <a:pt x="226" y="71"/>
                      <a:pt x="226" y="71"/>
                    </a:cubicBezTo>
                    <a:cubicBezTo>
                      <a:pt x="236" y="76"/>
                      <a:pt x="236" y="76"/>
                      <a:pt x="236" y="76"/>
                    </a:cubicBezTo>
                    <a:close/>
                    <a:moveTo>
                      <a:pt x="182" y="209"/>
                    </a:moveTo>
                    <a:cubicBezTo>
                      <a:pt x="142" y="178"/>
                      <a:pt x="142" y="178"/>
                      <a:pt x="142" y="178"/>
                    </a:cubicBezTo>
                    <a:cubicBezTo>
                      <a:pt x="139" y="176"/>
                      <a:pt x="135" y="177"/>
                      <a:pt x="133" y="180"/>
                    </a:cubicBezTo>
                    <a:cubicBezTo>
                      <a:pt x="133" y="180"/>
                      <a:pt x="133" y="180"/>
                      <a:pt x="133" y="180"/>
                    </a:cubicBezTo>
                    <a:cubicBezTo>
                      <a:pt x="131" y="183"/>
                      <a:pt x="132" y="188"/>
                      <a:pt x="135" y="190"/>
                    </a:cubicBezTo>
                    <a:cubicBezTo>
                      <a:pt x="175" y="221"/>
                      <a:pt x="175" y="221"/>
                      <a:pt x="175" y="221"/>
                    </a:cubicBezTo>
                    <a:cubicBezTo>
                      <a:pt x="178" y="223"/>
                      <a:pt x="182" y="222"/>
                      <a:pt x="184" y="219"/>
                    </a:cubicBezTo>
                    <a:cubicBezTo>
                      <a:pt x="184" y="219"/>
                      <a:pt x="184" y="219"/>
                      <a:pt x="184" y="219"/>
                    </a:cubicBezTo>
                    <a:cubicBezTo>
                      <a:pt x="186" y="216"/>
                      <a:pt x="185" y="211"/>
                      <a:pt x="182" y="209"/>
                    </a:cubicBezTo>
                    <a:close/>
                    <a:moveTo>
                      <a:pt x="222" y="90"/>
                    </a:moveTo>
                    <a:cubicBezTo>
                      <a:pt x="198" y="76"/>
                      <a:pt x="169" y="83"/>
                      <a:pt x="157" y="104"/>
                    </a:cubicBezTo>
                    <a:cubicBezTo>
                      <a:pt x="144" y="126"/>
                      <a:pt x="160" y="151"/>
                      <a:pt x="149" y="174"/>
                    </a:cubicBezTo>
                    <a:cubicBezTo>
                      <a:pt x="186" y="195"/>
                      <a:pt x="186" y="195"/>
                      <a:pt x="186" y="195"/>
                    </a:cubicBezTo>
                    <a:cubicBezTo>
                      <a:pt x="200" y="174"/>
                      <a:pt x="229" y="176"/>
                      <a:pt x="242" y="154"/>
                    </a:cubicBezTo>
                    <a:cubicBezTo>
                      <a:pt x="255" y="132"/>
                      <a:pt x="245" y="104"/>
                      <a:pt x="222" y="90"/>
                    </a:cubicBezTo>
                    <a:close/>
                    <a:moveTo>
                      <a:pt x="129" y="216"/>
                    </a:moveTo>
                    <a:cubicBezTo>
                      <a:pt x="125" y="224"/>
                      <a:pt x="128" y="233"/>
                      <a:pt x="136" y="238"/>
                    </a:cubicBezTo>
                    <a:cubicBezTo>
                      <a:pt x="142" y="241"/>
                      <a:pt x="150" y="240"/>
                      <a:pt x="155" y="236"/>
                    </a:cubicBezTo>
                    <a:lnTo>
                      <a:pt x="129" y="2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9" name="矩形 48"/>
            <p:cNvSpPr/>
            <p:nvPr>
              <p:custDataLst>
                <p:tags r:id="rId10"/>
              </p:custDataLst>
            </p:nvPr>
          </p:nvSpPr>
          <p:spPr>
            <a:xfrm>
              <a:off x="6829824" y="2474847"/>
              <a:ext cx="116522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zh-CN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研究意义</a:t>
              </a:r>
              <a:endParaRPr lang="zh-CN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1"/>
            </p:custDataLst>
          </p:nvPr>
        </p:nvGrpSpPr>
        <p:grpSpPr>
          <a:xfrm>
            <a:off x="2900267" y="3472879"/>
            <a:ext cx="1097280" cy="1702622"/>
            <a:chOff x="8716232" y="1417384"/>
            <a:chExt cx="1097280" cy="1702622"/>
          </a:xfrm>
        </p:grpSpPr>
        <p:grpSp>
          <p:nvGrpSpPr>
            <p:cNvPr id="45" name="组合 44"/>
            <p:cNvGrpSpPr/>
            <p:nvPr/>
          </p:nvGrpSpPr>
          <p:grpSpPr>
            <a:xfrm>
              <a:off x="8821560" y="1417384"/>
              <a:ext cx="886626" cy="889770"/>
              <a:chOff x="7127177" y="1833532"/>
              <a:chExt cx="886626" cy="889770"/>
            </a:xfrm>
          </p:grpSpPr>
          <p:sp>
            <p:nvSpPr>
              <p:cNvPr id="28" name="Oval 5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7127177" y="1833532"/>
                <a:ext cx="886626" cy="889770"/>
              </a:xfrm>
              <a:prstGeom prst="ellipse">
                <a:avLst/>
              </a:prstGeom>
              <a:solidFill>
                <a:srgbClr val="3E4150"/>
              </a:solidFill>
              <a:ln w="9525">
                <a:noFill/>
                <a:round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8"/>
              <p:cNvSpPr>
                <a:spLocks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 rot="2925393">
                <a:off x="7425337" y="2026547"/>
                <a:ext cx="290305" cy="491990"/>
              </a:xfrm>
              <a:custGeom>
                <a:avLst/>
                <a:gdLst>
                  <a:gd name="T0" fmla="*/ 24 w 112"/>
                  <a:gd name="T1" fmla="*/ 148 h 192"/>
                  <a:gd name="T2" fmla="*/ 28 w 112"/>
                  <a:gd name="T3" fmla="*/ 52 h 192"/>
                  <a:gd name="T4" fmla="*/ 32 w 112"/>
                  <a:gd name="T5" fmla="*/ 172 h 192"/>
                  <a:gd name="T6" fmla="*/ 8 w 112"/>
                  <a:gd name="T7" fmla="*/ 184 h 192"/>
                  <a:gd name="T8" fmla="*/ 32 w 112"/>
                  <a:gd name="T9" fmla="*/ 172 h 192"/>
                  <a:gd name="T10" fmla="*/ 8 w 112"/>
                  <a:gd name="T11" fmla="*/ 35 h 192"/>
                  <a:gd name="T12" fmla="*/ 32 w 112"/>
                  <a:gd name="T13" fmla="*/ 164 h 192"/>
                  <a:gd name="T14" fmla="*/ 32 w 112"/>
                  <a:gd name="T15" fmla="*/ 192 h 192"/>
                  <a:gd name="T16" fmla="*/ 0 w 112"/>
                  <a:gd name="T17" fmla="*/ 184 h 192"/>
                  <a:gd name="T18" fmla="*/ 0 w 112"/>
                  <a:gd name="T19" fmla="*/ 32 h 192"/>
                  <a:gd name="T20" fmla="*/ 20 w 112"/>
                  <a:gd name="T21" fmla="*/ 0 h 192"/>
                  <a:gd name="T22" fmla="*/ 39 w 112"/>
                  <a:gd name="T23" fmla="*/ 32 h 192"/>
                  <a:gd name="T24" fmla="*/ 40 w 112"/>
                  <a:gd name="T25" fmla="*/ 184 h 192"/>
                  <a:gd name="T26" fmla="*/ 108 w 112"/>
                  <a:gd name="T27" fmla="*/ 164 h 192"/>
                  <a:gd name="T28" fmla="*/ 84 w 112"/>
                  <a:gd name="T29" fmla="*/ 172 h 192"/>
                  <a:gd name="T30" fmla="*/ 108 w 112"/>
                  <a:gd name="T31" fmla="*/ 164 h 192"/>
                  <a:gd name="T32" fmla="*/ 92 w 112"/>
                  <a:gd name="T33" fmla="*/ 140 h 192"/>
                  <a:gd name="T34" fmla="*/ 108 w 112"/>
                  <a:gd name="T35" fmla="*/ 148 h 192"/>
                  <a:gd name="T36" fmla="*/ 108 w 112"/>
                  <a:gd name="T37" fmla="*/ 116 h 192"/>
                  <a:gd name="T38" fmla="*/ 84 w 112"/>
                  <a:gd name="T39" fmla="*/ 124 h 192"/>
                  <a:gd name="T40" fmla="*/ 108 w 112"/>
                  <a:gd name="T41" fmla="*/ 116 h 192"/>
                  <a:gd name="T42" fmla="*/ 92 w 112"/>
                  <a:gd name="T43" fmla="*/ 92 h 192"/>
                  <a:gd name="T44" fmla="*/ 108 w 112"/>
                  <a:gd name="T45" fmla="*/ 100 h 192"/>
                  <a:gd name="T46" fmla="*/ 108 w 112"/>
                  <a:gd name="T47" fmla="*/ 68 h 192"/>
                  <a:gd name="T48" fmla="*/ 84 w 112"/>
                  <a:gd name="T49" fmla="*/ 76 h 192"/>
                  <a:gd name="T50" fmla="*/ 108 w 112"/>
                  <a:gd name="T51" fmla="*/ 68 h 192"/>
                  <a:gd name="T52" fmla="*/ 92 w 112"/>
                  <a:gd name="T53" fmla="*/ 44 h 192"/>
                  <a:gd name="T54" fmla="*/ 108 w 112"/>
                  <a:gd name="T55" fmla="*/ 52 h 192"/>
                  <a:gd name="T56" fmla="*/ 108 w 112"/>
                  <a:gd name="T57" fmla="*/ 20 h 192"/>
                  <a:gd name="T58" fmla="*/ 84 w 112"/>
                  <a:gd name="T59" fmla="*/ 28 h 192"/>
                  <a:gd name="T60" fmla="*/ 108 w 112"/>
                  <a:gd name="T61" fmla="*/ 20 h 192"/>
                  <a:gd name="T62" fmla="*/ 64 w 112"/>
                  <a:gd name="T63" fmla="*/ 192 h 192"/>
                  <a:gd name="T64" fmla="*/ 56 w 112"/>
                  <a:gd name="T65" fmla="*/ 8 h 192"/>
                  <a:gd name="T66" fmla="*/ 104 w 112"/>
                  <a:gd name="T67" fmla="*/ 0 h 192"/>
                  <a:gd name="T68" fmla="*/ 112 w 112"/>
                  <a:gd name="T69" fmla="*/ 184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2" h="192">
                    <a:moveTo>
                      <a:pt x="28" y="148"/>
                    </a:moveTo>
                    <a:cubicBezTo>
                      <a:pt x="24" y="148"/>
                      <a:pt x="24" y="148"/>
                      <a:pt x="24" y="148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8" y="52"/>
                      <a:pt x="28" y="52"/>
                      <a:pt x="28" y="52"/>
                    </a:cubicBezTo>
                    <a:lnTo>
                      <a:pt x="28" y="148"/>
                    </a:lnTo>
                    <a:close/>
                    <a:moveTo>
                      <a:pt x="32" y="172"/>
                    </a:moveTo>
                    <a:cubicBezTo>
                      <a:pt x="8" y="172"/>
                      <a:pt x="8" y="172"/>
                      <a:pt x="8" y="172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32" y="184"/>
                      <a:pt x="32" y="184"/>
                      <a:pt x="32" y="184"/>
                    </a:cubicBezTo>
                    <a:lnTo>
                      <a:pt x="32" y="172"/>
                    </a:lnTo>
                    <a:close/>
                    <a:moveTo>
                      <a:pt x="32" y="35"/>
                    </a:moveTo>
                    <a:cubicBezTo>
                      <a:pt x="8" y="35"/>
                      <a:pt x="8" y="35"/>
                      <a:pt x="8" y="35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32" y="164"/>
                      <a:pt x="32" y="164"/>
                      <a:pt x="32" y="164"/>
                    </a:cubicBezTo>
                    <a:lnTo>
                      <a:pt x="32" y="35"/>
                    </a:lnTo>
                    <a:close/>
                    <a:moveTo>
                      <a:pt x="32" y="192"/>
                    </a:moveTo>
                    <a:cubicBezTo>
                      <a:pt x="8" y="192"/>
                      <a:pt x="8" y="192"/>
                      <a:pt x="8" y="192"/>
                    </a:cubicBezTo>
                    <a:cubicBezTo>
                      <a:pt x="3" y="192"/>
                      <a:pt x="0" y="188"/>
                      <a:pt x="0" y="184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4"/>
                      <a:pt x="0" y="33"/>
                      <a:pt x="0" y="32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4" y="2"/>
                      <a:pt x="16" y="0"/>
                      <a:pt x="20" y="0"/>
                    </a:cubicBezTo>
                    <a:cubicBezTo>
                      <a:pt x="23" y="0"/>
                      <a:pt x="26" y="2"/>
                      <a:pt x="27" y="4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3"/>
                      <a:pt x="40" y="34"/>
                      <a:pt x="40" y="35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40" y="188"/>
                      <a:pt x="36" y="192"/>
                      <a:pt x="32" y="192"/>
                    </a:cubicBezTo>
                    <a:close/>
                    <a:moveTo>
                      <a:pt x="108" y="164"/>
                    </a:moveTo>
                    <a:cubicBezTo>
                      <a:pt x="84" y="164"/>
                      <a:pt x="84" y="164"/>
                      <a:pt x="84" y="164"/>
                    </a:cubicBezTo>
                    <a:cubicBezTo>
                      <a:pt x="84" y="172"/>
                      <a:pt x="84" y="172"/>
                      <a:pt x="84" y="172"/>
                    </a:cubicBezTo>
                    <a:cubicBezTo>
                      <a:pt x="108" y="172"/>
                      <a:pt x="108" y="172"/>
                      <a:pt x="108" y="172"/>
                    </a:cubicBezTo>
                    <a:lnTo>
                      <a:pt x="108" y="164"/>
                    </a:lnTo>
                    <a:close/>
                    <a:moveTo>
                      <a:pt x="108" y="140"/>
                    </a:moveTo>
                    <a:cubicBezTo>
                      <a:pt x="92" y="140"/>
                      <a:pt x="92" y="140"/>
                      <a:pt x="92" y="140"/>
                    </a:cubicBezTo>
                    <a:cubicBezTo>
                      <a:pt x="92" y="148"/>
                      <a:pt x="92" y="148"/>
                      <a:pt x="92" y="148"/>
                    </a:cubicBezTo>
                    <a:cubicBezTo>
                      <a:pt x="108" y="148"/>
                      <a:pt x="108" y="148"/>
                      <a:pt x="108" y="148"/>
                    </a:cubicBezTo>
                    <a:lnTo>
                      <a:pt x="108" y="140"/>
                    </a:lnTo>
                    <a:close/>
                    <a:moveTo>
                      <a:pt x="108" y="116"/>
                    </a:moveTo>
                    <a:cubicBezTo>
                      <a:pt x="84" y="116"/>
                      <a:pt x="84" y="116"/>
                      <a:pt x="84" y="116"/>
                    </a:cubicBezTo>
                    <a:cubicBezTo>
                      <a:pt x="84" y="124"/>
                      <a:pt x="84" y="124"/>
                      <a:pt x="84" y="124"/>
                    </a:cubicBezTo>
                    <a:cubicBezTo>
                      <a:pt x="108" y="124"/>
                      <a:pt x="108" y="124"/>
                      <a:pt x="108" y="124"/>
                    </a:cubicBezTo>
                    <a:lnTo>
                      <a:pt x="108" y="116"/>
                    </a:lnTo>
                    <a:close/>
                    <a:moveTo>
                      <a:pt x="108" y="92"/>
                    </a:moveTo>
                    <a:cubicBezTo>
                      <a:pt x="92" y="92"/>
                      <a:pt x="92" y="92"/>
                      <a:pt x="92" y="92"/>
                    </a:cubicBezTo>
                    <a:cubicBezTo>
                      <a:pt x="92" y="100"/>
                      <a:pt x="92" y="100"/>
                      <a:pt x="92" y="100"/>
                    </a:cubicBezTo>
                    <a:cubicBezTo>
                      <a:pt x="108" y="100"/>
                      <a:pt x="108" y="100"/>
                      <a:pt x="108" y="100"/>
                    </a:cubicBezTo>
                    <a:lnTo>
                      <a:pt x="108" y="92"/>
                    </a:lnTo>
                    <a:close/>
                    <a:moveTo>
                      <a:pt x="108" y="68"/>
                    </a:moveTo>
                    <a:cubicBezTo>
                      <a:pt x="84" y="68"/>
                      <a:pt x="84" y="68"/>
                      <a:pt x="84" y="68"/>
                    </a:cubicBezTo>
                    <a:cubicBezTo>
                      <a:pt x="84" y="76"/>
                      <a:pt x="84" y="76"/>
                      <a:pt x="84" y="76"/>
                    </a:cubicBezTo>
                    <a:cubicBezTo>
                      <a:pt x="108" y="76"/>
                      <a:pt x="108" y="76"/>
                      <a:pt x="108" y="76"/>
                    </a:cubicBezTo>
                    <a:lnTo>
                      <a:pt x="108" y="68"/>
                    </a:lnTo>
                    <a:close/>
                    <a:moveTo>
                      <a:pt x="108" y="44"/>
                    </a:moveTo>
                    <a:cubicBezTo>
                      <a:pt x="92" y="44"/>
                      <a:pt x="92" y="44"/>
                      <a:pt x="92" y="44"/>
                    </a:cubicBezTo>
                    <a:cubicBezTo>
                      <a:pt x="92" y="52"/>
                      <a:pt x="92" y="52"/>
                      <a:pt x="92" y="52"/>
                    </a:cubicBezTo>
                    <a:cubicBezTo>
                      <a:pt x="108" y="52"/>
                      <a:pt x="108" y="52"/>
                      <a:pt x="108" y="52"/>
                    </a:cubicBezTo>
                    <a:lnTo>
                      <a:pt x="108" y="44"/>
                    </a:lnTo>
                    <a:close/>
                    <a:moveTo>
                      <a:pt x="108" y="20"/>
                    </a:moveTo>
                    <a:cubicBezTo>
                      <a:pt x="84" y="20"/>
                      <a:pt x="84" y="20"/>
                      <a:pt x="84" y="20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108" y="28"/>
                      <a:pt x="108" y="28"/>
                      <a:pt x="108" y="28"/>
                    </a:cubicBezTo>
                    <a:lnTo>
                      <a:pt x="108" y="20"/>
                    </a:lnTo>
                    <a:close/>
                    <a:moveTo>
                      <a:pt x="104" y="192"/>
                    </a:moveTo>
                    <a:cubicBezTo>
                      <a:pt x="64" y="192"/>
                      <a:pt x="64" y="192"/>
                      <a:pt x="64" y="192"/>
                    </a:cubicBezTo>
                    <a:cubicBezTo>
                      <a:pt x="59" y="192"/>
                      <a:pt x="56" y="188"/>
                      <a:pt x="56" y="184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3"/>
                      <a:pt x="59" y="0"/>
                      <a:pt x="6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8" y="0"/>
                      <a:pt x="112" y="3"/>
                      <a:pt x="112" y="8"/>
                    </a:cubicBezTo>
                    <a:cubicBezTo>
                      <a:pt x="112" y="184"/>
                      <a:pt x="112" y="184"/>
                      <a:pt x="112" y="184"/>
                    </a:cubicBezTo>
                    <a:cubicBezTo>
                      <a:pt x="112" y="188"/>
                      <a:pt x="108" y="192"/>
                      <a:pt x="104" y="19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0" name="矩形 49"/>
            <p:cNvSpPr/>
            <p:nvPr>
              <p:custDataLst>
                <p:tags r:id="rId14"/>
              </p:custDataLst>
            </p:nvPr>
          </p:nvSpPr>
          <p:spPr>
            <a:xfrm>
              <a:off x="8716232" y="2474846"/>
              <a:ext cx="109728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工具介绍</a:t>
              </a:r>
              <a:endParaRPr lang="zh-CN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endParaRPr lang="zh-CN" sz="1800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15"/>
            </p:custDataLst>
          </p:nvPr>
        </p:nvGrpSpPr>
        <p:grpSpPr>
          <a:xfrm>
            <a:off x="8827653" y="1417598"/>
            <a:ext cx="1097280" cy="1663615"/>
            <a:chOff x="2674503" y="3472458"/>
            <a:chExt cx="1097280" cy="1663615"/>
          </a:xfrm>
        </p:grpSpPr>
        <p:sp>
          <p:nvSpPr>
            <p:cNvPr id="32" name="Oval 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787389" y="3472458"/>
              <a:ext cx="886626" cy="889770"/>
            </a:xfrm>
            <a:prstGeom prst="ellipse">
              <a:avLst/>
            </a:prstGeom>
            <a:solidFill>
              <a:srgbClr val="3E4150"/>
            </a:solidFill>
            <a:ln w="9525">
              <a:noFill/>
              <a:round/>
            </a:ln>
          </p:spPr>
          <p:txBody>
            <a:bodyPr vert="horz" wrap="square" lIns="91461" tIns="45731" rIns="91461" bIns="45731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矩形 50"/>
            <p:cNvSpPr/>
            <p:nvPr>
              <p:custDataLst>
                <p:tags r:id="rId17"/>
              </p:custDataLst>
            </p:nvPr>
          </p:nvSpPr>
          <p:spPr>
            <a:xfrm>
              <a:off x="2674503" y="4490913"/>
              <a:ext cx="1097280" cy="6451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参考论文</a:t>
              </a:r>
              <a:endParaRPr lang="zh-CN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endParaRPr lang="zh-CN" sz="1800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18"/>
            </p:custDataLst>
          </p:nvPr>
        </p:nvGrpSpPr>
        <p:grpSpPr>
          <a:xfrm>
            <a:off x="4615955" y="1594523"/>
            <a:ext cx="5088023" cy="3264690"/>
            <a:chOff x="4615955" y="1594523"/>
            <a:chExt cx="5088023" cy="3264690"/>
          </a:xfrm>
        </p:grpSpPr>
        <p:grpSp>
          <p:nvGrpSpPr>
            <p:cNvPr id="38" name="组合 37"/>
            <p:cNvGrpSpPr/>
            <p:nvPr/>
          </p:nvGrpSpPr>
          <p:grpSpPr>
            <a:xfrm>
              <a:off x="4750320" y="1594523"/>
              <a:ext cx="4953658" cy="2767705"/>
              <a:chOff x="8218537" y="1930677"/>
              <a:chExt cx="4953658" cy="2767705"/>
            </a:xfrm>
          </p:grpSpPr>
          <p:sp>
            <p:nvSpPr>
              <p:cNvPr id="36" name="Oval 5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8218537" y="3808612"/>
                <a:ext cx="886626" cy="889770"/>
              </a:xfrm>
              <a:prstGeom prst="ellipse">
                <a:avLst/>
              </a:prstGeom>
              <a:solidFill>
                <a:srgbClr val="3E4150"/>
              </a:solidFill>
              <a:ln w="9525">
                <a:noFill/>
                <a:round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1"/>
              <p:cNvSpPr>
                <a:spLocks noEditPoint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2541821" y="1930677"/>
                <a:ext cx="630374" cy="495658"/>
              </a:xfrm>
              <a:custGeom>
                <a:avLst/>
                <a:gdLst>
                  <a:gd name="T0" fmla="*/ 186 w 390"/>
                  <a:gd name="T1" fmla="*/ 267 h 306"/>
                  <a:gd name="T2" fmla="*/ 187 w 390"/>
                  <a:gd name="T3" fmla="*/ 305 h 306"/>
                  <a:gd name="T4" fmla="*/ 154 w 390"/>
                  <a:gd name="T5" fmla="*/ 287 h 306"/>
                  <a:gd name="T6" fmla="*/ 137 w 390"/>
                  <a:gd name="T7" fmla="*/ 208 h 306"/>
                  <a:gd name="T8" fmla="*/ 124 w 390"/>
                  <a:gd name="T9" fmla="*/ 266 h 306"/>
                  <a:gd name="T10" fmla="*/ 108 w 390"/>
                  <a:gd name="T11" fmla="*/ 190 h 306"/>
                  <a:gd name="T12" fmla="*/ 42 w 390"/>
                  <a:gd name="T13" fmla="*/ 210 h 306"/>
                  <a:gd name="T14" fmla="*/ 25 w 390"/>
                  <a:gd name="T15" fmla="*/ 135 h 306"/>
                  <a:gd name="T16" fmla="*/ 11 w 390"/>
                  <a:gd name="T17" fmla="*/ 188 h 306"/>
                  <a:gd name="T18" fmla="*/ 0 w 390"/>
                  <a:gd name="T19" fmla="*/ 154 h 306"/>
                  <a:gd name="T20" fmla="*/ 20 w 390"/>
                  <a:gd name="T21" fmla="*/ 116 h 306"/>
                  <a:gd name="T22" fmla="*/ 189 w 390"/>
                  <a:gd name="T23" fmla="*/ 229 h 306"/>
                  <a:gd name="T24" fmla="*/ 192 w 390"/>
                  <a:gd name="T25" fmla="*/ 240 h 306"/>
                  <a:gd name="T26" fmla="*/ 121 w 390"/>
                  <a:gd name="T27" fmla="*/ 87 h 306"/>
                  <a:gd name="T28" fmla="*/ 131 w 390"/>
                  <a:gd name="T29" fmla="*/ 125 h 306"/>
                  <a:gd name="T30" fmla="*/ 198 w 390"/>
                  <a:gd name="T31" fmla="*/ 115 h 306"/>
                  <a:gd name="T32" fmla="*/ 188 w 390"/>
                  <a:gd name="T33" fmla="*/ 77 h 306"/>
                  <a:gd name="T34" fmla="*/ 327 w 390"/>
                  <a:gd name="T35" fmla="*/ 54 h 306"/>
                  <a:gd name="T36" fmla="*/ 298 w 390"/>
                  <a:gd name="T37" fmla="*/ 5 h 306"/>
                  <a:gd name="T38" fmla="*/ 327 w 390"/>
                  <a:gd name="T39" fmla="*/ 54 h 306"/>
                  <a:gd name="T40" fmla="*/ 126 w 390"/>
                  <a:gd name="T41" fmla="*/ 0 h 306"/>
                  <a:gd name="T42" fmla="*/ 140 w 390"/>
                  <a:gd name="T43" fmla="*/ 54 h 306"/>
                  <a:gd name="T44" fmla="*/ 305 w 390"/>
                  <a:gd name="T45" fmla="*/ 77 h 306"/>
                  <a:gd name="T46" fmla="*/ 238 w 390"/>
                  <a:gd name="T47" fmla="*/ 87 h 306"/>
                  <a:gd name="T48" fmla="*/ 248 w 390"/>
                  <a:gd name="T49" fmla="*/ 125 h 306"/>
                  <a:gd name="T50" fmla="*/ 315 w 390"/>
                  <a:gd name="T51" fmla="*/ 115 h 306"/>
                  <a:gd name="T52" fmla="*/ 305 w 390"/>
                  <a:gd name="T53" fmla="*/ 77 h 306"/>
                  <a:gd name="T54" fmla="*/ 209 w 390"/>
                  <a:gd name="T55" fmla="*/ 62 h 306"/>
                  <a:gd name="T56" fmla="*/ 201 w 390"/>
                  <a:gd name="T57" fmla="*/ 62 h 306"/>
                  <a:gd name="T58" fmla="*/ 107 w 390"/>
                  <a:gd name="T59" fmla="*/ 121 h 306"/>
                  <a:gd name="T60" fmla="*/ 192 w 390"/>
                  <a:gd name="T61" fmla="*/ 140 h 306"/>
                  <a:gd name="T62" fmla="*/ 225 w 390"/>
                  <a:gd name="T63" fmla="*/ 121 h 306"/>
                  <a:gd name="T64" fmla="*/ 309 w 390"/>
                  <a:gd name="T65" fmla="*/ 140 h 306"/>
                  <a:gd name="T66" fmla="*/ 329 w 390"/>
                  <a:gd name="T67" fmla="*/ 62 h 306"/>
                  <a:gd name="T68" fmla="*/ 227 w 390"/>
                  <a:gd name="T69" fmla="*/ 62 h 306"/>
                  <a:gd name="T70" fmla="*/ 209 w 390"/>
                  <a:gd name="T71" fmla="*/ 62 h 306"/>
                  <a:gd name="T72" fmla="*/ 196 w 390"/>
                  <a:gd name="T73" fmla="*/ 294 h 306"/>
                  <a:gd name="T74" fmla="*/ 376 w 390"/>
                  <a:gd name="T75" fmla="*/ 219 h 306"/>
                  <a:gd name="T76" fmla="*/ 384 w 390"/>
                  <a:gd name="T77" fmla="*/ 235 h 306"/>
                  <a:gd name="T78" fmla="*/ 200 w 390"/>
                  <a:gd name="T79" fmla="*/ 257 h 306"/>
                  <a:gd name="T80" fmla="*/ 378 w 390"/>
                  <a:gd name="T81" fmla="*/ 191 h 306"/>
                  <a:gd name="T82" fmla="*/ 198 w 390"/>
                  <a:gd name="T83" fmla="*/ 252 h 306"/>
                  <a:gd name="T84" fmla="*/ 200 w 390"/>
                  <a:gd name="T85" fmla="*/ 257 h 306"/>
                  <a:gd name="T86" fmla="*/ 203 w 390"/>
                  <a:gd name="T87" fmla="*/ 222 h 306"/>
                  <a:gd name="T88" fmla="*/ 375 w 390"/>
                  <a:gd name="T89" fmla="*/ 163 h 306"/>
                  <a:gd name="T90" fmla="*/ 376 w 390"/>
                  <a:gd name="T91" fmla="*/ 147 h 306"/>
                  <a:gd name="T92" fmla="*/ 340 w 390"/>
                  <a:gd name="T93" fmla="*/ 126 h 306"/>
                  <a:gd name="T94" fmla="*/ 351 w 390"/>
                  <a:gd name="T95" fmla="*/ 152 h 306"/>
                  <a:gd name="T96" fmla="*/ 122 w 390"/>
                  <a:gd name="T97" fmla="*/ 152 h 306"/>
                  <a:gd name="T98" fmla="*/ 121 w 390"/>
                  <a:gd name="T99" fmla="*/ 152 h 306"/>
                  <a:gd name="T100" fmla="*/ 95 w 390"/>
                  <a:gd name="T101" fmla="*/ 90 h 306"/>
                  <a:gd name="T102" fmla="*/ 28 w 390"/>
                  <a:gd name="T103" fmla="*/ 94 h 306"/>
                  <a:gd name="T104" fmla="*/ 26 w 390"/>
                  <a:gd name="T105" fmla="*/ 110 h 306"/>
                  <a:gd name="T106" fmla="*/ 194 w 390"/>
                  <a:gd name="T107" fmla="*/ 222 h 306"/>
                  <a:gd name="T108" fmla="*/ 197 w 390"/>
                  <a:gd name="T109" fmla="*/ 36 h 306"/>
                  <a:gd name="T110" fmla="*/ 227 w 390"/>
                  <a:gd name="T111" fmla="*/ 50 h 306"/>
                  <a:gd name="T112" fmla="*/ 183 w 390"/>
                  <a:gd name="T113" fmla="*/ 50 h 306"/>
                  <a:gd name="T114" fmla="*/ 156 w 390"/>
                  <a:gd name="T115" fmla="*/ 50 h 306"/>
                  <a:gd name="T116" fmla="*/ 303 w 390"/>
                  <a:gd name="T117" fmla="*/ 100 h 306"/>
                  <a:gd name="T118" fmla="*/ 300 w 390"/>
                  <a:gd name="T119" fmla="*/ 113 h 306"/>
                  <a:gd name="T120" fmla="*/ 254 w 390"/>
                  <a:gd name="T121" fmla="*/ 89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90" h="306">
                    <a:moveTo>
                      <a:pt x="192" y="240"/>
                    </a:moveTo>
                    <a:cubicBezTo>
                      <a:pt x="187" y="249"/>
                      <a:pt x="185" y="258"/>
                      <a:pt x="186" y="267"/>
                    </a:cubicBezTo>
                    <a:cubicBezTo>
                      <a:pt x="186" y="275"/>
                      <a:pt x="189" y="284"/>
                      <a:pt x="192" y="293"/>
                    </a:cubicBezTo>
                    <a:cubicBezTo>
                      <a:pt x="194" y="298"/>
                      <a:pt x="192" y="303"/>
                      <a:pt x="187" y="305"/>
                    </a:cubicBezTo>
                    <a:cubicBezTo>
                      <a:pt x="184" y="306"/>
                      <a:pt x="181" y="305"/>
                      <a:pt x="178" y="304"/>
                    </a:cubicBezTo>
                    <a:cubicBezTo>
                      <a:pt x="154" y="287"/>
                      <a:pt x="154" y="287"/>
                      <a:pt x="154" y="287"/>
                    </a:cubicBezTo>
                    <a:cubicBezTo>
                      <a:pt x="148" y="263"/>
                      <a:pt x="147" y="241"/>
                      <a:pt x="155" y="220"/>
                    </a:cubicBezTo>
                    <a:cubicBezTo>
                      <a:pt x="137" y="208"/>
                      <a:pt x="137" y="208"/>
                      <a:pt x="137" y="208"/>
                    </a:cubicBezTo>
                    <a:cubicBezTo>
                      <a:pt x="125" y="229"/>
                      <a:pt x="127" y="257"/>
                      <a:pt x="132" y="272"/>
                    </a:cubicBezTo>
                    <a:cubicBezTo>
                      <a:pt x="124" y="266"/>
                      <a:pt x="124" y="266"/>
                      <a:pt x="124" y="266"/>
                    </a:cubicBezTo>
                    <a:cubicBezTo>
                      <a:pt x="116" y="251"/>
                      <a:pt x="118" y="224"/>
                      <a:pt x="126" y="201"/>
                    </a:cubicBezTo>
                    <a:cubicBezTo>
                      <a:pt x="108" y="190"/>
                      <a:pt x="108" y="190"/>
                      <a:pt x="108" y="190"/>
                    </a:cubicBezTo>
                    <a:cubicBezTo>
                      <a:pt x="96" y="216"/>
                      <a:pt x="98" y="238"/>
                      <a:pt x="103" y="252"/>
                    </a:cubicBezTo>
                    <a:cubicBezTo>
                      <a:pt x="42" y="210"/>
                      <a:pt x="42" y="210"/>
                      <a:pt x="42" y="210"/>
                    </a:cubicBezTo>
                    <a:cubicBezTo>
                      <a:pt x="37" y="187"/>
                      <a:pt x="36" y="166"/>
                      <a:pt x="44" y="147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12" y="162"/>
                      <a:pt x="20" y="185"/>
                      <a:pt x="27" y="199"/>
                    </a:cubicBezTo>
                    <a:cubicBezTo>
                      <a:pt x="11" y="188"/>
                      <a:pt x="11" y="188"/>
                      <a:pt x="11" y="188"/>
                    </a:cubicBezTo>
                    <a:cubicBezTo>
                      <a:pt x="10" y="187"/>
                      <a:pt x="9" y="186"/>
                      <a:pt x="8" y="184"/>
                    </a:cubicBezTo>
                    <a:cubicBezTo>
                      <a:pt x="4" y="175"/>
                      <a:pt x="1" y="165"/>
                      <a:pt x="0" y="154"/>
                    </a:cubicBezTo>
                    <a:cubicBezTo>
                      <a:pt x="0" y="143"/>
                      <a:pt x="2" y="132"/>
                      <a:pt x="8" y="120"/>
                    </a:cubicBezTo>
                    <a:cubicBezTo>
                      <a:pt x="10" y="115"/>
                      <a:pt x="15" y="113"/>
                      <a:pt x="20" y="116"/>
                    </a:cubicBezTo>
                    <a:cubicBezTo>
                      <a:pt x="20" y="116"/>
                      <a:pt x="21" y="116"/>
                      <a:pt x="21" y="116"/>
                    </a:cubicBezTo>
                    <a:cubicBezTo>
                      <a:pt x="189" y="229"/>
                      <a:pt x="189" y="229"/>
                      <a:pt x="189" y="229"/>
                    </a:cubicBezTo>
                    <a:cubicBezTo>
                      <a:pt x="192" y="231"/>
                      <a:pt x="194" y="236"/>
                      <a:pt x="192" y="240"/>
                    </a:cubicBezTo>
                    <a:cubicBezTo>
                      <a:pt x="192" y="240"/>
                      <a:pt x="192" y="240"/>
                      <a:pt x="192" y="240"/>
                    </a:cubicBezTo>
                    <a:close/>
                    <a:moveTo>
                      <a:pt x="131" y="77"/>
                    </a:moveTo>
                    <a:cubicBezTo>
                      <a:pt x="121" y="87"/>
                      <a:pt x="121" y="87"/>
                      <a:pt x="121" y="87"/>
                    </a:cubicBezTo>
                    <a:cubicBezTo>
                      <a:pt x="121" y="115"/>
                      <a:pt x="121" y="115"/>
                      <a:pt x="121" y="115"/>
                    </a:cubicBezTo>
                    <a:cubicBezTo>
                      <a:pt x="131" y="125"/>
                      <a:pt x="131" y="125"/>
                      <a:pt x="131" y="125"/>
                    </a:cubicBezTo>
                    <a:cubicBezTo>
                      <a:pt x="188" y="125"/>
                      <a:pt x="188" y="125"/>
                      <a:pt x="188" y="125"/>
                    </a:cubicBezTo>
                    <a:cubicBezTo>
                      <a:pt x="198" y="115"/>
                      <a:pt x="198" y="115"/>
                      <a:pt x="198" y="115"/>
                    </a:cubicBezTo>
                    <a:cubicBezTo>
                      <a:pt x="198" y="87"/>
                      <a:pt x="198" y="87"/>
                      <a:pt x="198" y="87"/>
                    </a:cubicBezTo>
                    <a:cubicBezTo>
                      <a:pt x="188" y="77"/>
                      <a:pt x="188" y="77"/>
                      <a:pt x="188" y="77"/>
                    </a:cubicBezTo>
                    <a:cubicBezTo>
                      <a:pt x="131" y="77"/>
                      <a:pt x="131" y="77"/>
                      <a:pt x="131" y="77"/>
                    </a:cubicBezTo>
                    <a:close/>
                    <a:moveTo>
                      <a:pt x="327" y="54"/>
                    </a:moveTo>
                    <a:cubicBezTo>
                      <a:pt x="309" y="0"/>
                      <a:pt x="309" y="0"/>
                      <a:pt x="309" y="0"/>
                    </a:cubicBezTo>
                    <a:cubicBezTo>
                      <a:pt x="298" y="5"/>
                      <a:pt x="298" y="5"/>
                      <a:pt x="298" y="5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327" y="54"/>
                      <a:pt x="327" y="54"/>
                      <a:pt x="327" y="54"/>
                    </a:cubicBezTo>
                    <a:close/>
                    <a:moveTo>
                      <a:pt x="107" y="54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37" y="5"/>
                      <a:pt x="137" y="5"/>
                      <a:pt x="137" y="5"/>
                    </a:cubicBezTo>
                    <a:cubicBezTo>
                      <a:pt x="140" y="54"/>
                      <a:pt x="140" y="54"/>
                      <a:pt x="140" y="54"/>
                    </a:cubicBezTo>
                    <a:cubicBezTo>
                      <a:pt x="107" y="54"/>
                      <a:pt x="107" y="54"/>
                      <a:pt x="107" y="54"/>
                    </a:cubicBezTo>
                    <a:close/>
                    <a:moveTo>
                      <a:pt x="305" y="77"/>
                    </a:moveTo>
                    <a:cubicBezTo>
                      <a:pt x="248" y="77"/>
                      <a:pt x="248" y="77"/>
                      <a:pt x="248" y="77"/>
                    </a:cubicBezTo>
                    <a:cubicBezTo>
                      <a:pt x="238" y="87"/>
                      <a:pt x="238" y="87"/>
                      <a:pt x="238" y="87"/>
                    </a:cubicBezTo>
                    <a:cubicBezTo>
                      <a:pt x="238" y="115"/>
                      <a:pt x="238" y="115"/>
                      <a:pt x="238" y="115"/>
                    </a:cubicBezTo>
                    <a:cubicBezTo>
                      <a:pt x="248" y="125"/>
                      <a:pt x="248" y="125"/>
                      <a:pt x="248" y="125"/>
                    </a:cubicBezTo>
                    <a:cubicBezTo>
                      <a:pt x="305" y="125"/>
                      <a:pt x="305" y="125"/>
                      <a:pt x="305" y="125"/>
                    </a:cubicBezTo>
                    <a:cubicBezTo>
                      <a:pt x="315" y="115"/>
                      <a:pt x="315" y="115"/>
                      <a:pt x="315" y="115"/>
                    </a:cubicBezTo>
                    <a:cubicBezTo>
                      <a:pt x="315" y="87"/>
                      <a:pt x="315" y="87"/>
                      <a:pt x="315" y="87"/>
                    </a:cubicBezTo>
                    <a:cubicBezTo>
                      <a:pt x="305" y="77"/>
                      <a:pt x="305" y="77"/>
                      <a:pt x="305" y="77"/>
                    </a:cubicBezTo>
                    <a:close/>
                    <a:moveTo>
                      <a:pt x="209" y="62"/>
                    </a:moveTo>
                    <a:cubicBezTo>
                      <a:pt x="209" y="62"/>
                      <a:pt x="209" y="62"/>
                      <a:pt x="209" y="62"/>
                    </a:cubicBezTo>
                    <a:cubicBezTo>
                      <a:pt x="201" y="62"/>
                      <a:pt x="201" y="62"/>
                      <a:pt x="201" y="62"/>
                    </a:cubicBezTo>
                    <a:cubicBezTo>
                      <a:pt x="201" y="62"/>
                      <a:pt x="201" y="62"/>
                      <a:pt x="201" y="62"/>
                    </a:cubicBezTo>
                    <a:cubicBezTo>
                      <a:pt x="107" y="62"/>
                      <a:pt x="107" y="62"/>
                      <a:pt x="107" y="62"/>
                    </a:cubicBezTo>
                    <a:cubicBezTo>
                      <a:pt x="107" y="121"/>
                      <a:pt x="107" y="121"/>
                      <a:pt x="107" y="121"/>
                    </a:cubicBezTo>
                    <a:cubicBezTo>
                      <a:pt x="127" y="140"/>
                      <a:pt x="127" y="140"/>
                      <a:pt x="127" y="140"/>
                    </a:cubicBezTo>
                    <a:cubicBezTo>
                      <a:pt x="192" y="140"/>
                      <a:pt x="192" y="140"/>
                      <a:pt x="192" y="140"/>
                    </a:cubicBezTo>
                    <a:cubicBezTo>
                      <a:pt x="211" y="121"/>
                      <a:pt x="211" y="121"/>
                      <a:pt x="211" y="121"/>
                    </a:cubicBezTo>
                    <a:cubicBezTo>
                      <a:pt x="225" y="121"/>
                      <a:pt x="225" y="121"/>
                      <a:pt x="225" y="121"/>
                    </a:cubicBezTo>
                    <a:cubicBezTo>
                      <a:pt x="244" y="140"/>
                      <a:pt x="244" y="140"/>
                      <a:pt x="244" y="140"/>
                    </a:cubicBezTo>
                    <a:cubicBezTo>
                      <a:pt x="309" y="140"/>
                      <a:pt x="309" y="140"/>
                      <a:pt x="309" y="140"/>
                    </a:cubicBezTo>
                    <a:cubicBezTo>
                      <a:pt x="329" y="121"/>
                      <a:pt x="329" y="121"/>
                      <a:pt x="329" y="121"/>
                    </a:cubicBezTo>
                    <a:cubicBezTo>
                      <a:pt x="329" y="62"/>
                      <a:pt x="329" y="62"/>
                      <a:pt x="329" y="62"/>
                    </a:cubicBezTo>
                    <a:cubicBezTo>
                      <a:pt x="227" y="62"/>
                      <a:pt x="227" y="62"/>
                      <a:pt x="227" y="62"/>
                    </a:cubicBezTo>
                    <a:cubicBezTo>
                      <a:pt x="227" y="62"/>
                      <a:pt x="227" y="62"/>
                      <a:pt x="227" y="62"/>
                    </a:cubicBezTo>
                    <a:cubicBezTo>
                      <a:pt x="218" y="62"/>
                      <a:pt x="218" y="62"/>
                      <a:pt x="218" y="62"/>
                    </a:cubicBezTo>
                    <a:cubicBezTo>
                      <a:pt x="209" y="62"/>
                      <a:pt x="209" y="62"/>
                      <a:pt x="209" y="62"/>
                    </a:cubicBezTo>
                    <a:close/>
                    <a:moveTo>
                      <a:pt x="208" y="298"/>
                    </a:moveTo>
                    <a:cubicBezTo>
                      <a:pt x="204" y="300"/>
                      <a:pt x="198" y="298"/>
                      <a:pt x="196" y="294"/>
                    </a:cubicBezTo>
                    <a:cubicBezTo>
                      <a:pt x="194" y="289"/>
                      <a:pt x="196" y="284"/>
                      <a:pt x="200" y="282"/>
                    </a:cubicBezTo>
                    <a:cubicBezTo>
                      <a:pt x="376" y="219"/>
                      <a:pt x="376" y="219"/>
                      <a:pt x="376" y="219"/>
                    </a:cubicBezTo>
                    <a:cubicBezTo>
                      <a:pt x="381" y="217"/>
                      <a:pt x="386" y="219"/>
                      <a:pt x="388" y="223"/>
                    </a:cubicBezTo>
                    <a:cubicBezTo>
                      <a:pt x="390" y="228"/>
                      <a:pt x="389" y="233"/>
                      <a:pt x="384" y="235"/>
                    </a:cubicBezTo>
                    <a:cubicBezTo>
                      <a:pt x="208" y="298"/>
                      <a:pt x="208" y="298"/>
                      <a:pt x="208" y="298"/>
                    </a:cubicBezTo>
                    <a:close/>
                    <a:moveTo>
                      <a:pt x="200" y="257"/>
                    </a:moveTo>
                    <a:cubicBezTo>
                      <a:pt x="376" y="195"/>
                      <a:pt x="376" y="195"/>
                      <a:pt x="376" y="195"/>
                    </a:cubicBezTo>
                    <a:cubicBezTo>
                      <a:pt x="378" y="194"/>
                      <a:pt x="378" y="192"/>
                      <a:pt x="378" y="191"/>
                    </a:cubicBezTo>
                    <a:cubicBezTo>
                      <a:pt x="377" y="189"/>
                      <a:pt x="375" y="189"/>
                      <a:pt x="374" y="189"/>
                    </a:cubicBezTo>
                    <a:cubicBezTo>
                      <a:pt x="198" y="252"/>
                      <a:pt x="198" y="252"/>
                      <a:pt x="198" y="252"/>
                    </a:cubicBezTo>
                    <a:cubicBezTo>
                      <a:pt x="196" y="253"/>
                      <a:pt x="196" y="254"/>
                      <a:pt x="196" y="256"/>
                    </a:cubicBezTo>
                    <a:cubicBezTo>
                      <a:pt x="197" y="257"/>
                      <a:pt x="199" y="258"/>
                      <a:pt x="200" y="257"/>
                    </a:cubicBezTo>
                    <a:close/>
                    <a:moveTo>
                      <a:pt x="194" y="222"/>
                    </a:moveTo>
                    <a:cubicBezTo>
                      <a:pt x="197" y="224"/>
                      <a:pt x="200" y="224"/>
                      <a:pt x="203" y="222"/>
                    </a:cubicBezTo>
                    <a:cubicBezTo>
                      <a:pt x="203" y="222"/>
                      <a:pt x="203" y="222"/>
                      <a:pt x="203" y="222"/>
                    </a:cubicBezTo>
                    <a:cubicBezTo>
                      <a:pt x="375" y="163"/>
                      <a:pt x="375" y="163"/>
                      <a:pt x="375" y="163"/>
                    </a:cubicBezTo>
                    <a:cubicBezTo>
                      <a:pt x="380" y="161"/>
                      <a:pt x="382" y="155"/>
                      <a:pt x="379" y="151"/>
                    </a:cubicBezTo>
                    <a:cubicBezTo>
                      <a:pt x="379" y="149"/>
                      <a:pt x="377" y="148"/>
                      <a:pt x="376" y="147"/>
                    </a:cubicBezTo>
                    <a:cubicBezTo>
                      <a:pt x="340" y="124"/>
                      <a:pt x="340" y="124"/>
                      <a:pt x="340" y="124"/>
                    </a:cubicBezTo>
                    <a:cubicBezTo>
                      <a:pt x="340" y="126"/>
                      <a:pt x="340" y="126"/>
                      <a:pt x="340" y="126"/>
                    </a:cubicBezTo>
                    <a:cubicBezTo>
                      <a:pt x="328" y="138"/>
                      <a:pt x="328" y="138"/>
                      <a:pt x="328" y="138"/>
                    </a:cubicBezTo>
                    <a:cubicBezTo>
                      <a:pt x="351" y="152"/>
                      <a:pt x="351" y="152"/>
                      <a:pt x="351" y="152"/>
                    </a:cubicBezTo>
                    <a:cubicBezTo>
                      <a:pt x="200" y="204"/>
                      <a:pt x="200" y="204"/>
                      <a:pt x="200" y="204"/>
                    </a:cubicBezTo>
                    <a:cubicBezTo>
                      <a:pt x="122" y="152"/>
                      <a:pt x="122" y="152"/>
                      <a:pt x="122" y="152"/>
                    </a:cubicBezTo>
                    <a:cubicBezTo>
                      <a:pt x="122" y="152"/>
                      <a:pt x="122" y="152"/>
                      <a:pt x="122" y="152"/>
                    </a:cubicBezTo>
                    <a:cubicBezTo>
                      <a:pt x="121" y="152"/>
                      <a:pt x="121" y="152"/>
                      <a:pt x="121" y="152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95" y="90"/>
                      <a:pt x="95" y="90"/>
                      <a:pt x="95" y="90"/>
                    </a:cubicBezTo>
                    <a:cubicBezTo>
                      <a:pt x="95" y="71"/>
                      <a:pt x="95" y="71"/>
                      <a:pt x="95" y="71"/>
                    </a:cubicBezTo>
                    <a:cubicBezTo>
                      <a:pt x="28" y="94"/>
                      <a:pt x="28" y="94"/>
                      <a:pt x="28" y="94"/>
                    </a:cubicBezTo>
                    <a:cubicBezTo>
                      <a:pt x="23" y="96"/>
                      <a:pt x="21" y="101"/>
                      <a:pt x="23" y="106"/>
                    </a:cubicBezTo>
                    <a:cubicBezTo>
                      <a:pt x="24" y="107"/>
                      <a:pt x="25" y="109"/>
                      <a:pt x="26" y="110"/>
                    </a:cubicBezTo>
                    <a:cubicBezTo>
                      <a:pt x="26" y="110"/>
                      <a:pt x="26" y="110"/>
                      <a:pt x="26" y="110"/>
                    </a:cubicBezTo>
                    <a:cubicBezTo>
                      <a:pt x="194" y="222"/>
                      <a:pt x="194" y="222"/>
                      <a:pt x="194" y="222"/>
                    </a:cubicBezTo>
                    <a:close/>
                    <a:moveTo>
                      <a:pt x="156" y="50"/>
                    </a:moveTo>
                    <a:cubicBezTo>
                      <a:pt x="197" y="36"/>
                      <a:pt x="197" y="36"/>
                      <a:pt x="197" y="36"/>
                    </a:cubicBezTo>
                    <a:cubicBezTo>
                      <a:pt x="200" y="35"/>
                      <a:pt x="203" y="35"/>
                      <a:pt x="206" y="37"/>
                    </a:cubicBezTo>
                    <a:cubicBezTo>
                      <a:pt x="227" y="50"/>
                      <a:pt x="227" y="50"/>
                      <a:pt x="227" y="50"/>
                    </a:cubicBezTo>
                    <a:cubicBezTo>
                      <a:pt x="218" y="50"/>
                      <a:pt x="218" y="50"/>
                      <a:pt x="218" y="50"/>
                    </a:cubicBezTo>
                    <a:cubicBezTo>
                      <a:pt x="183" y="50"/>
                      <a:pt x="183" y="50"/>
                      <a:pt x="183" y="50"/>
                    </a:cubicBezTo>
                    <a:cubicBezTo>
                      <a:pt x="183" y="50"/>
                      <a:pt x="183" y="50"/>
                      <a:pt x="183" y="50"/>
                    </a:cubicBezTo>
                    <a:cubicBezTo>
                      <a:pt x="156" y="50"/>
                      <a:pt x="156" y="50"/>
                      <a:pt x="156" y="50"/>
                    </a:cubicBezTo>
                    <a:close/>
                    <a:moveTo>
                      <a:pt x="287" y="89"/>
                    </a:moveTo>
                    <a:cubicBezTo>
                      <a:pt x="303" y="100"/>
                      <a:pt x="303" y="100"/>
                      <a:pt x="303" y="100"/>
                    </a:cubicBezTo>
                    <a:cubicBezTo>
                      <a:pt x="303" y="110"/>
                      <a:pt x="303" y="110"/>
                      <a:pt x="303" y="110"/>
                    </a:cubicBezTo>
                    <a:cubicBezTo>
                      <a:pt x="300" y="113"/>
                      <a:pt x="300" y="113"/>
                      <a:pt x="300" y="113"/>
                    </a:cubicBezTo>
                    <a:cubicBezTo>
                      <a:pt x="291" y="113"/>
                      <a:pt x="291" y="113"/>
                      <a:pt x="291" y="113"/>
                    </a:cubicBezTo>
                    <a:cubicBezTo>
                      <a:pt x="254" y="89"/>
                      <a:pt x="254" y="89"/>
                      <a:pt x="254" y="89"/>
                    </a:cubicBezTo>
                    <a:lnTo>
                      <a:pt x="287" y="8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2" name="矩形 51"/>
            <p:cNvSpPr/>
            <p:nvPr>
              <p:custDataLst>
                <p:tags r:id="rId21"/>
              </p:custDataLst>
            </p:nvPr>
          </p:nvSpPr>
          <p:spPr>
            <a:xfrm>
              <a:off x="4615955" y="4490913"/>
              <a:ext cx="10972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改进建议</a:t>
              </a:r>
              <a:endParaRPr lang="zh-CN" sz="1800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2"/>
            </p:custDataLst>
          </p:nvPr>
        </p:nvGrpSpPr>
        <p:grpSpPr>
          <a:xfrm>
            <a:off x="6473644" y="3472458"/>
            <a:ext cx="1097280" cy="1386755"/>
            <a:chOff x="6473644" y="3472458"/>
            <a:chExt cx="1097280" cy="1386755"/>
          </a:xfrm>
        </p:grpSpPr>
        <p:grpSp>
          <p:nvGrpSpPr>
            <p:cNvPr id="42" name="组合 41"/>
            <p:cNvGrpSpPr/>
            <p:nvPr/>
          </p:nvGrpSpPr>
          <p:grpSpPr>
            <a:xfrm>
              <a:off x="6578972" y="3472458"/>
              <a:ext cx="886626" cy="889770"/>
              <a:chOff x="9273544" y="4223570"/>
              <a:chExt cx="886626" cy="889770"/>
            </a:xfrm>
          </p:grpSpPr>
          <p:sp>
            <p:nvSpPr>
              <p:cNvPr id="40" name="Oval 5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9273544" y="4223570"/>
                <a:ext cx="886626" cy="889770"/>
              </a:xfrm>
              <a:prstGeom prst="ellipse">
                <a:avLst/>
              </a:prstGeom>
              <a:solidFill>
                <a:srgbClr val="3E4150"/>
              </a:solidFill>
              <a:ln w="9525">
                <a:noFill/>
                <a:round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12"/>
              <p:cNvSpPr>
                <a:spLocks noEditPoint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9515153" y="4397775"/>
                <a:ext cx="403407" cy="466135"/>
              </a:xfrm>
              <a:custGeom>
                <a:avLst/>
                <a:gdLst>
                  <a:gd name="T0" fmla="*/ 277 w 290"/>
                  <a:gd name="T1" fmla="*/ 310 h 335"/>
                  <a:gd name="T2" fmla="*/ 75 w 290"/>
                  <a:gd name="T3" fmla="*/ 310 h 335"/>
                  <a:gd name="T4" fmla="*/ 109 w 290"/>
                  <a:gd name="T5" fmla="*/ 297 h 335"/>
                  <a:gd name="T6" fmla="*/ 116 w 290"/>
                  <a:gd name="T7" fmla="*/ 291 h 335"/>
                  <a:gd name="T8" fmla="*/ 212 w 290"/>
                  <a:gd name="T9" fmla="*/ 152 h 335"/>
                  <a:gd name="T10" fmla="*/ 213 w 290"/>
                  <a:gd name="T11" fmla="*/ 149 h 335"/>
                  <a:gd name="T12" fmla="*/ 213 w 290"/>
                  <a:gd name="T13" fmla="*/ 149 h 335"/>
                  <a:gd name="T14" fmla="*/ 237 w 290"/>
                  <a:gd name="T15" fmla="*/ 115 h 335"/>
                  <a:gd name="T16" fmla="*/ 220 w 290"/>
                  <a:gd name="T17" fmla="*/ 23 h 335"/>
                  <a:gd name="T18" fmla="*/ 215 w 290"/>
                  <a:gd name="T19" fmla="*/ 20 h 335"/>
                  <a:gd name="T20" fmla="*/ 124 w 290"/>
                  <a:gd name="T21" fmla="*/ 37 h 335"/>
                  <a:gd name="T22" fmla="*/ 100 w 290"/>
                  <a:gd name="T23" fmla="*/ 72 h 335"/>
                  <a:gd name="T24" fmla="*/ 101 w 290"/>
                  <a:gd name="T25" fmla="*/ 72 h 335"/>
                  <a:gd name="T26" fmla="*/ 98 w 290"/>
                  <a:gd name="T27" fmla="*/ 74 h 335"/>
                  <a:gd name="T28" fmla="*/ 3 w 290"/>
                  <a:gd name="T29" fmla="*/ 213 h 335"/>
                  <a:gd name="T30" fmla="*/ 0 w 290"/>
                  <a:gd name="T31" fmla="*/ 222 h 335"/>
                  <a:gd name="T32" fmla="*/ 0 w 290"/>
                  <a:gd name="T33" fmla="*/ 318 h 335"/>
                  <a:gd name="T34" fmla="*/ 4 w 290"/>
                  <a:gd name="T35" fmla="*/ 328 h 335"/>
                  <a:gd name="T36" fmla="*/ 15 w 290"/>
                  <a:gd name="T37" fmla="*/ 335 h 335"/>
                  <a:gd name="T38" fmla="*/ 277 w 290"/>
                  <a:gd name="T39" fmla="*/ 335 h 335"/>
                  <a:gd name="T40" fmla="*/ 290 w 290"/>
                  <a:gd name="T41" fmla="*/ 323 h 335"/>
                  <a:gd name="T42" fmla="*/ 277 w 290"/>
                  <a:gd name="T43" fmla="*/ 310 h 335"/>
                  <a:gd name="T44" fmla="*/ 148 w 290"/>
                  <a:gd name="T45" fmla="*/ 54 h 335"/>
                  <a:gd name="T46" fmla="*/ 199 w 290"/>
                  <a:gd name="T47" fmla="*/ 44 h 335"/>
                  <a:gd name="T48" fmla="*/ 204 w 290"/>
                  <a:gd name="T49" fmla="*/ 47 h 335"/>
                  <a:gd name="T50" fmla="*/ 213 w 290"/>
                  <a:gd name="T51" fmla="*/ 99 h 335"/>
                  <a:gd name="T52" fmla="*/ 196 w 290"/>
                  <a:gd name="T53" fmla="*/ 124 h 335"/>
                  <a:gd name="T54" fmla="*/ 130 w 290"/>
                  <a:gd name="T55" fmla="*/ 79 h 335"/>
                  <a:gd name="T56" fmla="*/ 148 w 290"/>
                  <a:gd name="T57" fmla="*/ 54 h 335"/>
                  <a:gd name="T58" fmla="*/ 30 w 290"/>
                  <a:gd name="T59" fmla="*/ 265 h 335"/>
                  <a:gd name="T60" fmla="*/ 29 w 290"/>
                  <a:gd name="T61" fmla="*/ 266 h 335"/>
                  <a:gd name="T62" fmla="*/ 29 w 290"/>
                  <a:gd name="T63" fmla="*/ 226 h 335"/>
                  <a:gd name="T64" fmla="*/ 114 w 290"/>
                  <a:gd name="T65" fmla="*/ 103 h 335"/>
                  <a:gd name="T66" fmla="*/ 134 w 290"/>
                  <a:gd name="T67" fmla="*/ 117 h 335"/>
                  <a:gd name="T68" fmla="*/ 56 w 290"/>
                  <a:gd name="T69" fmla="*/ 231 h 335"/>
                  <a:gd name="T70" fmla="*/ 60 w 290"/>
                  <a:gd name="T71" fmla="*/ 253 h 335"/>
                  <a:gd name="T72" fmla="*/ 81 w 290"/>
                  <a:gd name="T73" fmla="*/ 249 h 335"/>
                  <a:gd name="T74" fmla="*/ 160 w 290"/>
                  <a:gd name="T75" fmla="*/ 134 h 335"/>
                  <a:gd name="T76" fmla="*/ 180 w 290"/>
                  <a:gd name="T77" fmla="*/ 148 h 335"/>
                  <a:gd name="T78" fmla="*/ 95 w 290"/>
                  <a:gd name="T79" fmla="*/ 271 h 335"/>
                  <a:gd name="T80" fmla="*/ 59 w 290"/>
                  <a:gd name="T81" fmla="*/ 285 h 335"/>
                  <a:gd name="T82" fmla="*/ 30 w 290"/>
                  <a:gd name="T83" fmla="*/ 265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90" h="335">
                    <a:moveTo>
                      <a:pt x="277" y="310"/>
                    </a:moveTo>
                    <a:cubicBezTo>
                      <a:pt x="75" y="310"/>
                      <a:pt x="75" y="310"/>
                      <a:pt x="75" y="310"/>
                    </a:cubicBezTo>
                    <a:cubicBezTo>
                      <a:pt x="109" y="297"/>
                      <a:pt x="109" y="297"/>
                      <a:pt x="109" y="297"/>
                    </a:cubicBezTo>
                    <a:cubicBezTo>
                      <a:pt x="112" y="295"/>
                      <a:pt x="114" y="294"/>
                      <a:pt x="116" y="291"/>
                    </a:cubicBezTo>
                    <a:cubicBezTo>
                      <a:pt x="212" y="152"/>
                      <a:pt x="212" y="152"/>
                      <a:pt x="212" y="152"/>
                    </a:cubicBezTo>
                    <a:cubicBezTo>
                      <a:pt x="212" y="151"/>
                      <a:pt x="213" y="150"/>
                      <a:pt x="213" y="149"/>
                    </a:cubicBezTo>
                    <a:cubicBezTo>
                      <a:pt x="213" y="149"/>
                      <a:pt x="213" y="149"/>
                      <a:pt x="213" y="149"/>
                    </a:cubicBezTo>
                    <a:cubicBezTo>
                      <a:pt x="237" y="115"/>
                      <a:pt x="237" y="115"/>
                      <a:pt x="237" y="115"/>
                    </a:cubicBezTo>
                    <a:cubicBezTo>
                      <a:pt x="258" y="85"/>
                      <a:pt x="250" y="44"/>
                      <a:pt x="220" y="23"/>
                    </a:cubicBezTo>
                    <a:cubicBezTo>
                      <a:pt x="215" y="20"/>
                      <a:pt x="215" y="20"/>
                      <a:pt x="215" y="20"/>
                    </a:cubicBezTo>
                    <a:cubicBezTo>
                      <a:pt x="185" y="0"/>
                      <a:pt x="144" y="7"/>
                      <a:pt x="124" y="37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1" y="72"/>
                      <a:pt x="101" y="72"/>
                      <a:pt x="101" y="72"/>
                    </a:cubicBezTo>
                    <a:cubicBezTo>
                      <a:pt x="100" y="73"/>
                      <a:pt x="99" y="73"/>
                      <a:pt x="98" y="74"/>
                    </a:cubicBezTo>
                    <a:cubicBezTo>
                      <a:pt x="3" y="213"/>
                      <a:pt x="3" y="213"/>
                      <a:pt x="3" y="213"/>
                    </a:cubicBezTo>
                    <a:cubicBezTo>
                      <a:pt x="1" y="216"/>
                      <a:pt x="0" y="219"/>
                      <a:pt x="0" y="222"/>
                    </a:cubicBezTo>
                    <a:cubicBezTo>
                      <a:pt x="0" y="318"/>
                      <a:pt x="0" y="318"/>
                      <a:pt x="0" y="318"/>
                    </a:cubicBezTo>
                    <a:cubicBezTo>
                      <a:pt x="0" y="322"/>
                      <a:pt x="1" y="325"/>
                      <a:pt x="4" y="328"/>
                    </a:cubicBezTo>
                    <a:cubicBezTo>
                      <a:pt x="6" y="332"/>
                      <a:pt x="10" y="335"/>
                      <a:pt x="15" y="335"/>
                    </a:cubicBezTo>
                    <a:cubicBezTo>
                      <a:pt x="277" y="335"/>
                      <a:pt x="277" y="335"/>
                      <a:pt x="277" y="335"/>
                    </a:cubicBezTo>
                    <a:cubicBezTo>
                      <a:pt x="284" y="335"/>
                      <a:pt x="290" y="330"/>
                      <a:pt x="290" y="323"/>
                    </a:cubicBezTo>
                    <a:cubicBezTo>
                      <a:pt x="290" y="316"/>
                      <a:pt x="284" y="310"/>
                      <a:pt x="277" y="310"/>
                    </a:cubicBezTo>
                    <a:close/>
                    <a:moveTo>
                      <a:pt x="148" y="54"/>
                    </a:moveTo>
                    <a:cubicBezTo>
                      <a:pt x="159" y="37"/>
                      <a:pt x="182" y="33"/>
                      <a:pt x="199" y="44"/>
                    </a:cubicBezTo>
                    <a:cubicBezTo>
                      <a:pt x="204" y="47"/>
                      <a:pt x="204" y="47"/>
                      <a:pt x="204" y="47"/>
                    </a:cubicBezTo>
                    <a:cubicBezTo>
                      <a:pt x="220" y="59"/>
                      <a:pt x="225" y="82"/>
                      <a:pt x="213" y="99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130" y="79"/>
                      <a:pt x="130" y="79"/>
                      <a:pt x="130" y="79"/>
                    </a:cubicBezTo>
                    <a:lnTo>
                      <a:pt x="148" y="54"/>
                    </a:lnTo>
                    <a:close/>
                    <a:moveTo>
                      <a:pt x="30" y="265"/>
                    </a:moveTo>
                    <a:cubicBezTo>
                      <a:pt x="29" y="266"/>
                      <a:pt x="29" y="266"/>
                      <a:pt x="29" y="266"/>
                    </a:cubicBezTo>
                    <a:cubicBezTo>
                      <a:pt x="29" y="226"/>
                      <a:pt x="29" y="226"/>
                      <a:pt x="29" y="226"/>
                    </a:cubicBezTo>
                    <a:cubicBezTo>
                      <a:pt x="114" y="103"/>
                      <a:pt x="114" y="103"/>
                      <a:pt x="114" y="103"/>
                    </a:cubicBezTo>
                    <a:cubicBezTo>
                      <a:pt x="134" y="117"/>
                      <a:pt x="134" y="117"/>
                      <a:pt x="134" y="117"/>
                    </a:cubicBezTo>
                    <a:cubicBezTo>
                      <a:pt x="56" y="231"/>
                      <a:pt x="56" y="231"/>
                      <a:pt x="56" y="231"/>
                    </a:cubicBezTo>
                    <a:cubicBezTo>
                      <a:pt x="51" y="238"/>
                      <a:pt x="53" y="248"/>
                      <a:pt x="60" y="253"/>
                    </a:cubicBezTo>
                    <a:cubicBezTo>
                      <a:pt x="67" y="258"/>
                      <a:pt x="76" y="256"/>
                      <a:pt x="81" y="249"/>
                    </a:cubicBezTo>
                    <a:cubicBezTo>
                      <a:pt x="160" y="134"/>
                      <a:pt x="160" y="134"/>
                      <a:pt x="160" y="134"/>
                    </a:cubicBezTo>
                    <a:cubicBezTo>
                      <a:pt x="180" y="148"/>
                      <a:pt x="180" y="148"/>
                      <a:pt x="180" y="148"/>
                    </a:cubicBezTo>
                    <a:cubicBezTo>
                      <a:pt x="95" y="271"/>
                      <a:pt x="95" y="271"/>
                      <a:pt x="95" y="271"/>
                    </a:cubicBezTo>
                    <a:cubicBezTo>
                      <a:pt x="59" y="285"/>
                      <a:pt x="59" y="285"/>
                      <a:pt x="59" y="285"/>
                    </a:cubicBezTo>
                    <a:lnTo>
                      <a:pt x="30" y="265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61" tIns="45731" rIns="91461" bIns="45731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53" name="矩形 52"/>
            <p:cNvSpPr/>
            <p:nvPr>
              <p:custDataLst>
                <p:tags r:id="rId25"/>
              </p:custDataLst>
            </p:nvPr>
          </p:nvSpPr>
          <p:spPr>
            <a:xfrm>
              <a:off x="6473644" y="4490913"/>
              <a:ext cx="10972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zh-CN" kern="100" dirty="0">
                  <a:solidFill>
                    <a:srgbClr val="202A36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项目搭建</a:t>
              </a:r>
              <a:endParaRPr lang="zh-CN" altLang="zh-CN" kern="100" dirty="0">
                <a:solidFill>
                  <a:srgbClr val="202A3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Freeform 7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4940299" y="3686518"/>
            <a:ext cx="506498" cy="426234"/>
          </a:xfrm>
          <a:custGeom>
            <a:avLst/>
            <a:gdLst>
              <a:gd name="T0" fmla="*/ 156 w 192"/>
              <a:gd name="T1" fmla="*/ 17 h 161"/>
              <a:gd name="T2" fmla="*/ 128 w 192"/>
              <a:gd name="T3" fmla="*/ 45 h 161"/>
              <a:gd name="T4" fmla="*/ 64 w 192"/>
              <a:gd name="T5" fmla="*/ 45 h 161"/>
              <a:gd name="T6" fmla="*/ 60 w 192"/>
              <a:gd name="T7" fmla="*/ 29 h 161"/>
              <a:gd name="T8" fmla="*/ 64 w 192"/>
              <a:gd name="T9" fmla="*/ 40 h 161"/>
              <a:gd name="T10" fmla="*/ 70 w 192"/>
              <a:gd name="T11" fmla="*/ 47 h 161"/>
              <a:gd name="T12" fmla="*/ 168 w 192"/>
              <a:gd name="T13" fmla="*/ 109 h 161"/>
              <a:gd name="T14" fmla="*/ 148 w 192"/>
              <a:gd name="T15" fmla="*/ 141 h 161"/>
              <a:gd name="T16" fmla="*/ 168 w 192"/>
              <a:gd name="T17" fmla="*/ 109 h 161"/>
              <a:gd name="T18" fmla="*/ 148 w 192"/>
              <a:gd name="T19" fmla="*/ 81 h 161"/>
              <a:gd name="T20" fmla="*/ 168 w 192"/>
              <a:gd name="T21" fmla="*/ 97 h 161"/>
              <a:gd name="T22" fmla="*/ 136 w 192"/>
              <a:gd name="T23" fmla="*/ 109 h 161"/>
              <a:gd name="T24" fmla="*/ 116 w 192"/>
              <a:gd name="T25" fmla="*/ 141 h 161"/>
              <a:gd name="T26" fmla="*/ 136 w 192"/>
              <a:gd name="T27" fmla="*/ 109 h 161"/>
              <a:gd name="T28" fmla="*/ 116 w 192"/>
              <a:gd name="T29" fmla="*/ 81 h 161"/>
              <a:gd name="T30" fmla="*/ 136 w 192"/>
              <a:gd name="T31" fmla="*/ 97 h 161"/>
              <a:gd name="T32" fmla="*/ 104 w 192"/>
              <a:gd name="T33" fmla="*/ 109 h 161"/>
              <a:gd name="T34" fmla="*/ 84 w 192"/>
              <a:gd name="T35" fmla="*/ 141 h 161"/>
              <a:gd name="T36" fmla="*/ 104 w 192"/>
              <a:gd name="T37" fmla="*/ 109 h 161"/>
              <a:gd name="T38" fmla="*/ 84 w 192"/>
              <a:gd name="T39" fmla="*/ 81 h 161"/>
              <a:gd name="T40" fmla="*/ 104 w 192"/>
              <a:gd name="T41" fmla="*/ 97 h 161"/>
              <a:gd name="T42" fmla="*/ 64 w 192"/>
              <a:gd name="T43" fmla="*/ 25 h 161"/>
              <a:gd name="T44" fmla="*/ 64 w 192"/>
              <a:gd name="T45" fmla="*/ 57 h 161"/>
              <a:gd name="T46" fmla="*/ 64 w 192"/>
              <a:gd name="T47" fmla="*/ 25 h 161"/>
              <a:gd name="T48" fmla="*/ 20 w 192"/>
              <a:gd name="T49" fmla="*/ 109 h 161"/>
              <a:gd name="T50" fmla="*/ 44 w 192"/>
              <a:gd name="T51" fmla="*/ 149 h 161"/>
              <a:gd name="T52" fmla="*/ 40 w 192"/>
              <a:gd name="T53" fmla="*/ 81 h 161"/>
              <a:gd name="T54" fmla="*/ 20 w 192"/>
              <a:gd name="T55" fmla="*/ 97 h 161"/>
              <a:gd name="T56" fmla="*/ 40 w 192"/>
              <a:gd name="T57" fmla="*/ 81 h 161"/>
              <a:gd name="T58" fmla="*/ 72 w 192"/>
              <a:gd name="T59" fmla="*/ 81 h 161"/>
              <a:gd name="T60" fmla="*/ 52 w 192"/>
              <a:gd name="T61" fmla="*/ 97 h 161"/>
              <a:gd name="T62" fmla="*/ 48 w 192"/>
              <a:gd name="T63" fmla="*/ 149 h 161"/>
              <a:gd name="T64" fmla="*/ 72 w 192"/>
              <a:gd name="T65" fmla="*/ 109 h 161"/>
              <a:gd name="T66" fmla="*/ 48 w 192"/>
              <a:gd name="T67" fmla="*/ 149 h 161"/>
              <a:gd name="T68" fmla="*/ 188 w 192"/>
              <a:gd name="T69" fmla="*/ 161 h 161"/>
              <a:gd name="T70" fmla="*/ 4 w 192"/>
              <a:gd name="T71" fmla="*/ 65 h 161"/>
              <a:gd name="T72" fmla="*/ 0 w 192"/>
              <a:gd name="T73" fmla="*/ 61 h 161"/>
              <a:gd name="T74" fmla="*/ 8 w 192"/>
              <a:gd name="T75" fmla="*/ 53 h 161"/>
              <a:gd name="T76" fmla="*/ 123 w 192"/>
              <a:gd name="T77" fmla="*/ 53 h 161"/>
              <a:gd name="T78" fmla="*/ 192 w 192"/>
              <a:gd name="T79" fmla="*/ 53 h 161"/>
              <a:gd name="T80" fmla="*/ 188 w 192"/>
              <a:gd name="T81" fmla="*/ 65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92" h="161">
                <a:moveTo>
                  <a:pt x="95" y="17"/>
                </a:moveTo>
                <a:cubicBezTo>
                  <a:pt x="156" y="17"/>
                  <a:pt x="156" y="17"/>
                  <a:pt x="156" y="17"/>
                </a:cubicBezTo>
                <a:cubicBezTo>
                  <a:pt x="192" y="45"/>
                  <a:pt x="192" y="45"/>
                  <a:pt x="192" y="45"/>
                </a:cubicBezTo>
                <a:cubicBezTo>
                  <a:pt x="128" y="45"/>
                  <a:pt x="128" y="45"/>
                  <a:pt x="128" y="45"/>
                </a:cubicBezTo>
                <a:lnTo>
                  <a:pt x="95" y="17"/>
                </a:lnTo>
                <a:close/>
                <a:moveTo>
                  <a:pt x="64" y="45"/>
                </a:moveTo>
                <a:cubicBezTo>
                  <a:pt x="60" y="45"/>
                  <a:pt x="60" y="45"/>
                  <a:pt x="60" y="45"/>
                </a:cubicBezTo>
                <a:cubicBezTo>
                  <a:pt x="60" y="29"/>
                  <a:pt x="60" y="29"/>
                  <a:pt x="60" y="29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40"/>
                  <a:pt x="64" y="40"/>
                  <a:pt x="64" y="40"/>
                </a:cubicBezTo>
                <a:cubicBezTo>
                  <a:pt x="72" y="44"/>
                  <a:pt x="72" y="44"/>
                  <a:pt x="72" y="44"/>
                </a:cubicBezTo>
                <a:cubicBezTo>
                  <a:pt x="70" y="47"/>
                  <a:pt x="70" y="47"/>
                  <a:pt x="70" y="47"/>
                </a:cubicBezTo>
                <a:lnTo>
                  <a:pt x="64" y="45"/>
                </a:lnTo>
                <a:close/>
                <a:moveTo>
                  <a:pt x="16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8" y="141"/>
                  <a:pt x="148" y="141"/>
                  <a:pt x="148" y="141"/>
                </a:cubicBezTo>
                <a:cubicBezTo>
                  <a:pt x="168" y="141"/>
                  <a:pt x="168" y="141"/>
                  <a:pt x="168" y="141"/>
                </a:cubicBezTo>
                <a:lnTo>
                  <a:pt x="168" y="109"/>
                </a:lnTo>
                <a:close/>
                <a:moveTo>
                  <a:pt x="168" y="81"/>
                </a:moveTo>
                <a:cubicBezTo>
                  <a:pt x="148" y="81"/>
                  <a:pt x="148" y="81"/>
                  <a:pt x="148" y="81"/>
                </a:cubicBezTo>
                <a:cubicBezTo>
                  <a:pt x="148" y="97"/>
                  <a:pt x="148" y="97"/>
                  <a:pt x="148" y="97"/>
                </a:cubicBezTo>
                <a:cubicBezTo>
                  <a:pt x="168" y="97"/>
                  <a:pt x="168" y="97"/>
                  <a:pt x="168" y="97"/>
                </a:cubicBezTo>
                <a:lnTo>
                  <a:pt x="168" y="81"/>
                </a:lnTo>
                <a:close/>
                <a:moveTo>
                  <a:pt x="136" y="109"/>
                </a:moveTo>
                <a:cubicBezTo>
                  <a:pt x="116" y="109"/>
                  <a:pt x="116" y="109"/>
                  <a:pt x="116" y="109"/>
                </a:cubicBezTo>
                <a:cubicBezTo>
                  <a:pt x="116" y="141"/>
                  <a:pt x="116" y="141"/>
                  <a:pt x="116" y="141"/>
                </a:cubicBezTo>
                <a:cubicBezTo>
                  <a:pt x="136" y="141"/>
                  <a:pt x="136" y="141"/>
                  <a:pt x="136" y="141"/>
                </a:cubicBezTo>
                <a:lnTo>
                  <a:pt x="136" y="109"/>
                </a:lnTo>
                <a:close/>
                <a:moveTo>
                  <a:pt x="136" y="81"/>
                </a:moveTo>
                <a:cubicBezTo>
                  <a:pt x="116" y="81"/>
                  <a:pt x="116" y="81"/>
                  <a:pt x="116" y="81"/>
                </a:cubicBezTo>
                <a:cubicBezTo>
                  <a:pt x="116" y="97"/>
                  <a:pt x="116" y="97"/>
                  <a:pt x="116" y="97"/>
                </a:cubicBezTo>
                <a:cubicBezTo>
                  <a:pt x="136" y="97"/>
                  <a:pt x="136" y="97"/>
                  <a:pt x="136" y="97"/>
                </a:cubicBezTo>
                <a:lnTo>
                  <a:pt x="136" y="81"/>
                </a:lnTo>
                <a:close/>
                <a:moveTo>
                  <a:pt x="104" y="109"/>
                </a:moveTo>
                <a:cubicBezTo>
                  <a:pt x="84" y="109"/>
                  <a:pt x="84" y="109"/>
                  <a:pt x="84" y="109"/>
                </a:cubicBezTo>
                <a:cubicBezTo>
                  <a:pt x="84" y="141"/>
                  <a:pt x="84" y="141"/>
                  <a:pt x="84" y="141"/>
                </a:cubicBezTo>
                <a:cubicBezTo>
                  <a:pt x="104" y="141"/>
                  <a:pt x="104" y="141"/>
                  <a:pt x="104" y="141"/>
                </a:cubicBezTo>
                <a:lnTo>
                  <a:pt x="104" y="109"/>
                </a:lnTo>
                <a:close/>
                <a:moveTo>
                  <a:pt x="104" y="81"/>
                </a:moveTo>
                <a:cubicBezTo>
                  <a:pt x="84" y="81"/>
                  <a:pt x="84" y="81"/>
                  <a:pt x="84" y="81"/>
                </a:cubicBezTo>
                <a:cubicBezTo>
                  <a:pt x="84" y="97"/>
                  <a:pt x="84" y="97"/>
                  <a:pt x="84" y="97"/>
                </a:cubicBezTo>
                <a:cubicBezTo>
                  <a:pt x="104" y="97"/>
                  <a:pt x="104" y="97"/>
                  <a:pt x="104" y="97"/>
                </a:cubicBezTo>
                <a:lnTo>
                  <a:pt x="104" y="81"/>
                </a:lnTo>
                <a:close/>
                <a:moveTo>
                  <a:pt x="64" y="25"/>
                </a:moveTo>
                <a:cubicBezTo>
                  <a:pt x="55" y="25"/>
                  <a:pt x="48" y="32"/>
                  <a:pt x="48" y="41"/>
                </a:cubicBezTo>
                <a:cubicBezTo>
                  <a:pt x="48" y="49"/>
                  <a:pt x="55" y="57"/>
                  <a:pt x="64" y="57"/>
                </a:cubicBezTo>
                <a:cubicBezTo>
                  <a:pt x="72" y="57"/>
                  <a:pt x="80" y="49"/>
                  <a:pt x="80" y="41"/>
                </a:cubicBezTo>
                <a:cubicBezTo>
                  <a:pt x="80" y="32"/>
                  <a:pt x="72" y="25"/>
                  <a:pt x="64" y="25"/>
                </a:cubicBezTo>
                <a:close/>
                <a:moveTo>
                  <a:pt x="44" y="109"/>
                </a:moveTo>
                <a:cubicBezTo>
                  <a:pt x="20" y="109"/>
                  <a:pt x="20" y="109"/>
                  <a:pt x="20" y="109"/>
                </a:cubicBezTo>
                <a:cubicBezTo>
                  <a:pt x="20" y="149"/>
                  <a:pt x="20" y="149"/>
                  <a:pt x="20" y="149"/>
                </a:cubicBezTo>
                <a:cubicBezTo>
                  <a:pt x="44" y="149"/>
                  <a:pt x="44" y="149"/>
                  <a:pt x="44" y="149"/>
                </a:cubicBezTo>
                <a:lnTo>
                  <a:pt x="44" y="109"/>
                </a:lnTo>
                <a:close/>
                <a:moveTo>
                  <a:pt x="40" y="81"/>
                </a:moveTo>
                <a:cubicBezTo>
                  <a:pt x="20" y="81"/>
                  <a:pt x="20" y="81"/>
                  <a:pt x="20" y="81"/>
                </a:cubicBezTo>
                <a:cubicBezTo>
                  <a:pt x="20" y="97"/>
                  <a:pt x="20" y="97"/>
                  <a:pt x="20" y="97"/>
                </a:cubicBezTo>
                <a:cubicBezTo>
                  <a:pt x="40" y="97"/>
                  <a:pt x="40" y="97"/>
                  <a:pt x="40" y="97"/>
                </a:cubicBezTo>
                <a:lnTo>
                  <a:pt x="40" y="81"/>
                </a:lnTo>
                <a:close/>
                <a:moveTo>
                  <a:pt x="72" y="97"/>
                </a:moveTo>
                <a:cubicBezTo>
                  <a:pt x="72" y="81"/>
                  <a:pt x="72" y="81"/>
                  <a:pt x="72" y="81"/>
                </a:cubicBezTo>
                <a:cubicBezTo>
                  <a:pt x="52" y="81"/>
                  <a:pt x="52" y="81"/>
                  <a:pt x="52" y="81"/>
                </a:cubicBezTo>
                <a:cubicBezTo>
                  <a:pt x="52" y="97"/>
                  <a:pt x="52" y="97"/>
                  <a:pt x="52" y="97"/>
                </a:cubicBezTo>
                <a:lnTo>
                  <a:pt x="72" y="97"/>
                </a:lnTo>
                <a:close/>
                <a:moveTo>
                  <a:pt x="48" y="149"/>
                </a:moveTo>
                <a:cubicBezTo>
                  <a:pt x="72" y="149"/>
                  <a:pt x="72" y="149"/>
                  <a:pt x="72" y="149"/>
                </a:cubicBezTo>
                <a:cubicBezTo>
                  <a:pt x="72" y="109"/>
                  <a:pt x="72" y="109"/>
                  <a:pt x="72" y="109"/>
                </a:cubicBezTo>
                <a:cubicBezTo>
                  <a:pt x="48" y="109"/>
                  <a:pt x="48" y="109"/>
                  <a:pt x="48" y="109"/>
                </a:cubicBezTo>
                <a:lnTo>
                  <a:pt x="48" y="149"/>
                </a:lnTo>
                <a:close/>
                <a:moveTo>
                  <a:pt x="188" y="65"/>
                </a:moveTo>
                <a:cubicBezTo>
                  <a:pt x="188" y="161"/>
                  <a:pt x="188" y="161"/>
                  <a:pt x="188" y="161"/>
                </a:cubicBezTo>
                <a:cubicBezTo>
                  <a:pt x="4" y="161"/>
                  <a:pt x="4" y="161"/>
                  <a:pt x="4" y="161"/>
                </a:cubicBezTo>
                <a:cubicBezTo>
                  <a:pt x="4" y="65"/>
                  <a:pt x="4" y="65"/>
                  <a:pt x="4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53"/>
                  <a:pt x="0" y="53"/>
                  <a:pt x="0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26" y="37"/>
                  <a:pt x="63" y="2"/>
                  <a:pt x="63" y="1"/>
                </a:cubicBezTo>
                <a:cubicBezTo>
                  <a:pt x="63" y="0"/>
                  <a:pt x="104" y="36"/>
                  <a:pt x="123" y="53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92" y="53"/>
                  <a:pt x="192" y="53"/>
                  <a:pt x="192" y="53"/>
                </a:cubicBezTo>
                <a:cubicBezTo>
                  <a:pt x="192" y="65"/>
                  <a:pt x="192" y="65"/>
                  <a:pt x="192" y="65"/>
                </a:cubicBezTo>
                <a:lnTo>
                  <a:pt x="188" y="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61" tIns="45731" rIns="91461" bIns="45731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 advTm="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27" name="矩形 26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414673" y="178263"/>
            <a:ext cx="10718800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4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选题背景：</a:t>
            </a:r>
            <a:r>
              <a:rPr lang="en-US" altLang="zh-CN" sz="34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OpenHarmony</a:t>
            </a:r>
            <a:r>
              <a:rPr lang="zh-CN" altLang="en-US" sz="34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生态的安全挑战与分析需求</a:t>
            </a:r>
            <a:endParaRPr lang="zh-CN" altLang="en-US" sz="34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684906" y="1810308"/>
            <a:ext cx="4534637" cy="1060450"/>
            <a:chOff x="6684906" y="1810308"/>
            <a:chExt cx="4534637" cy="1060450"/>
          </a:xfrm>
        </p:grpSpPr>
        <p:grpSp>
          <p:nvGrpSpPr>
            <p:cNvPr id="7" name="组合 6"/>
            <p:cNvGrpSpPr/>
            <p:nvPr/>
          </p:nvGrpSpPr>
          <p:grpSpPr>
            <a:xfrm>
              <a:off x="6684906" y="1821237"/>
              <a:ext cx="750354" cy="750354"/>
              <a:chOff x="7120334" y="1882616"/>
              <a:chExt cx="750354" cy="750354"/>
            </a:xfrm>
          </p:grpSpPr>
          <p:sp>
            <p:nvSpPr>
              <p:cNvPr id="8" name="椭圆 7"/>
              <p:cNvSpPr/>
              <p:nvPr>
                <p:custDataLst>
                  <p:tags r:id="rId2"/>
                </p:custDataLst>
              </p:nvPr>
            </p:nvSpPr>
            <p:spPr>
              <a:xfrm>
                <a:off x="7120334" y="1882616"/>
                <a:ext cx="750354" cy="750354"/>
              </a:xfrm>
              <a:prstGeom prst="ellipse">
                <a:avLst/>
              </a:prstGeom>
              <a:solidFill>
                <a:srgbClr val="C00102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>
                <p:custDataLst>
                  <p:tags r:id="rId3"/>
                </p:custDataLst>
              </p:nvPr>
            </p:nvSpPr>
            <p:spPr>
              <a:xfrm>
                <a:off x="7196388" y="1996183"/>
                <a:ext cx="6046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  <a:endParaRPr lang="zh-CN" altLang="en-US" sz="28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1" name="矩形 30"/>
            <p:cNvSpPr/>
            <p:nvPr>
              <p:custDataLst>
                <p:tags r:id="rId4"/>
              </p:custDataLst>
            </p:nvPr>
          </p:nvSpPr>
          <p:spPr>
            <a:xfrm>
              <a:off x="7649858" y="1810308"/>
              <a:ext cx="3569685" cy="106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生态快速扩张：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市场份额达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19%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亿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+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设备部署，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1.5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万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+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原生应用，安全覆盖面临巨大挑战。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6684906" y="2922018"/>
            <a:ext cx="4534637" cy="1060450"/>
            <a:chOff x="6684906" y="2922018"/>
            <a:chExt cx="4534637" cy="1060450"/>
          </a:xfrm>
        </p:grpSpPr>
        <p:grpSp>
          <p:nvGrpSpPr>
            <p:cNvPr id="10" name="组合 9"/>
            <p:cNvGrpSpPr/>
            <p:nvPr/>
          </p:nvGrpSpPr>
          <p:grpSpPr>
            <a:xfrm>
              <a:off x="6684906" y="2930242"/>
              <a:ext cx="750354" cy="750354"/>
              <a:chOff x="7120334" y="2991621"/>
              <a:chExt cx="750354" cy="750354"/>
            </a:xfrm>
          </p:grpSpPr>
          <p:sp>
            <p:nvSpPr>
              <p:cNvPr id="11" name="椭圆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7120334" y="2991621"/>
                <a:ext cx="750354" cy="750354"/>
              </a:xfrm>
              <a:prstGeom prst="ellipse">
                <a:avLst/>
              </a:prstGeom>
              <a:solidFill>
                <a:srgbClr val="C00102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7196388" y="3105188"/>
                <a:ext cx="6046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lang="zh-CN" altLang="en-US" sz="28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3" name="矩形 32"/>
            <p:cNvSpPr/>
            <p:nvPr>
              <p:custDataLst>
                <p:tags r:id="rId8"/>
              </p:custDataLst>
            </p:nvPr>
          </p:nvSpPr>
          <p:spPr>
            <a:xfrm>
              <a:off x="7649858" y="2922018"/>
              <a:ext cx="3569685" cy="106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隐私风险突出：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海量应用处理位置、设备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ID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等敏感数据，缺乏针对性分析极易导致隐私泄露。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6684906" y="4017920"/>
            <a:ext cx="4534637" cy="1060450"/>
            <a:chOff x="6684906" y="4017920"/>
            <a:chExt cx="4534637" cy="1060450"/>
          </a:xfrm>
        </p:grpSpPr>
        <p:grpSp>
          <p:nvGrpSpPr>
            <p:cNvPr id="13" name="组合 12"/>
            <p:cNvGrpSpPr/>
            <p:nvPr/>
          </p:nvGrpSpPr>
          <p:grpSpPr>
            <a:xfrm>
              <a:off x="6684906" y="4039211"/>
              <a:ext cx="750354" cy="750354"/>
              <a:chOff x="7120334" y="4100590"/>
              <a:chExt cx="750354" cy="750354"/>
            </a:xfrm>
          </p:grpSpPr>
          <p:sp>
            <p:nvSpPr>
              <p:cNvPr id="14" name="椭圆 13"/>
              <p:cNvSpPr/>
              <p:nvPr>
                <p:custDataLst>
                  <p:tags r:id="rId10"/>
                </p:custDataLst>
              </p:nvPr>
            </p:nvSpPr>
            <p:spPr>
              <a:xfrm>
                <a:off x="7120334" y="4100590"/>
                <a:ext cx="750354" cy="750354"/>
              </a:xfrm>
              <a:prstGeom prst="ellipse">
                <a:avLst/>
              </a:prstGeom>
              <a:solidFill>
                <a:srgbClr val="C00102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>
                <p:custDataLst>
                  <p:tags r:id="rId11"/>
                </p:custDataLst>
              </p:nvPr>
            </p:nvSpPr>
            <p:spPr>
              <a:xfrm>
                <a:off x="7196388" y="4214157"/>
                <a:ext cx="6046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03</a:t>
                </a:r>
                <a:endParaRPr lang="zh-CN" altLang="en-US" sz="28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4" name="矩形 33"/>
            <p:cNvSpPr/>
            <p:nvPr>
              <p:custDataLst>
                <p:tags r:id="rId12"/>
              </p:custDataLst>
            </p:nvPr>
          </p:nvSpPr>
          <p:spPr>
            <a:xfrm>
              <a:off x="7649858" y="4017920"/>
              <a:ext cx="3569685" cy="106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技术适配难题：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ArkTS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声明式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UI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与动态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API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特性，导致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Android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成熟工具（如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FlowDroid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）无法直接复用。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3"/>
            </p:custDataLst>
          </p:nvPr>
        </p:nvGrpSpPr>
        <p:grpSpPr>
          <a:xfrm>
            <a:off x="6684906" y="5133357"/>
            <a:ext cx="4534637" cy="1060450"/>
            <a:chOff x="6684906" y="5133357"/>
            <a:chExt cx="4534637" cy="1060450"/>
          </a:xfrm>
        </p:grpSpPr>
        <p:grpSp>
          <p:nvGrpSpPr>
            <p:cNvPr id="16" name="组合 15"/>
            <p:cNvGrpSpPr/>
            <p:nvPr/>
          </p:nvGrpSpPr>
          <p:grpSpPr>
            <a:xfrm>
              <a:off x="6684906" y="5148180"/>
              <a:ext cx="750354" cy="750354"/>
              <a:chOff x="7120334" y="5209559"/>
              <a:chExt cx="750354" cy="750354"/>
            </a:xfrm>
          </p:grpSpPr>
          <p:sp>
            <p:nvSpPr>
              <p:cNvPr id="17" name="椭圆 16"/>
              <p:cNvSpPr/>
              <p:nvPr>
                <p:custDataLst>
                  <p:tags r:id="rId14"/>
                </p:custDataLst>
              </p:nvPr>
            </p:nvSpPr>
            <p:spPr>
              <a:xfrm>
                <a:off x="7120334" y="5209559"/>
                <a:ext cx="750354" cy="750354"/>
              </a:xfrm>
              <a:prstGeom prst="ellipse">
                <a:avLst/>
              </a:prstGeom>
              <a:solidFill>
                <a:srgbClr val="C00102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>
                <p:custDataLst>
                  <p:tags r:id="rId15"/>
                </p:custDataLst>
              </p:nvPr>
            </p:nvSpPr>
            <p:spPr>
              <a:xfrm>
                <a:off x="7196388" y="5323126"/>
                <a:ext cx="6046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04</a:t>
                </a:r>
                <a:endParaRPr lang="zh-CN" altLang="en-US" sz="28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5" name="矩形 34"/>
            <p:cNvSpPr/>
            <p:nvPr>
              <p:custDataLst>
                <p:tags r:id="rId16"/>
              </p:custDataLst>
            </p:nvPr>
          </p:nvSpPr>
          <p:spPr>
            <a:xfrm>
              <a:off x="7649858" y="5133357"/>
              <a:ext cx="3569685" cy="106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分析框架缺失：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生态缺乏专用污点分析框架，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HapFlow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虽已出现，但仍需持续优化以应对复杂场景。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6654" y="1661059"/>
            <a:ext cx="5048718" cy="4336045"/>
            <a:chOff x="916654" y="1661059"/>
            <a:chExt cx="5048718" cy="4336045"/>
          </a:xfrm>
        </p:grpSpPr>
        <p:grpSp>
          <p:nvGrpSpPr>
            <p:cNvPr id="37" name="组合 36"/>
            <p:cNvGrpSpPr/>
            <p:nvPr/>
          </p:nvGrpSpPr>
          <p:grpSpPr>
            <a:xfrm>
              <a:off x="916654" y="1661059"/>
              <a:ext cx="5048718" cy="4336045"/>
              <a:chOff x="931168" y="1615381"/>
              <a:chExt cx="5268536" cy="452483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931168" y="1615381"/>
                <a:ext cx="4447544" cy="3024027"/>
              </a:xfrm>
              <a:prstGeom prst="rect">
                <a:avLst/>
              </a:prstGeom>
              <a:noFill/>
              <a:ln w="22225">
                <a:solidFill>
                  <a:srgbClr val="3E41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507083" y="4720534"/>
                <a:ext cx="1692621" cy="1419681"/>
              </a:xfrm>
              <a:prstGeom prst="rect">
                <a:avLst/>
              </a:prstGeom>
              <a:noFill/>
              <a:ln w="22225">
                <a:solidFill>
                  <a:srgbClr val="3E41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054420" y="4558199"/>
                <a:ext cx="5012266" cy="1359753"/>
              </a:xfrm>
              <a:prstGeom prst="rect">
                <a:avLst/>
              </a:prstGeom>
              <a:solidFill>
                <a:srgbClr val="3E41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1034129" y="4600474"/>
              <a:ext cx="4804410" cy="1198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HapFlow: The Taint Analysis Framework for OpenHarmony Apps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痛点：生态爆发式增长下的安全防御短板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8"/>
          <a:srcRect r="5461" b="4645"/>
          <a:stretch>
            <a:fillRect/>
          </a:stretch>
        </p:blipFill>
        <p:spPr>
          <a:xfrm>
            <a:off x="559435" y="1821180"/>
            <a:ext cx="5302250" cy="2439035"/>
          </a:xfrm>
          <a:prstGeom prst="rect">
            <a:avLst/>
          </a:prstGeom>
        </p:spPr>
      </p:pic>
    </p:spTree>
  </p:cSld>
  <p:clrMapOvr>
    <a:masterClrMapping/>
  </p:clrMapOvr>
  <p:transition spd="slow" advTm="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研究意义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3966943" y="1604324"/>
            <a:ext cx="2855913" cy="773112"/>
            <a:chOff x="3952875" y="1970088"/>
            <a:chExt cx="2855913" cy="773112"/>
          </a:xfrm>
          <a:solidFill>
            <a:srgbClr val="3E4150"/>
          </a:solidFill>
        </p:grpSpPr>
        <p:sp>
          <p:nvSpPr>
            <p:cNvPr id="15" name="圆角矩形 14"/>
            <p:cNvSpPr/>
            <p:nvPr>
              <p:custDataLst>
                <p:tags r:id="rId2"/>
              </p:custDataLst>
            </p:nvPr>
          </p:nvSpPr>
          <p:spPr>
            <a:xfrm>
              <a:off x="3952875" y="1970088"/>
              <a:ext cx="2855913" cy="7731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4211280" y="2125811"/>
              <a:ext cx="1402080" cy="460375"/>
            </a:xfrm>
            <a:prstGeom prst="rect">
              <a:avLst/>
            </a:prstGeom>
            <a:grpFill/>
            <a:effectLst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理论意义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3966943" y="3385499"/>
            <a:ext cx="2855913" cy="774700"/>
            <a:chOff x="3952875" y="3751263"/>
            <a:chExt cx="2855913" cy="774700"/>
          </a:xfrm>
          <a:solidFill>
            <a:srgbClr val="3E4150"/>
          </a:solidFill>
        </p:grpSpPr>
        <p:sp>
          <p:nvSpPr>
            <p:cNvPr id="18" name="圆角矩形 17"/>
            <p:cNvSpPr/>
            <p:nvPr>
              <p:custDataLst>
                <p:tags r:id="rId5"/>
              </p:custDataLst>
            </p:nvPr>
          </p:nvSpPr>
          <p:spPr>
            <a:xfrm>
              <a:off x="3952875" y="3751263"/>
              <a:ext cx="2855913" cy="7747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9" name="文本框 18"/>
            <p:cNvSpPr txBox="1"/>
            <p:nvPr>
              <p:custDataLst>
                <p:tags r:id="rId6"/>
              </p:custDataLst>
            </p:nvPr>
          </p:nvSpPr>
          <p:spPr>
            <a:xfrm>
              <a:off x="4211280" y="3903017"/>
              <a:ext cx="1402080" cy="460375"/>
            </a:xfrm>
            <a:prstGeom prst="rect">
              <a:avLst/>
            </a:prstGeom>
            <a:grp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/>
              <a:r>
                <a:rPr lang="zh-CN" altLang="en-US" dirty="0"/>
                <a:t>工程意义</a:t>
              </a:r>
              <a:endParaRPr lang="zh-CN" altLang="en-US" dirty="0"/>
            </a:p>
          </p:txBody>
        </p:sp>
      </p:grp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3966943" y="5166674"/>
            <a:ext cx="2855913" cy="774700"/>
            <a:chOff x="3952875" y="5532438"/>
            <a:chExt cx="2855913" cy="774700"/>
          </a:xfrm>
          <a:solidFill>
            <a:srgbClr val="3E4150"/>
          </a:solidFill>
        </p:grpSpPr>
        <p:sp>
          <p:nvSpPr>
            <p:cNvPr id="21" name="圆角矩形 20"/>
            <p:cNvSpPr/>
            <p:nvPr>
              <p:custDataLst>
                <p:tags r:id="rId8"/>
              </p:custDataLst>
            </p:nvPr>
          </p:nvSpPr>
          <p:spPr>
            <a:xfrm>
              <a:off x="3952875" y="5532438"/>
              <a:ext cx="2855913" cy="7747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22" name="文本框 21"/>
            <p:cNvSpPr txBox="1"/>
            <p:nvPr>
              <p:custDataLst>
                <p:tags r:id="rId9"/>
              </p:custDataLst>
            </p:nvPr>
          </p:nvSpPr>
          <p:spPr>
            <a:xfrm>
              <a:off x="4211280" y="5711179"/>
              <a:ext cx="1402080" cy="460375"/>
            </a:xfrm>
            <a:prstGeom prst="rect">
              <a:avLst/>
            </a:prstGeom>
            <a:grpFill/>
            <a:effectLst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/>
              <a:r>
                <a:rPr lang="zh-CN" altLang="en-US" dirty="0"/>
                <a:t>实践意义</a:t>
              </a:r>
              <a:endParaRPr lang="zh-CN" altLang="en-US" dirty="0"/>
            </a:p>
          </p:txBody>
        </p:sp>
      </p:grp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7239000" y="1419225"/>
            <a:ext cx="4398010" cy="143383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全球首个针对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OpenHarmony + ArkTS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的静态污点分析框架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创新提出：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LLM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Source/Sink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识别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+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声明式生命周期建模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+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闭包感知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IFDS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1"/>
            </p:custDataLst>
          </p:nvPr>
        </p:nvSpPr>
        <p:spPr>
          <a:xfrm>
            <a:off x="7239000" y="3258820"/>
            <a:ext cx="4384675" cy="120142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HapFlow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现有局限，提升工具在复杂场景下的检测准确性与效率，为开发者提供更可靠的安全检测工具。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12"/>
            </p:custDataLst>
          </p:nvPr>
        </p:nvSpPr>
        <p:spPr>
          <a:xfrm>
            <a:off x="7205980" y="4973955"/>
            <a:ext cx="4431030" cy="109347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契合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OpenHarmony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生态安全需求，助力开发者合规开发，推动分布式应用安全标准完善，保障亿级设备用户的隐私安全。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69756" y="2675886"/>
            <a:ext cx="2193925" cy="2193925"/>
            <a:chOff x="1069756" y="2675886"/>
            <a:chExt cx="2193925" cy="2193925"/>
          </a:xfrm>
        </p:grpSpPr>
        <p:sp>
          <p:nvSpPr>
            <p:cNvPr id="13" name="椭圆 12"/>
            <p:cNvSpPr/>
            <p:nvPr/>
          </p:nvSpPr>
          <p:spPr>
            <a:xfrm>
              <a:off x="1069756" y="2675886"/>
              <a:ext cx="2193925" cy="2193925"/>
            </a:xfrm>
            <a:prstGeom prst="ellipse">
              <a:avLst/>
            </a:prstGeom>
            <a:solidFill>
              <a:srgbClr val="C001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59022" y="3967466"/>
              <a:ext cx="1415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研究意义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30352" y="3133454"/>
              <a:ext cx="672731" cy="672731"/>
            </a:xfrm>
            <a:prstGeom prst="rect">
              <a:avLst/>
            </a:prstGeom>
          </p:spPr>
        </p:pic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</p:spTree>
  </p:cSld>
  <p:clrMapOvr>
    <a:masterClrMapping/>
  </p:clrMapOvr>
  <p:transition spd="slow" advTm="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1097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150651" y="1371279"/>
            <a:ext cx="2540" cy="444182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 rot="5400000">
            <a:off x="3895189" y="640076"/>
            <a:ext cx="0" cy="147637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 flipV="1">
            <a:off x="2343884" y="3515356"/>
            <a:ext cx="1712595" cy="1016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2"/>
            </p:custDataLst>
          </p:nvPr>
        </p:nvCxnSpPr>
        <p:spPr>
          <a:xfrm flipH="1" flipV="1">
            <a:off x="3156366" y="5819454"/>
            <a:ext cx="881380" cy="444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3"/>
            </p:custDataLst>
          </p:nvPr>
        </p:nvGrpSpPr>
        <p:grpSpPr>
          <a:xfrm>
            <a:off x="3564890" y="1003300"/>
            <a:ext cx="1768475" cy="772795"/>
            <a:chOff x="3952875" y="1970088"/>
            <a:chExt cx="2855913" cy="773112"/>
          </a:xfrm>
          <a:solidFill>
            <a:srgbClr val="3E4150"/>
          </a:solidFill>
        </p:grpSpPr>
        <p:sp>
          <p:nvSpPr>
            <p:cNvPr id="15" name="圆角矩形 14"/>
            <p:cNvSpPr/>
            <p:nvPr>
              <p:custDataLst>
                <p:tags r:id="rId4"/>
              </p:custDataLst>
            </p:nvPr>
          </p:nvSpPr>
          <p:spPr>
            <a:xfrm>
              <a:off x="3952875" y="1970088"/>
              <a:ext cx="2855913" cy="7731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4211292" y="2125727"/>
              <a:ext cx="2422142" cy="460564"/>
            </a:xfrm>
            <a:prstGeom prst="rect">
              <a:avLst/>
            </a:prstGeom>
            <a:grpFill/>
            <a:effectLst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工具定位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6"/>
            </p:custDataLst>
          </p:nvPr>
        </p:nvGrpSpPr>
        <p:grpSpPr>
          <a:xfrm>
            <a:off x="3564255" y="3133090"/>
            <a:ext cx="1769110" cy="774700"/>
            <a:chOff x="3952875" y="3751263"/>
            <a:chExt cx="2855913" cy="774700"/>
          </a:xfrm>
          <a:solidFill>
            <a:srgbClr val="3E4150"/>
          </a:solidFill>
        </p:grpSpPr>
        <p:sp>
          <p:nvSpPr>
            <p:cNvPr id="18" name="圆角矩形 17"/>
            <p:cNvSpPr/>
            <p:nvPr>
              <p:custDataLst>
                <p:tags r:id="rId7"/>
              </p:custDataLst>
            </p:nvPr>
          </p:nvSpPr>
          <p:spPr>
            <a:xfrm>
              <a:off x="3952875" y="3751263"/>
              <a:ext cx="2855913" cy="7747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9" name="文本框 18"/>
            <p:cNvSpPr txBox="1"/>
            <p:nvPr>
              <p:custDataLst>
                <p:tags r:id="rId8"/>
              </p:custDataLst>
            </p:nvPr>
          </p:nvSpPr>
          <p:spPr>
            <a:xfrm>
              <a:off x="4211199" y="3903028"/>
              <a:ext cx="2421273" cy="460375"/>
            </a:xfrm>
            <a:prstGeom prst="rect">
              <a:avLst/>
            </a:prstGeom>
            <a:grp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/>
              <a:r>
                <a:rPr lang="zh-CN" altLang="en-US" dirty="0"/>
                <a:t>核心特性</a:t>
              </a:r>
              <a:endParaRPr lang="zh-CN" altLang="en-US" dirty="0"/>
            </a:p>
          </p:txBody>
        </p:sp>
      </p:grp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3564890" y="5421630"/>
            <a:ext cx="1768475" cy="774700"/>
            <a:chOff x="3952875" y="5532438"/>
            <a:chExt cx="2855913" cy="774700"/>
          </a:xfrm>
          <a:solidFill>
            <a:srgbClr val="3E4150"/>
          </a:solidFill>
        </p:grpSpPr>
        <p:sp>
          <p:nvSpPr>
            <p:cNvPr id="21" name="圆角矩形 20"/>
            <p:cNvSpPr/>
            <p:nvPr>
              <p:custDataLst>
                <p:tags r:id="rId10"/>
              </p:custDataLst>
            </p:nvPr>
          </p:nvSpPr>
          <p:spPr>
            <a:xfrm>
              <a:off x="3952875" y="5532438"/>
              <a:ext cx="2855913" cy="7747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22" name="文本框 21"/>
            <p:cNvSpPr txBox="1"/>
            <p:nvPr>
              <p:custDataLst>
                <p:tags r:id="rId11"/>
              </p:custDataLst>
            </p:nvPr>
          </p:nvSpPr>
          <p:spPr>
            <a:xfrm>
              <a:off x="4211292" y="5710873"/>
              <a:ext cx="2422142" cy="460375"/>
            </a:xfrm>
            <a:prstGeom prst="rect">
              <a:avLst/>
            </a:prstGeom>
            <a:grp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/>
              <a:r>
                <a:rPr lang="zh-CN" altLang="en-US" dirty="0"/>
                <a:t>性能优势</a:t>
              </a:r>
              <a:endParaRPr lang="zh-CN" altLang="en-US" dirty="0"/>
            </a:p>
          </p:txBody>
        </p:sp>
      </p:grpSp>
      <p:sp>
        <p:nvSpPr>
          <p:cNvPr id="27" name="矩形 26"/>
          <p:cNvSpPr/>
          <p:nvPr>
            <p:custDataLst>
              <p:tags r:id="rId12"/>
            </p:custDataLst>
          </p:nvPr>
        </p:nvSpPr>
        <p:spPr>
          <a:xfrm>
            <a:off x="5489575" y="916305"/>
            <a:ext cx="5883910" cy="82867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首款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专为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OpenHarmony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应用设计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的静态污点分析框架，是本项目的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核心分析工具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>
            <p:custDataLst>
              <p:tags r:id="rId13"/>
            </p:custDataLst>
          </p:nvPr>
        </p:nvSpPr>
        <p:spPr>
          <a:xfrm>
            <a:off x="5489575" y="1821815"/>
            <a:ext cx="6044565" cy="290703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HarmonyMain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建模：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创新性地构建虚拟入口函数，完美适配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Stage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模型下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UIAbility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的生命周期和组件间通信，确保分析覆盖应用启动到数据流转的完整链路。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ArkTS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特性支持：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针对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ArkTS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语言的闭包、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Promise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链式调用等异步编程特性进行深度优化，能够精准追踪跨函数、跨回调的数据流传播。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专属源汇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规则：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内置覆盖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OpenHarmony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核心敏感操作的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规则库，包括定位、网络、存储等，可直接应用于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ohos-weather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14"/>
            </p:custDataLst>
          </p:nvPr>
        </p:nvSpPr>
        <p:spPr>
          <a:xfrm>
            <a:off x="5488940" y="5357495"/>
            <a:ext cx="5885180" cy="84836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在官方基准测试集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HapBench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上实现了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96.15%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的精准率和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94.34%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的召回率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，分析效率高，能有效降低误报和漏报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1715989" y="1522726"/>
            <a:ext cx="5123815" cy="4087495"/>
            <a:chOff x="-1715989" y="1491611"/>
            <a:chExt cx="5123815" cy="4087495"/>
          </a:xfrm>
        </p:grpSpPr>
        <p:sp>
          <p:nvSpPr>
            <p:cNvPr id="13" name="椭圆 12"/>
            <p:cNvSpPr/>
            <p:nvPr/>
          </p:nvSpPr>
          <p:spPr>
            <a:xfrm>
              <a:off x="-1715989" y="1491611"/>
              <a:ext cx="4271645" cy="4087495"/>
            </a:xfrm>
            <a:prstGeom prst="ellipse">
              <a:avLst/>
            </a:prstGeom>
            <a:solidFill>
              <a:srgbClr val="C001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5831" y="2820666"/>
              <a:ext cx="3261995" cy="1383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核心分析工具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 HapFlow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</p:spTree>
  </p:cSld>
  <p:clrMapOvr>
    <a:masterClrMapping/>
  </p:clrMapOvr>
  <p:transition spd="slow" advTm="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82867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核心技术架构：</a:t>
            </a:r>
            <a:r>
              <a:rPr lang="en-US" altLang="zh-CN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HapFlow </a:t>
            </a:r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工作流程解析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18351" y="2642475"/>
            <a:ext cx="2133005" cy="2147504"/>
            <a:chOff x="5018351" y="2642475"/>
            <a:chExt cx="2133005" cy="2147504"/>
          </a:xfrm>
        </p:grpSpPr>
        <p:sp>
          <p:nvSpPr>
            <p:cNvPr id="18" name="Freeform 10"/>
            <p:cNvSpPr>
              <a:spLocks noEditPoints="1"/>
            </p:cNvSpPr>
            <p:nvPr/>
          </p:nvSpPr>
          <p:spPr bwMode="gray">
            <a:xfrm>
              <a:off x="5018351" y="2701932"/>
              <a:ext cx="2133005" cy="1934870"/>
            </a:xfrm>
            <a:custGeom>
              <a:avLst/>
              <a:gdLst/>
              <a:ahLst/>
              <a:cxnLst>
                <a:cxn ang="0">
                  <a:pos x="530" y="84"/>
                </a:cxn>
                <a:cxn ang="0">
                  <a:pos x="1456" y="295"/>
                </a:cxn>
                <a:cxn ang="0">
                  <a:pos x="1519" y="325"/>
                </a:cxn>
                <a:cxn ang="0">
                  <a:pos x="138" y="415"/>
                </a:cxn>
                <a:cxn ang="0">
                  <a:pos x="163" y="444"/>
                </a:cxn>
                <a:cxn ang="0">
                  <a:pos x="1593" y="561"/>
                </a:cxn>
                <a:cxn ang="0">
                  <a:pos x="1645" y="530"/>
                </a:cxn>
                <a:cxn ang="0">
                  <a:pos x="1577" y="574"/>
                </a:cxn>
                <a:cxn ang="0">
                  <a:pos x="1613" y="598"/>
                </a:cxn>
                <a:cxn ang="0">
                  <a:pos x="1564" y="659"/>
                </a:cxn>
                <a:cxn ang="0">
                  <a:pos x="1643" y="814"/>
                </a:cxn>
                <a:cxn ang="0">
                  <a:pos x="1548" y="668"/>
                </a:cxn>
                <a:cxn ang="0">
                  <a:pos x="1555" y="704"/>
                </a:cxn>
                <a:cxn ang="0">
                  <a:pos x="1497" y="687"/>
                </a:cxn>
                <a:cxn ang="0">
                  <a:pos x="1394" y="728"/>
                </a:cxn>
                <a:cxn ang="0">
                  <a:pos x="1516" y="704"/>
                </a:cxn>
                <a:cxn ang="0">
                  <a:pos x="1612" y="784"/>
                </a:cxn>
                <a:cxn ang="0">
                  <a:pos x="1587" y="799"/>
                </a:cxn>
                <a:cxn ang="0">
                  <a:pos x="1694" y="752"/>
                </a:cxn>
                <a:cxn ang="0">
                  <a:pos x="1533" y="725"/>
                </a:cxn>
                <a:cxn ang="0">
                  <a:pos x="1559" y="743"/>
                </a:cxn>
                <a:cxn ang="0">
                  <a:pos x="1550" y="910"/>
                </a:cxn>
                <a:cxn ang="0">
                  <a:pos x="1460" y="828"/>
                </a:cxn>
                <a:cxn ang="0">
                  <a:pos x="1334" y="887"/>
                </a:cxn>
                <a:cxn ang="0">
                  <a:pos x="1340" y="1103"/>
                </a:cxn>
                <a:cxn ang="0">
                  <a:pos x="1473" y="1118"/>
                </a:cxn>
                <a:cxn ang="0">
                  <a:pos x="1581" y="1055"/>
                </a:cxn>
                <a:cxn ang="0">
                  <a:pos x="1649" y="872"/>
                </a:cxn>
                <a:cxn ang="0">
                  <a:pos x="1671" y="902"/>
                </a:cxn>
                <a:cxn ang="0">
                  <a:pos x="1596" y="815"/>
                </a:cxn>
                <a:cxn ang="0">
                  <a:pos x="1510" y="827"/>
                </a:cxn>
                <a:cxn ang="0">
                  <a:pos x="1589" y="865"/>
                </a:cxn>
                <a:cxn ang="0">
                  <a:pos x="1129" y="977"/>
                </a:cxn>
                <a:cxn ang="0">
                  <a:pos x="1121" y="1017"/>
                </a:cxn>
                <a:cxn ang="0">
                  <a:pos x="1073" y="1080"/>
                </a:cxn>
                <a:cxn ang="0">
                  <a:pos x="1345" y="1132"/>
                </a:cxn>
                <a:cxn ang="0">
                  <a:pos x="290" y="1296"/>
                </a:cxn>
                <a:cxn ang="0">
                  <a:pos x="689" y="58"/>
                </a:cxn>
                <a:cxn ang="0">
                  <a:pos x="524" y="26"/>
                </a:cxn>
                <a:cxn ang="0">
                  <a:pos x="231" y="343"/>
                </a:cxn>
                <a:cxn ang="0">
                  <a:pos x="178" y="499"/>
                </a:cxn>
                <a:cxn ang="0">
                  <a:pos x="64" y="623"/>
                </a:cxn>
                <a:cxn ang="0">
                  <a:pos x="193" y="1299"/>
                </a:cxn>
                <a:cxn ang="0">
                  <a:pos x="378" y="1416"/>
                </a:cxn>
                <a:cxn ang="0">
                  <a:pos x="342" y="1349"/>
                </a:cxn>
                <a:cxn ang="0">
                  <a:pos x="248" y="1245"/>
                </a:cxn>
                <a:cxn ang="0">
                  <a:pos x="119" y="767"/>
                </a:cxn>
                <a:cxn ang="0">
                  <a:pos x="139" y="607"/>
                </a:cxn>
                <a:cxn ang="0">
                  <a:pos x="361" y="359"/>
                </a:cxn>
                <a:cxn ang="0">
                  <a:pos x="432" y="296"/>
                </a:cxn>
                <a:cxn ang="0">
                  <a:pos x="474" y="141"/>
                </a:cxn>
                <a:cxn ang="0">
                  <a:pos x="545" y="68"/>
                </a:cxn>
                <a:cxn ang="0">
                  <a:pos x="717" y="64"/>
                </a:cxn>
                <a:cxn ang="0">
                  <a:pos x="1301" y="127"/>
                </a:cxn>
                <a:cxn ang="0">
                  <a:pos x="1393" y="183"/>
                </a:cxn>
                <a:cxn ang="0">
                  <a:pos x="1537" y="308"/>
                </a:cxn>
                <a:cxn ang="0">
                  <a:pos x="1682" y="671"/>
                </a:cxn>
                <a:cxn ang="0">
                  <a:pos x="1238" y="65"/>
                </a:cxn>
                <a:cxn ang="0">
                  <a:pos x="1413" y="215"/>
                </a:cxn>
                <a:cxn ang="0">
                  <a:pos x="1696" y="874"/>
                </a:cxn>
              </a:cxnLst>
              <a:rect l="0" t="0" r="r" b="b"/>
              <a:pathLst>
                <a:path w="1713" h="1537">
                  <a:moveTo>
                    <a:pt x="1152" y="12"/>
                  </a:moveTo>
                  <a:cubicBezTo>
                    <a:pt x="1149" y="12"/>
                    <a:pt x="1146" y="9"/>
                    <a:pt x="1145" y="11"/>
                  </a:cubicBezTo>
                  <a:cubicBezTo>
                    <a:pt x="1146" y="11"/>
                    <a:pt x="1150" y="15"/>
                    <a:pt x="1152" y="12"/>
                  </a:cubicBezTo>
                  <a:close/>
                  <a:moveTo>
                    <a:pt x="719" y="38"/>
                  </a:moveTo>
                  <a:cubicBezTo>
                    <a:pt x="708" y="38"/>
                    <a:pt x="708" y="38"/>
                    <a:pt x="708" y="38"/>
                  </a:cubicBezTo>
                  <a:cubicBezTo>
                    <a:pt x="708" y="41"/>
                    <a:pt x="719" y="43"/>
                    <a:pt x="719" y="38"/>
                  </a:cubicBezTo>
                  <a:close/>
                  <a:moveTo>
                    <a:pt x="763" y="72"/>
                  </a:moveTo>
                  <a:cubicBezTo>
                    <a:pt x="762" y="76"/>
                    <a:pt x="769" y="76"/>
                    <a:pt x="771" y="74"/>
                  </a:cubicBezTo>
                  <a:cubicBezTo>
                    <a:pt x="768" y="74"/>
                    <a:pt x="765" y="70"/>
                    <a:pt x="763" y="72"/>
                  </a:cubicBezTo>
                  <a:close/>
                  <a:moveTo>
                    <a:pt x="775" y="74"/>
                  </a:moveTo>
                  <a:cubicBezTo>
                    <a:pt x="778" y="76"/>
                    <a:pt x="786" y="80"/>
                    <a:pt x="788" y="76"/>
                  </a:cubicBezTo>
                  <a:cubicBezTo>
                    <a:pt x="783" y="77"/>
                    <a:pt x="779" y="72"/>
                    <a:pt x="775" y="74"/>
                  </a:cubicBezTo>
                  <a:close/>
                  <a:moveTo>
                    <a:pt x="530" y="84"/>
                  </a:moveTo>
                  <a:cubicBezTo>
                    <a:pt x="534" y="85"/>
                    <a:pt x="533" y="80"/>
                    <a:pt x="535" y="84"/>
                  </a:cubicBezTo>
                  <a:cubicBezTo>
                    <a:pt x="536" y="83"/>
                    <a:pt x="536" y="83"/>
                    <a:pt x="537" y="83"/>
                  </a:cubicBezTo>
                  <a:cubicBezTo>
                    <a:pt x="536" y="80"/>
                    <a:pt x="537" y="78"/>
                    <a:pt x="538" y="75"/>
                  </a:cubicBezTo>
                  <a:cubicBezTo>
                    <a:pt x="532" y="75"/>
                    <a:pt x="531" y="80"/>
                    <a:pt x="530" y="84"/>
                  </a:cubicBezTo>
                  <a:close/>
                  <a:moveTo>
                    <a:pt x="530" y="88"/>
                  </a:moveTo>
                  <a:cubicBezTo>
                    <a:pt x="530" y="92"/>
                    <a:pt x="532" y="98"/>
                    <a:pt x="527" y="101"/>
                  </a:cubicBezTo>
                  <a:cubicBezTo>
                    <a:pt x="533" y="99"/>
                    <a:pt x="537" y="94"/>
                    <a:pt x="538" y="87"/>
                  </a:cubicBezTo>
                  <a:cubicBezTo>
                    <a:pt x="535" y="87"/>
                    <a:pt x="533" y="90"/>
                    <a:pt x="530" y="88"/>
                  </a:cubicBezTo>
                  <a:close/>
                  <a:moveTo>
                    <a:pt x="1311" y="135"/>
                  </a:moveTo>
                  <a:cubicBezTo>
                    <a:pt x="1308" y="134"/>
                    <a:pt x="1306" y="128"/>
                    <a:pt x="1303" y="130"/>
                  </a:cubicBezTo>
                  <a:cubicBezTo>
                    <a:pt x="1306" y="131"/>
                    <a:pt x="1308" y="138"/>
                    <a:pt x="1311" y="135"/>
                  </a:cubicBezTo>
                  <a:close/>
                  <a:moveTo>
                    <a:pt x="1414" y="226"/>
                  </a:moveTo>
                  <a:cubicBezTo>
                    <a:pt x="1414" y="223"/>
                    <a:pt x="1413" y="221"/>
                    <a:pt x="1410" y="221"/>
                  </a:cubicBezTo>
                  <a:cubicBezTo>
                    <a:pt x="1409" y="225"/>
                    <a:pt x="1413" y="224"/>
                    <a:pt x="1412" y="228"/>
                  </a:cubicBezTo>
                  <a:cubicBezTo>
                    <a:pt x="1406" y="237"/>
                    <a:pt x="1416" y="247"/>
                    <a:pt x="1421" y="252"/>
                  </a:cubicBezTo>
                  <a:cubicBezTo>
                    <a:pt x="1425" y="264"/>
                    <a:pt x="1425" y="274"/>
                    <a:pt x="1434" y="281"/>
                  </a:cubicBezTo>
                  <a:cubicBezTo>
                    <a:pt x="1434" y="279"/>
                    <a:pt x="1431" y="277"/>
                    <a:pt x="1434" y="276"/>
                  </a:cubicBezTo>
                  <a:cubicBezTo>
                    <a:pt x="1436" y="279"/>
                    <a:pt x="1439" y="282"/>
                    <a:pt x="1441" y="287"/>
                  </a:cubicBezTo>
                  <a:cubicBezTo>
                    <a:pt x="1444" y="288"/>
                    <a:pt x="1441" y="283"/>
                    <a:pt x="1444" y="284"/>
                  </a:cubicBezTo>
                  <a:cubicBezTo>
                    <a:pt x="1444" y="290"/>
                    <a:pt x="1454" y="291"/>
                    <a:pt x="1456" y="289"/>
                  </a:cubicBezTo>
                  <a:cubicBezTo>
                    <a:pt x="1458" y="291"/>
                    <a:pt x="1455" y="292"/>
                    <a:pt x="1456" y="295"/>
                  </a:cubicBezTo>
                  <a:cubicBezTo>
                    <a:pt x="1462" y="296"/>
                    <a:pt x="1461" y="304"/>
                    <a:pt x="1468" y="306"/>
                  </a:cubicBezTo>
                  <a:cubicBezTo>
                    <a:pt x="1472" y="301"/>
                    <a:pt x="1466" y="298"/>
                    <a:pt x="1467" y="295"/>
                  </a:cubicBezTo>
                  <a:cubicBezTo>
                    <a:pt x="1469" y="297"/>
                    <a:pt x="1469" y="295"/>
                    <a:pt x="1472" y="296"/>
                  </a:cubicBezTo>
                  <a:cubicBezTo>
                    <a:pt x="1472" y="298"/>
                    <a:pt x="1474" y="298"/>
                    <a:pt x="1473" y="301"/>
                  </a:cubicBezTo>
                  <a:cubicBezTo>
                    <a:pt x="1472" y="301"/>
                    <a:pt x="1472" y="300"/>
                    <a:pt x="1470" y="300"/>
                  </a:cubicBezTo>
                  <a:cubicBezTo>
                    <a:pt x="1470" y="306"/>
                    <a:pt x="1475" y="306"/>
                    <a:pt x="1476" y="311"/>
                  </a:cubicBezTo>
                  <a:cubicBezTo>
                    <a:pt x="1478" y="312"/>
                    <a:pt x="1478" y="310"/>
                    <a:pt x="1479" y="310"/>
                  </a:cubicBezTo>
                  <a:cubicBezTo>
                    <a:pt x="1484" y="311"/>
                    <a:pt x="1483" y="317"/>
                    <a:pt x="1488" y="318"/>
                  </a:cubicBezTo>
                  <a:cubicBezTo>
                    <a:pt x="1491" y="309"/>
                    <a:pt x="1477" y="305"/>
                    <a:pt x="1477" y="300"/>
                  </a:cubicBezTo>
                  <a:cubicBezTo>
                    <a:pt x="1483" y="304"/>
                    <a:pt x="1486" y="309"/>
                    <a:pt x="1494" y="311"/>
                  </a:cubicBezTo>
                  <a:cubicBezTo>
                    <a:pt x="1486" y="299"/>
                    <a:pt x="1477" y="287"/>
                    <a:pt x="1459" y="284"/>
                  </a:cubicBezTo>
                  <a:cubicBezTo>
                    <a:pt x="1456" y="276"/>
                    <a:pt x="1452" y="269"/>
                    <a:pt x="1446" y="263"/>
                  </a:cubicBezTo>
                  <a:cubicBezTo>
                    <a:pt x="1446" y="266"/>
                    <a:pt x="1450" y="268"/>
                    <a:pt x="1447" y="269"/>
                  </a:cubicBezTo>
                  <a:cubicBezTo>
                    <a:pt x="1438" y="262"/>
                    <a:pt x="1428" y="252"/>
                    <a:pt x="1423" y="240"/>
                  </a:cubicBezTo>
                  <a:cubicBezTo>
                    <a:pt x="1423" y="239"/>
                    <a:pt x="1424" y="237"/>
                    <a:pt x="1424" y="237"/>
                  </a:cubicBezTo>
                  <a:cubicBezTo>
                    <a:pt x="1423" y="232"/>
                    <a:pt x="1416" y="223"/>
                    <a:pt x="1414" y="226"/>
                  </a:cubicBezTo>
                  <a:close/>
                  <a:moveTo>
                    <a:pt x="1519" y="325"/>
                  </a:moveTo>
                  <a:cubicBezTo>
                    <a:pt x="1520" y="328"/>
                    <a:pt x="1521" y="329"/>
                    <a:pt x="1524" y="330"/>
                  </a:cubicBezTo>
                  <a:cubicBezTo>
                    <a:pt x="1524" y="326"/>
                    <a:pt x="1521" y="326"/>
                    <a:pt x="1519" y="325"/>
                  </a:cubicBezTo>
                  <a:close/>
                  <a:moveTo>
                    <a:pt x="928" y="336"/>
                  </a:moveTo>
                  <a:cubicBezTo>
                    <a:pt x="928" y="340"/>
                    <a:pt x="935" y="341"/>
                    <a:pt x="934" y="335"/>
                  </a:cubicBezTo>
                  <a:cubicBezTo>
                    <a:pt x="931" y="335"/>
                    <a:pt x="929" y="335"/>
                    <a:pt x="928" y="336"/>
                  </a:cubicBezTo>
                  <a:close/>
                  <a:moveTo>
                    <a:pt x="913" y="346"/>
                  </a:moveTo>
                  <a:cubicBezTo>
                    <a:pt x="916" y="348"/>
                    <a:pt x="922" y="346"/>
                    <a:pt x="922" y="341"/>
                  </a:cubicBezTo>
                  <a:cubicBezTo>
                    <a:pt x="920" y="333"/>
                    <a:pt x="913" y="340"/>
                    <a:pt x="913" y="346"/>
                  </a:cubicBezTo>
                  <a:close/>
                  <a:moveTo>
                    <a:pt x="901" y="344"/>
                  </a:moveTo>
                  <a:cubicBezTo>
                    <a:pt x="904" y="350"/>
                    <a:pt x="894" y="346"/>
                    <a:pt x="893" y="351"/>
                  </a:cubicBezTo>
                  <a:cubicBezTo>
                    <a:pt x="898" y="355"/>
                    <a:pt x="903" y="351"/>
                    <a:pt x="908" y="349"/>
                  </a:cubicBezTo>
                  <a:cubicBezTo>
                    <a:pt x="908" y="345"/>
                    <a:pt x="903" y="346"/>
                    <a:pt x="901" y="344"/>
                  </a:cubicBezTo>
                  <a:close/>
                  <a:moveTo>
                    <a:pt x="901" y="357"/>
                  </a:moveTo>
                  <a:cubicBezTo>
                    <a:pt x="896" y="354"/>
                    <a:pt x="890" y="358"/>
                    <a:pt x="884" y="357"/>
                  </a:cubicBezTo>
                  <a:cubicBezTo>
                    <a:pt x="875" y="364"/>
                    <a:pt x="895" y="369"/>
                    <a:pt x="901" y="364"/>
                  </a:cubicBezTo>
                  <a:cubicBezTo>
                    <a:pt x="899" y="360"/>
                    <a:pt x="897" y="360"/>
                    <a:pt x="901" y="357"/>
                  </a:cubicBezTo>
                  <a:close/>
                  <a:moveTo>
                    <a:pt x="138" y="415"/>
                  </a:moveTo>
                  <a:cubicBezTo>
                    <a:pt x="134" y="415"/>
                    <a:pt x="133" y="417"/>
                    <a:pt x="132" y="420"/>
                  </a:cubicBezTo>
                  <a:cubicBezTo>
                    <a:pt x="136" y="421"/>
                    <a:pt x="137" y="417"/>
                    <a:pt x="138" y="415"/>
                  </a:cubicBezTo>
                  <a:close/>
                  <a:moveTo>
                    <a:pt x="130" y="417"/>
                  </a:moveTo>
                  <a:cubicBezTo>
                    <a:pt x="128" y="421"/>
                    <a:pt x="124" y="422"/>
                    <a:pt x="124" y="429"/>
                  </a:cubicBezTo>
                  <a:cubicBezTo>
                    <a:pt x="129" y="428"/>
                    <a:pt x="130" y="419"/>
                    <a:pt x="130" y="417"/>
                  </a:cubicBezTo>
                  <a:close/>
                  <a:moveTo>
                    <a:pt x="1576" y="428"/>
                  </a:moveTo>
                  <a:cubicBezTo>
                    <a:pt x="1578" y="441"/>
                    <a:pt x="1584" y="458"/>
                    <a:pt x="1592" y="468"/>
                  </a:cubicBezTo>
                  <a:cubicBezTo>
                    <a:pt x="1593" y="451"/>
                    <a:pt x="1585" y="437"/>
                    <a:pt x="1576" y="428"/>
                  </a:cubicBezTo>
                  <a:close/>
                  <a:moveTo>
                    <a:pt x="128" y="436"/>
                  </a:moveTo>
                  <a:cubicBezTo>
                    <a:pt x="127" y="439"/>
                    <a:pt x="123" y="443"/>
                    <a:pt x="124" y="446"/>
                  </a:cubicBezTo>
                  <a:cubicBezTo>
                    <a:pt x="126" y="443"/>
                    <a:pt x="132" y="441"/>
                    <a:pt x="128" y="436"/>
                  </a:cubicBezTo>
                  <a:close/>
                  <a:moveTo>
                    <a:pt x="118" y="437"/>
                  </a:moveTo>
                  <a:cubicBezTo>
                    <a:pt x="117" y="444"/>
                    <a:pt x="110" y="450"/>
                    <a:pt x="111" y="455"/>
                  </a:cubicBezTo>
                  <a:cubicBezTo>
                    <a:pt x="113" y="450"/>
                    <a:pt x="121" y="441"/>
                    <a:pt x="118" y="437"/>
                  </a:cubicBezTo>
                  <a:close/>
                  <a:moveTo>
                    <a:pt x="112" y="495"/>
                  </a:moveTo>
                  <a:cubicBezTo>
                    <a:pt x="113" y="473"/>
                    <a:pt x="139" y="464"/>
                    <a:pt x="146" y="448"/>
                  </a:cubicBezTo>
                  <a:cubicBezTo>
                    <a:pt x="150" y="447"/>
                    <a:pt x="157" y="446"/>
                    <a:pt x="163" y="444"/>
                  </a:cubicBezTo>
                  <a:cubicBezTo>
                    <a:pt x="154" y="432"/>
                    <a:pt x="144" y="446"/>
                    <a:pt x="135" y="450"/>
                  </a:cubicBezTo>
                  <a:cubicBezTo>
                    <a:pt x="128" y="463"/>
                    <a:pt x="116" y="465"/>
                    <a:pt x="111" y="481"/>
                  </a:cubicBezTo>
                  <a:cubicBezTo>
                    <a:pt x="102" y="487"/>
                    <a:pt x="98" y="497"/>
                    <a:pt x="92" y="505"/>
                  </a:cubicBezTo>
                  <a:cubicBezTo>
                    <a:pt x="103" y="506"/>
                    <a:pt x="103" y="496"/>
                    <a:pt x="112" y="495"/>
                  </a:cubicBezTo>
                  <a:close/>
                  <a:moveTo>
                    <a:pt x="146" y="459"/>
                  </a:moveTo>
                  <a:cubicBezTo>
                    <a:pt x="148" y="459"/>
                    <a:pt x="150" y="459"/>
                    <a:pt x="149" y="455"/>
                  </a:cubicBezTo>
                  <a:cubicBezTo>
                    <a:pt x="146" y="455"/>
                    <a:pt x="145" y="456"/>
                    <a:pt x="146" y="459"/>
                  </a:cubicBezTo>
                  <a:close/>
                  <a:moveTo>
                    <a:pt x="92" y="496"/>
                  </a:moveTo>
                  <a:cubicBezTo>
                    <a:pt x="88" y="495"/>
                    <a:pt x="89" y="499"/>
                    <a:pt x="88" y="502"/>
                  </a:cubicBezTo>
                  <a:cubicBezTo>
                    <a:pt x="91" y="502"/>
                    <a:pt x="92" y="499"/>
                    <a:pt x="92" y="496"/>
                  </a:cubicBezTo>
                  <a:close/>
                  <a:moveTo>
                    <a:pt x="1606" y="540"/>
                  </a:moveTo>
                  <a:cubicBezTo>
                    <a:pt x="1603" y="524"/>
                    <a:pt x="1602" y="509"/>
                    <a:pt x="1589" y="502"/>
                  </a:cubicBezTo>
                  <a:cubicBezTo>
                    <a:pt x="1587" y="522"/>
                    <a:pt x="1598" y="536"/>
                    <a:pt x="1598" y="554"/>
                  </a:cubicBezTo>
                  <a:cubicBezTo>
                    <a:pt x="1594" y="553"/>
                    <a:pt x="1591" y="549"/>
                    <a:pt x="1586" y="549"/>
                  </a:cubicBezTo>
                  <a:cubicBezTo>
                    <a:pt x="1582" y="552"/>
                    <a:pt x="1581" y="563"/>
                    <a:pt x="1588" y="564"/>
                  </a:cubicBezTo>
                  <a:cubicBezTo>
                    <a:pt x="1590" y="562"/>
                    <a:pt x="1589" y="557"/>
                    <a:pt x="1591" y="555"/>
                  </a:cubicBezTo>
                  <a:cubicBezTo>
                    <a:pt x="1593" y="557"/>
                    <a:pt x="1592" y="560"/>
                    <a:pt x="1593" y="561"/>
                  </a:cubicBezTo>
                  <a:cubicBezTo>
                    <a:pt x="1597" y="562"/>
                    <a:pt x="1596" y="559"/>
                    <a:pt x="1599" y="559"/>
                  </a:cubicBezTo>
                  <a:cubicBezTo>
                    <a:pt x="1606" y="564"/>
                    <a:pt x="1595" y="578"/>
                    <a:pt x="1604" y="582"/>
                  </a:cubicBezTo>
                  <a:cubicBezTo>
                    <a:pt x="1603" y="575"/>
                    <a:pt x="1609" y="569"/>
                    <a:pt x="1603" y="565"/>
                  </a:cubicBezTo>
                  <a:cubicBezTo>
                    <a:pt x="1607" y="560"/>
                    <a:pt x="1609" y="552"/>
                    <a:pt x="1610" y="543"/>
                  </a:cubicBezTo>
                  <a:cubicBezTo>
                    <a:pt x="1609" y="541"/>
                    <a:pt x="1607" y="541"/>
                    <a:pt x="1606" y="540"/>
                  </a:cubicBezTo>
                  <a:close/>
                  <a:moveTo>
                    <a:pt x="99" y="526"/>
                  </a:moveTo>
                  <a:cubicBezTo>
                    <a:pt x="103" y="523"/>
                    <a:pt x="110" y="519"/>
                    <a:pt x="112" y="511"/>
                  </a:cubicBezTo>
                  <a:cubicBezTo>
                    <a:pt x="106" y="513"/>
                    <a:pt x="98" y="519"/>
                    <a:pt x="99" y="526"/>
                  </a:cubicBezTo>
                  <a:close/>
                  <a:moveTo>
                    <a:pt x="73" y="545"/>
                  </a:moveTo>
                  <a:cubicBezTo>
                    <a:pt x="73" y="537"/>
                    <a:pt x="80" y="533"/>
                    <a:pt x="85" y="533"/>
                  </a:cubicBezTo>
                  <a:cubicBezTo>
                    <a:pt x="86" y="529"/>
                    <a:pt x="88" y="528"/>
                    <a:pt x="89" y="524"/>
                  </a:cubicBezTo>
                  <a:cubicBezTo>
                    <a:pt x="85" y="523"/>
                    <a:pt x="83" y="529"/>
                    <a:pt x="81" y="527"/>
                  </a:cubicBezTo>
                  <a:cubicBezTo>
                    <a:pt x="82" y="521"/>
                    <a:pt x="86" y="517"/>
                    <a:pt x="88" y="512"/>
                  </a:cubicBezTo>
                  <a:cubicBezTo>
                    <a:pt x="73" y="520"/>
                    <a:pt x="67" y="536"/>
                    <a:pt x="59" y="551"/>
                  </a:cubicBezTo>
                  <a:cubicBezTo>
                    <a:pt x="65" y="550"/>
                    <a:pt x="66" y="542"/>
                    <a:pt x="73" y="545"/>
                  </a:cubicBezTo>
                  <a:close/>
                  <a:moveTo>
                    <a:pt x="1658" y="557"/>
                  </a:moveTo>
                  <a:cubicBezTo>
                    <a:pt x="1659" y="547"/>
                    <a:pt x="1652" y="532"/>
                    <a:pt x="1645" y="530"/>
                  </a:cubicBezTo>
                  <a:cubicBezTo>
                    <a:pt x="1650" y="539"/>
                    <a:pt x="1650" y="552"/>
                    <a:pt x="1658" y="557"/>
                  </a:cubicBezTo>
                  <a:close/>
                  <a:moveTo>
                    <a:pt x="53" y="556"/>
                  </a:moveTo>
                  <a:cubicBezTo>
                    <a:pt x="53" y="562"/>
                    <a:pt x="47" y="562"/>
                    <a:pt x="47" y="569"/>
                  </a:cubicBezTo>
                  <a:cubicBezTo>
                    <a:pt x="50" y="570"/>
                    <a:pt x="56" y="561"/>
                    <a:pt x="53" y="556"/>
                  </a:cubicBezTo>
                  <a:close/>
                  <a:moveTo>
                    <a:pt x="1578" y="581"/>
                  </a:moveTo>
                  <a:cubicBezTo>
                    <a:pt x="1575" y="583"/>
                    <a:pt x="1573" y="586"/>
                    <a:pt x="1574" y="592"/>
                  </a:cubicBezTo>
                  <a:cubicBezTo>
                    <a:pt x="1579" y="593"/>
                    <a:pt x="1579" y="589"/>
                    <a:pt x="1582" y="588"/>
                  </a:cubicBezTo>
                  <a:cubicBezTo>
                    <a:pt x="1584" y="592"/>
                    <a:pt x="1583" y="598"/>
                    <a:pt x="1586" y="601"/>
                  </a:cubicBezTo>
                  <a:cubicBezTo>
                    <a:pt x="1586" y="598"/>
                    <a:pt x="1584" y="593"/>
                    <a:pt x="1587" y="592"/>
                  </a:cubicBezTo>
                  <a:cubicBezTo>
                    <a:pt x="1592" y="600"/>
                    <a:pt x="1584" y="615"/>
                    <a:pt x="1595" y="617"/>
                  </a:cubicBezTo>
                  <a:cubicBezTo>
                    <a:pt x="1597" y="608"/>
                    <a:pt x="1590" y="604"/>
                    <a:pt x="1593" y="597"/>
                  </a:cubicBezTo>
                  <a:cubicBezTo>
                    <a:pt x="1596" y="597"/>
                    <a:pt x="1596" y="601"/>
                    <a:pt x="1598" y="599"/>
                  </a:cubicBezTo>
                  <a:cubicBezTo>
                    <a:pt x="1598" y="592"/>
                    <a:pt x="1597" y="587"/>
                    <a:pt x="1596" y="582"/>
                  </a:cubicBezTo>
                  <a:cubicBezTo>
                    <a:pt x="1595" y="581"/>
                    <a:pt x="1592" y="583"/>
                    <a:pt x="1588" y="582"/>
                  </a:cubicBezTo>
                  <a:cubicBezTo>
                    <a:pt x="1587" y="586"/>
                    <a:pt x="1593" y="589"/>
                    <a:pt x="1589" y="592"/>
                  </a:cubicBezTo>
                  <a:cubicBezTo>
                    <a:pt x="1588" y="590"/>
                    <a:pt x="1586" y="581"/>
                    <a:pt x="1584" y="586"/>
                  </a:cubicBezTo>
                  <a:cubicBezTo>
                    <a:pt x="1582" y="581"/>
                    <a:pt x="1578" y="579"/>
                    <a:pt x="1577" y="574"/>
                  </a:cubicBezTo>
                  <a:cubicBezTo>
                    <a:pt x="1579" y="573"/>
                    <a:pt x="1581" y="572"/>
                    <a:pt x="1583" y="572"/>
                  </a:cubicBezTo>
                  <a:cubicBezTo>
                    <a:pt x="1579" y="549"/>
                    <a:pt x="1561" y="585"/>
                    <a:pt x="1578" y="581"/>
                  </a:cubicBezTo>
                  <a:close/>
                  <a:moveTo>
                    <a:pt x="1587" y="632"/>
                  </a:moveTo>
                  <a:cubicBezTo>
                    <a:pt x="1590" y="635"/>
                    <a:pt x="1593" y="642"/>
                    <a:pt x="1598" y="640"/>
                  </a:cubicBezTo>
                  <a:cubicBezTo>
                    <a:pt x="1597" y="631"/>
                    <a:pt x="1590" y="628"/>
                    <a:pt x="1588" y="620"/>
                  </a:cubicBezTo>
                  <a:cubicBezTo>
                    <a:pt x="1578" y="618"/>
                    <a:pt x="1579" y="606"/>
                    <a:pt x="1572" y="600"/>
                  </a:cubicBezTo>
                  <a:cubicBezTo>
                    <a:pt x="1573" y="599"/>
                    <a:pt x="1575" y="599"/>
                    <a:pt x="1574" y="596"/>
                  </a:cubicBezTo>
                  <a:cubicBezTo>
                    <a:pt x="1570" y="593"/>
                    <a:pt x="1569" y="599"/>
                    <a:pt x="1565" y="599"/>
                  </a:cubicBezTo>
                  <a:cubicBezTo>
                    <a:pt x="1568" y="613"/>
                    <a:pt x="1561" y="624"/>
                    <a:pt x="1568" y="633"/>
                  </a:cubicBezTo>
                  <a:cubicBezTo>
                    <a:pt x="1569" y="632"/>
                    <a:pt x="1569" y="630"/>
                    <a:pt x="1571" y="629"/>
                  </a:cubicBezTo>
                  <a:cubicBezTo>
                    <a:pt x="1574" y="635"/>
                    <a:pt x="1569" y="638"/>
                    <a:pt x="1570" y="645"/>
                  </a:cubicBezTo>
                  <a:cubicBezTo>
                    <a:pt x="1579" y="651"/>
                    <a:pt x="1586" y="643"/>
                    <a:pt x="1587" y="632"/>
                  </a:cubicBezTo>
                  <a:close/>
                  <a:moveTo>
                    <a:pt x="1579" y="595"/>
                  </a:moveTo>
                  <a:cubicBezTo>
                    <a:pt x="1580" y="597"/>
                    <a:pt x="1579" y="601"/>
                    <a:pt x="1583" y="600"/>
                  </a:cubicBezTo>
                  <a:cubicBezTo>
                    <a:pt x="1583" y="598"/>
                    <a:pt x="1583" y="596"/>
                    <a:pt x="1582" y="595"/>
                  </a:cubicBezTo>
                  <a:lnTo>
                    <a:pt x="1579" y="595"/>
                  </a:lnTo>
                  <a:close/>
                  <a:moveTo>
                    <a:pt x="1613" y="598"/>
                  </a:moveTo>
                  <a:cubicBezTo>
                    <a:pt x="1612" y="620"/>
                    <a:pt x="1625" y="632"/>
                    <a:pt x="1631" y="649"/>
                  </a:cubicBezTo>
                  <a:cubicBezTo>
                    <a:pt x="1629" y="634"/>
                    <a:pt x="1621" y="624"/>
                    <a:pt x="1616" y="612"/>
                  </a:cubicBezTo>
                  <a:cubicBezTo>
                    <a:pt x="1620" y="608"/>
                    <a:pt x="1616" y="600"/>
                    <a:pt x="1613" y="598"/>
                  </a:cubicBezTo>
                  <a:close/>
                  <a:moveTo>
                    <a:pt x="54" y="629"/>
                  </a:moveTo>
                  <a:cubicBezTo>
                    <a:pt x="55" y="628"/>
                    <a:pt x="58" y="623"/>
                    <a:pt x="55" y="621"/>
                  </a:cubicBezTo>
                  <a:cubicBezTo>
                    <a:pt x="55" y="623"/>
                    <a:pt x="52" y="627"/>
                    <a:pt x="54" y="629"/>
                  </a:cubicBezTo>
                  <a:close/>
                  <a:moveTo>
                    <a:pt x="1310" y="675"/>
                  </a:moveTo>
                  <a:cubicBezTo>
                    <a:pt x="1314" y="674"/>
                    <a:pt x="1312" y="666"/>
                    <a:pt x="1314" y="662"/>
                  </a:cubicBezTo>
                  <a:cubicBezTo>
                    <a:pt x="1323" y="662"/>
                    <a:pt x="1324" y="654"/>
                    <a:pt x="1334" y="655"/>
                  </a:cubicBezTo>
                  <a:cubicBezTo>
                    <a:pt x="1334" y="652"/>
                    <a:pt x="1334" y="648"/>
                    <a:pt x="1331" y="648"/>
                  </a:cubicBezTo>
                  <a:cubicBezTo>
                    <a:pt x="1324" y="656"/>
                    <a:pt x="1293" y="662"/>
                    <a:pt x="1310" y="675"/>
                  </a:cubicBezTo>
                  <a:close/>
                  <a:moveTo>
                    <a:pt x="1601" y="655"/>
                  </a:moveTo>
                  <a:cubicBezTo>
                    <a:pt x="1600" y="653"/>
                    <a:pt x="1601" y="649"/>
                    <a:pt x="1597" y="649"/>
                  </a:cubicBezTo>
                  <a:cubicBezTo>
                    <a:pt x="1595" y="651"/>
                    <a:pt x="1596" y="656"/>
                    <a:pt x="1598" y="657"/>
                  </a:cubicBezTo>
                  <a:cubicBezTo>
                    <a:pt x="1598" y="656"/>
                    <a:pt x="1600" y="656"/>
                    <a:pt x="1601" y="655"/>
                  </a:cubicBezTo>
                  <a:close/>
                  <a:moveTo>
                    <a:pt x="1561" y="650"/>
                  </a:moveTo>
                  <a:cubicBezTo>
                    <a:pt x="1560" y="654"/>
                    <a:pt x="1561" y="658"/>
                    <a:pt x="1564" y="659"/>
                  </a:cubicBezTo>
                  <a:cubicBezTo>
                    <a:pt x="1563" y="656"/>
                    <a:pt x="1565" y="650"/>
                    <a:pt x="1561" y="650"/>
                  </a:cubicBezTo>
                  <a:close/>
                  <a:moveTo>
                    <a:pt x="1376" y="658"/>
                  </a:moveTo>
                  <a:cubicBezTo>
                    <a:pt x="1375" y="655"/>
                    <a:pt x="1373" y="652"/>
                    <a:pt x="1369" y="652"/>
                  </a:cubicBezTo>
                  <a:cubicBezTo>
                    <a:pt x="1365" y="657"/>
                    <a:pt x="1372" y="661"/>
                    <a:pt x="1376" y="658"/>
                  </a:cubicBezTo>
                  <a:close/>
                  <a:moveTo>
                    <a:pt x="1573" y="656"/>
                  </a:moveTo>
                  <a:cubicBezTo>
                    <a:pt x="1573" y="659"/>
                    <a:pt x="1574" y="660"/>
                    <a:pt x="1575" y="661"/>
                  </a:cubicBezTo>
                  <a:cubicBezTo>
                    <a:pt x="1577" y="659"/>
                    <a:pt x="1576" y="655"/>
                    <a:pt x="1573" y="656"/>
                  </a:cubicBezTo>
                  <a:close/>
                  <a:moveTo>
                    <a:pt x="1606" y="656"/>
                  </a:moveTo>
                  <a:cubicBezTo>
                    <a:pt x="1606" y="659"/>
                    <a:pt x="1607" y="661"/>
                    <a:pt x="1609" y="663"/>
                  </a:cubicBezTo>
                  <a:cubicBezTo>
                    <a:pt x="1611" y="661"/>
                    <a:pt x="1608" y="659"/>
                    <a:pt x="1609" y="656"/>
                  </a:cubicBezTo>
                  <a:lnTo>
                    <a:pt x="1606" y="656"/>
                  </a:lnTo>
                  <a:close/>
                  <a:moveTo>
                    <a:pt x="1623" y="742"/>
                  </a:moveTo>
                  <a:cubicBezTo>
                    <a:pt x="1623" y="744"/>
                    <a:pt x="1619" y="741"/>
                    <a:pt x="1620" y="744"/>
                  </a:cubicBezTo>
                  <a:cubicBezTo>
                    <a:pt x="1621" y="755"/>
                    <a:pt x="1634" y="764"/>
                    <a:pt x="1624" y="774"/>
                  </a:cubicBezTo>
                  <a:cubicBezTo>
                    <a:pt x="1626" y="789"/>
                    <a:pt x="1627" y="807"/>
                    <a:pt x="1635" y="816"/>
                  </a:cubicBezTo>
                  <a:cubicBezTo>
                    <a:pt x="1634" y="813"/>
                    <a:pt x="1634" y="809"/>
                    <a:pt x="1636" y="806"/>
                  </a:cubicBezTo>
                  <a:cubicBezTo>
                    <a:pt x="1639" y="807"/>
                    <a:pt x="1640" y="812"/>
                    <a:pt x="1643" y="814"/>
                  </a:cubicBezTo>
                  <a:cubicBezTo>
                    <a:pt x="1644" y="812"/>
                    <a:pt x="1644" y="809"/>
                    <a:pt x="1646" y="810"/>
                  </a:cubicBezTo>
                  <a:cubicBezTo>
                    <a:pt x="1647" y="814"/>
                    <a:pt x="1649" y="818"/>
                    <a:pt x="1652" y="820"/>
                  </a:cubicBezTo>
                  <a:cubicBezTo>
                    <a:pt x="1652" y="817"/>
                    <a:pt x="1652" y="814"/>
                    <a:pt x="1654" y="813"/>
                  </a:cubicBezTo>
                  <a:cubicBezTo>
                    <a:pt x="1654" y="819"/>
                    <a:pt x="1656" y="822"/>
                    <a:pt x="1660" y="824"/>
                  </a:cubicBezTo>
                  <a:cubicBezTo>
                    <a:pt x="1662" y="802"/>
                    <a:pt x="1680" y="782"/>
                    <a:pt x="1666" y="762"/>
                  </a:cubicBezTo>
                  <a:cubicBezTo>
                    <a:pt x="1665" y="761"/>
                    <a:pt x="1661" y="763"/>
                    <a:pt x="1661" y="761"/>
                  </a:cubicBezTo>
                  <a:cubicBezTo>
                    <a:pt x="1665" y="735"/>
                    <a:pt x="1644" y="720"/>
                    <a:pt x="1644" y="691"/>
                  </a:cubicBezTo>
                  <a:cubicBezTo>
                    <a:pt x="1634" y="685"/>
                    <a:pt x="1638" y="666"/>
                    <a:pt x="1630" y="658"/>
                  </a:cubicBezTo>
                  <a:cubicBezTo>
                    <a:pt x="1627" y="666"/>
                    <a:pt x="1621" y="668"/>
                    <a:pt x="1614" y="671"/>
                  </a:cubicBezTo>
                  <a:cubicBezTo>
                    <a:pt x="1614" y="677"/>
                    <a:pt x="1618" y="677"/>
                    <a:pt x="1621" y="680"/>
                  </a:cubicBezTo>
                  <a:cubicBezTo>
                    <a:pt x="1622" y="684"/>
                    <a:pt x="1618" y="683"/>
                    <a:pt x="1619" y="687"/>
                  </a:cubicBezTo>
                  <a:cubicBezTo>
                    <a:pt x="1621" y="689"/>
                    <a:pt x="1624" y="689"/>
                    <a:pt x="1625" y="690"/>
                  </a:cubicBezTo>
                  <a:cubicBezTo>
                    <a:pt x="1623" y="696"/>
                    <a:pt x="1628" y="708"/>
                    <a:pt x="1620" y="710"/>
                  </a:cubicBezTo>
                  <a:cubicBezTo>
                    <a:pt x="1620" y="714"/>
                    <a:pt x="1621" y="715"/>
                    <a:pt x="1621" y="719"/>
                  </a:cubicBezTo>
                  <a:cubicBezTo>
                    <a:pt x="1618" y="721"/>
                    <a:pt x="1616" y="726"/>
                    <a:pt x="1614" y="731"/>
                  </a:cubicBezTo>
                  <a:cubicBezTo>
                    <a:pt x="1617" y="735"/>
                    <a:pt x="1623" y="735"/>
                    <a:pt x="1623" y="742"/>
                  </a:cubicBezTo>
                  <a:close/>
                  <a:moveTo>
                    <a:pt x="1548" y="668"/>
                  </a:moveTo>
                  <a:cubicBezTo>
                    <a:pt x="1547" y="667"/>
                    <a:pt x="1547" y="667"/>
                    <a:pt x="1547" y="666"/>
                  </a:cubicBezTo>
                  <a:cubicBezTo>
                    <a:pt x="1542" y="666"/>
                    <a:pt x="1542" y="666"/>
                    <a:pt x="1542" y="666"/>
                  </a:cubicBezTo>
                  <a:cubicBezTo>
                    <a:pt x="1542" y="668"/>
                    <a:pt x="1542" y="670"/>
                    <a:pt x="1543" y="671"/>
                  </a:cubicBezTo>
                  <a:cubicBezTo>
                    <a:pt x="1546" y="672"/>
                    <a:pt x="1548" y="670"/>
                    <a:pt x="1548" y="668"/>
                  </a:cubicBezTo>
                  <a:close/>
                  <a:moveTo>
                    <a:pt x="1350" y="702"/>
                  </a:moveTo>
                  <a:cubicBezTo>
                    <a:pt x="1351" y="700"/>
                    <a:pt x="1354" y="700"/>
                    <a:pt x="1353" y="697"/>
                  </a:cubicBezTo>
                  <a:cubicBezTo>
                    <a:pt x="1346" y="688"/>
                    <a:pt x="1330" y="688"/>
                    <a:pt x="1324" y="677"/>
                  </a:cubicBezTo>
                  <a:cubicBezTo>
                    <a:pt x="1325" y="675"/>
                    <a:pt x="1329" y="676"/>
                    <a:pt x="1328" y="672"/>
                  </a:cubicBezTo>
                  <a:cubicBezTo>
                    <a:pt x="1326" y="669"/>
                    <a:pt x="1324" y="666"/>
                    <a:pt x="1317" y="667"/>
                  </a:cubicBezTo>
                  <a:cubicBezTo>
                    <a:pt x="1310" y="689"/>
                    <a:pt x="1330" y="700"/>
                    <a:pt x="1350" y="702"/>
                  </a:cubicBezTo>
                  <a:close/>
                  <a:moveTo>
                    <a:pt x="1274" y="691"/>
                  </a:moveTo>
                  <a:cubicBezTo>
                    <a:pt x="1282" y="690"/>
                    <a:pt x="1291" y="682"/>
                    <a:pt x="1293" y="671"/>
                  </a:cubicBezTo>
                  <a:cubicBezTo>
                    <a:pt x="1287" y="669"/>
                    <a:pt x="1272" y="680"/>
                    <a:pt x="1274" y="691"/>
                  </a:cubicBezTo>
                  <a:close/>
                  <a:moveTo>
                    <a:pt x="1541" y="696"/>
                  </a:moveTo>
                  <a:cubicBezTo>
                    <a:pt x="1546" y="696"/>
                    <a:pt x="1547" y="698"/>
                    <a:pt x="1547" y="702"/>
                  </a:cubicBezTo>
                  <a:cubicBezTo>
                    <a:pt x="1547" y="705"/>
                    <a:pt x="1542" y="703"/>
                    <a:pt x="1542" y="707"/>
                  </a:cubicBezTo>
                  <a:cubicBezTo>
                    <a:pt x="1546" y="712"/>
                    <a:pt x="1552" y="706"/>
                    <a:pt x="1555" y="704"/>
                  </a:cubicBezTo>
                  <a:cubicBezTo>
                    <a:pt x="1558" y="695"/>
                    <a:pt x="1557" y="681"/>
                    <a:pt x="1550" y="672"/>
                  </a:cubicBezTo>
                  <a:cubicBezTo>
                    <a:pt x="1548" y="680"/>
                    <a:pt x="1553" y="687"/>
                    <a:pt x="1551" y="692"/>
                  </a:cubicBezTo>
                  <a:cubicBezTo>
                    <a:pt x="1546" y="691"/>
                    <a:pt x="1549" y="682"/>
                    <a:pt x="1541" y="684"/>
                  </a:cubicBezTo>
                  <a:cubicBezTo>
                    <a:pt x="1540" y="689"/>
                    <a:pt x="1542" y="692"/>
                    <a:pt x="1541" y="696"/>
                  </a:cubicBezTo>
                  <a:close/>
                  <a:moveTo>
                    <a:pt x="207" y="678"/>
                  </a:moveTo>
                  <a:cubicBezTo>
                    <a:pt x="204" y="678"/>
                    <a:pt x="204" y="678"/>
                    <a:pt x="204" y="678"/>
                  </a:cubicBezTo>
                  <a:cubicBezTo>
                    <a:pt x="204" y="683"/>
                    <a:pt x="201" y="684"/>
                    <a:pt x="198" y="684"/>
                  </a:cubicBezTo>
                  <a:cubicBezTo>
                    <a:pt x="198" y="688"/>
                    <a:pt x="198" y="688"/>
                    <a:pt x="198" y="688"/>
                  </a:cubicBezTo>
                  <a:cubicBezTo>
                    <a:pt x="203" y="686"/>
                    <a:pt x="200" y="692"/>
                    <a:pt x="202" y="694"/>
                  </a:cubicBezTo>
                  <a:cubicBezTo>
                    <a:pt x="204" y="694"/>
                    <a:pt x="206" y="693"/>
                    <a:pt x="207" y="693"/>
                  </a:cubicBezTo>
                  <a:cubicBezTo>
                    <a:pt x="208" y="689"/>
                    <a:pt x="206" y="687"/>
                    <a:pt x="205" y="686"/>
                  </a:cubicBezTo>
                  <a:cubicBezTo>
                    <a:pt x="212" y="685"/>
                    <a:pt x="204" y="681"/>
                    <a:pt x="207" y="678"/>
                  </a:cubicBezTo>
                  <a:close/>
                  <a:moveTo>
                    <a:pt x="1525" y="706"/>
                  </a:moveTo>
                  <a:cubicBezTo>
                    <a:pt x="1526" y="704"/>
                    <a:pt x="1528" y="703"/>
                    <a:pt x="1527" y="699"/>
                  </a:cubicBezTo>
                  <a:cubicBezTo>
                    <a:pt x="1525" y="697"/>
                    <a:pt x="1525" y="701"/>
                    <a:pt x="1522" y="700"/>
                  </a:cubicBezTo>
                  <a:cubicBezTo>
                    <a:pt x="1519" y="695"/>
                    <a:pt x="1516" y="689"/>
                    <a:pt x="1511" y="685"/>
                  </a:cubicBezTo>
                  <a:cubicBezTo>
                    <a:pt x="1506" y="687"/>
                    <a:pt x="1501" y="686"/>
                    <a:pt x="1497" y="687"/>
                  </a:cubicBezTo>
                  <a:cubicBezTo>
                    <a:pt x="1494" y="692"/>
                    <a:pt x="1496" y="701"/>
                    <a:pt x="1492" y="706"/>
                  </a:cubicBezTo>
                  <a:cubicBezTo>
                    <a:pt x="1491" y="706"/>
                    <a:pt x="1491" y="704"/>
                    <a:pt x="1490" y="704"/>
                  </a:cubicBezTo>
                  <a:cubicBezTo>
                    <a:pt x="1489" y="708"/>
                    <a:pt x="1489" y="710"/>
                    <a:pt x="1486" y="711"/>
                  </a:cubicBezTo>
                  <a:cubicBezTo>
                    <a:pt x="1479" y="708"/>
                    <a:pt x="1475" y="703"/>
                    <a:pt x="1476" y="694"/>
                  </a:cubicBezTo>
                  <a:cubicBezTo>
                    <a:pt x="1473" y="692"/>
                    <a:pt x="1469" y="691"/>
                    <a:pt x="1468" y="688"/>
                  </a:cubicBezTo>
                  <a:cubicBezTo>
                    <a:pt x="1471" y="685"/>
                    <a:pt x="1465" y="682"/>
                    <a:pt x="1465" y="680"/>
                  </a:cubicBezTo>
                  <a:cubicBezTo>
                    <a:pt x="1434" y="684"/>
                    <a:pt x="1406" y="677"/>
                    <a:pt x="1382" y="690"/>
                  </a:cubicBezTo>
                  <a:cubicBezTo>
                    <a:pt x="1382" y="694"/>
                    <a:pt x="1382" y="698"/>
                    <a:pt x="1379" y="699"/>
                  </a:cubicBezTo>
                  <a:cubicBezTo>
                    <a:pt x="1375" y="699"/>
                    <a:pt x="1366" y="699"/>
                    <a:pt x="1362" y="701"/>
                  </a:cubicBezTo>
                  <a:cubicBezTo>
                    <a:pt x="1361" y="708"/>
                    <a:pt x="1367" y="708"/>
                    <a:pt x="1368" y="714"/>
                  </a:cubicBezTo>
                  <a:cubicBezTo>
                    <a:pt x="1365" y="718"/>
                    <a:pt x="1361" y="719"/>
                    <a:pt x="1356" y="721"/>
                  </a:cubicBezTo>
                  <a:cubicBezTo>
                    <a:pt x="1355" y="729"/>
                    <a:pt x="1350" y="733"/>
                    <a:pt x="1343" y="729"/>
                  </a:cubicBezTo>
                  <a:cubicBezTo>
                    <a:pt x="1343" y="732"/>
                    <a:pt x="1343" y="735"/>
                    <a:pt x="1342" y="736"/>
                  </a:cubicBezTo>
                  <a:cubicBezTo>
                    <a:pt x="1334" y="737"/>
                    <a:pt x="1330" y="742"/>
                    <a:pt x="1328" y="749"/>
                  </a:cubicBezTo>
                  <a:cubicBezTo>
                    <a:pt x="1342" y="740"/>
                    <a:pt x="1361" y="759"/>
                    <a:pt x="1367" y="739"/>
                  </a:cubicBezTo>
                  <a:cubicBezTo>
                    <a:pt x="1372" y="739"/>
                    <a:pt x="1372" y="739"/>
                    <a:pt x="1372" y="739"/>
                  </a:cubicBezTo>
                  <a:cubicBezTo>
                    <a:pt x="1371" y="726"/>
                    <a:pt x="1388" y="734"/>
                    <a:pt x="1394" y="728"/>
                  </a:cubicBezTo>
                  <a:cubicBezTo>
                    <a:pt x="1395" y="733"/>
                    <a:pt x="1401" y="732"/>
                    <a:pt x="1400" y="740"/>
                  </a:cubicBezTo>
                  <a:cubicBezTo>
                    <a:pt x="1402" y="742"/>
                    <a:pt x="1408" y="741"/>
                    <a:pt x="1409" y="744"/>
                  </a:cubicBezTo>
                  <a:cubicBezTo>
                    <a:pt x="1407" y="746"/>
                    <a:pt x="1402" y="744"/>
                    <a:pt x="1402" y="748"/>
                  </a:cubicBezTo>
                  <a:cubicBezTo>
                    <a:pt x="1404" y="752"/>
                    <a:pt x="1406" y="754"/>
                    <a:pt x="1409" y="756"/>
                  </a:cubicBezTo>
                  <a:cubicBezTo>
                    <a:pt x="1415" y="753"/>
                    <a:pt x="1419" y="760"/>
                    <a:pt x="1424" y="760"/>
                  </a:cubicBezTo>
                  <a:cubicBezTo>
                    <a:pt x="1430" y="760"/>
                    <a:pt x="1432" y="755"/>
                    <a:pt x="1437" y="751"/>
                  </a:cubicBezTo>
                  <a:cubicBezTo>
                    <a:pt x="1442" y="756"/>
                    <a:pt x="1449" y="760"/>
                    <a:pt x="1456" y="763"/>
                  </a:cubicBezTo>
                  <a:cubicBezTo>
                    <a:pt x="1458" y="752"/>
                    <a:pt x="1452" y="749"/>
                    <a:pt x="1447" y="745"/>
                  </a:cubicBezTo>
                  <a:cubicBezTo>
                    <a:pt x="1450" y="740"/>
                    <a:pt x="1452" y="736"/>
                    <a:pt x="1454" y="728"/>
                  </a:cubicBezTo>
                  <a:cubicBezTo>
                    <a:pt x="1463" y="726"/>
                    <a:pt x="1476" y="721"/>
                    <a:pt x="1484" y="726"/>
                  </a:cubicBezTo>
                  <a:cubicBezTo>
                    <a:pt x="1488" y="722"/>
                    <a:pt x="1496" y="722"/>
                    <a:pt x="1499" y="719"/>
                  </a:cubicBezTo>
                  <a:cubicBezTo>
                    <a:pt x="1501" y="724"/>
                    <a:pt x="1500" y="731"/>
                    <a:pt x="1506" y="731"/>
                  </a:cubicBezTo>
                  <a:cubicBezTo>
                    <a:pt x="1506" y="722"/>
                    <a:pt x="1506" y="722"/>
                    <a:pt x="1506" y="722"/>
                  </a:cubicBezTo>
                  <a:cubicBezTo>
                    <a:pt x="1507" y="719"/>
                    <a:pt x="1514" y="722"/>
                    <a:pt x="1514" y="719"/>
                  </a:cubicBezTo>
                  <a:cubicBezTo>
                    <a:pt x="1510" y="713"/>
                    <a:pt x="1503" y="710"/>
                    <a:pt x="1497" y="705"/>
                  </a:cubicBezTo>
                  <a:cubicBezTo>
                    <a:pt x="1504" y="701"/>
                    <a:pt x="1507" y="712"/>
                    <a:pt x="1513" y="710"/>
                  </a:cubicBezTo>
                  <a:cubicBezTo>
                    <a:pt x="1515" y="710"/>
                    <a:pt x="1514" y="705"/>
                    <a:pt x="1516" y="704"/>
                  </a:cubicBezTo>
                  <a:cubicBezTo>
                    <a:pt x="1519" y="705"/>
                    <a:pt x="1521" y="707"/>
                    <a:pt x="1525" y="706"/>
                  </a:cubicBezTo>
                  <a:close/>
                  <a:moveTo>
                    <a:pt x="1262" y="683"/>
                  </a:moveTo>
                  <a:cubicBezTo>
                    <a:pt x="1262" y="689"/>
                    <a:pt x="1262" y="689"/>
                    <a:pt x="1262" y="689"/>
                  </a:cubicBezTo>
                  <a:cubicBezTo>
                    <a:pt x="1265" y="689"/>
                    <a:pt x="1267" y="687"/>
                    <a:pt x="1267" y="684"/>
                  </a:cubicBezTo>
                  <a:cubicBezTo>
                    <a:pt x="1266" y="683"/>
                    <a:pt x="1264" y="683"/>
                    <a:pt x="1262" y="683"/>
                  </a:cubicBezTo>
                  <a:close/>
                  <a:moveTo>
                    <a:pt x="1232" y="697"/>
                  </a:moveTo>
                  <a:cubicBezTo>
                    <a:pt x="1239" y="696"/>
                    <a:pt x="1246" y="694"/>
                    <a:pt x="1248" y="687"/>
                  </a:cubicBezTo>
                  <a:cubicBezTo>
                    <a:pt x="1241" y="688"/>
                    <a:pt x="1234" y="691"/>
                    <a:pt x="1232" y="697"/>
                  </a:cubicBezTo>
                  <a:close/>
                  <a:moveTo>
                    <a:pt x="196" y="694"/>
                  </a:moveTo>
                  <a:cubicBezTo>
                    <a:pt x="199" y="694"/>
                    <a:pt x="199" y="689"/>
                    <a:pt x="196" y="689"/>
                  </a:cubicBezTo>
                  <a:cubicBezTo>
                    <a:pt x="196" y="690"/>
                    <a:pt x="195" y="691"/>
                    <a:pt x="196" y="694"/>
                  </a:cubicBezTo>
                  <a:close/>
                  <a:moveTo>
                    <a:pt x="1222" y="693"/>
                  </a:moveTo>
                  <a:cubicBezTo>
                    <a:pt x="1217" y="695"/>
                    <a:pt x="1211" y="703"/>
                    <a:pt x="1214" y="706"/>
                  </a:cubicBezTo>
                  <a:cubicBezTo>
                    <a:pt x="1219" y="704"/>
                    <a:pt x="1226" y="700"/>
                    <a:pt x="1222" y="693"/>
                  </a:cubicBezTo>
                  <a:close/>
                  <a:moveTo>
                    <a:pt x="1604" y="812"/>
                  </a:moveTo>
                  <a:cubicBezTo>
                    <a:pt x="1609" y="805"/>
                    <a:pt x="1603" y="789"/>
                    <a:pt x="1609" y="781"/>
                  </a:cubicBezTo>
                  <a:cubicBezTo>
                    <a:pt x="1611" y="781"/>
                    <a:pt x="1609" y="785"/>
                    <a:pt x="1612" y="784"/>
                  </a:cubicBezTo>
                  <a:cubicBezTo>
                    <a:pt x="1615" y="776"/>
                    <a:pt x="1615" y="767"/>
                    <a:pt x="1611" y="762"/>
                  </a:cubicBezTo>
                  <a:cubicBezTo>
                    <a:pt x="1616" y="746"/>
                    <a:pt x="1609" y="726"/>
                    <a:pt x="1604" y="712"/>
                  </a:cubicBezTo>
                  <a:cubicBezTo>
                    <a:pt x="1594" y="717"/>
                    <a:pt x="1588" y="707"/>
                    <a:pt x="1581" y="704"/>
                  </a:cubicBezTo>
                  <a:cubicBezTo>
                    <a:pt x="1580" y="699"/>
                    <a:pt x="1575" y="693"/>
                    <a:pt x="1571" y="694"/>
                  </a:cubicBezTo>
                  <a:cubicBezTo>
                    <a:pt x="1574" y="703"/>
                    <a:pt x="1577" y="714"/>
                    <a:pt x="1587" y="718"/>
                  </a:cubicBezTo>
                  <a:cubicBezTo>
                    <a:pt x="1589" y="719"/>
                    <a:pt x="1592" y="716"/>
                    <a:pt x="1595" y="718"/>
                  </a:cubicBezTo>
                  <a:cubicBezTo>
                    <a:pt x="1597" y="718"/>
                    <a:pt x="1597" y="722"/>
                    <a:pt x="1598" y="723"/>
                  </a:cubicBezTo>
                  <a:cubicBezTo>
                    <a:pt x="1601" y="726"/>
                    <a:pt x="1604" y="724"/>
                    <a:pt x="1607" y="726"/>
                  </a:cubicBezTo>
                  <a:cubicBezTo>
                    <a:pt x="1607" y="731"/>
                    <a:pt x="1608" y="735"/>
                    <a:pt x="1608" y="741"/>
                  </a:cubicBezTo>
                  <a:cubicBezTo>
                    <a:pt x="1602" y="739"/>
                    <a:pt x="1602" y="743"/>
                    <a:pt x="1600" y="744"/>
                  </a:cubicBezTo>
                  <a:cubicBezTo>
                    <a:pt x="1598" y="736"/>
                    <a:pt x="1591" y="728"/>
                    <a:pt x="1586" y="726"/>
                  </a:cubicBezTo>
                  <a:cubicBezTo>
                    <a:pt x="1585" y="734"/>
                    <a:pt x="1593" y="741"/>
                    <a:pt x="1594" y="749"/>
                  </a:cubicBezTo>
                  <a:cubicBezTo>
                    <a:pt x="1592" y="748"/>
                    <a:pt x="1592" y="751"/>
                    <a:pt x="1589" y="750"/>
                  </a:cubicBezTo>
                  <a:cubicBezTo>
                    <a:pt x="1592" y="760"/>
                    <a:pt x="1582" y="760"/>
                    <a:pt x="1587" y="769"/>
                  </a:cubicBezTo>
                  <a:cubicBezTo>
                    <a:pt x="1583" y="774"/>
                    <a:pt x="1576" y="775"/>
                    <a:pt x="1578" y="785"/>
                  </a:cubicBezTo>
                  <a:cubicBezTo>
                    <a:pt x="1583" y="786"/>
                    <a:pt x="1581" y="791"/>
                    <a:pt x="1581" y="796"/>
                  </a:cubicBezTo>
                  <a:cubicBezTo>
                    <a:pt x="1583" y="797"/>
                    <a:pt x="1585" y="798"/>
                    <a:pt x="1587" y="799"/>
                  </a:cubicBezTo>
                  <a:cubicBezTo>
                    <a:pt x="1592" y="786"/>
                    <a:pt x="1596" y="772"/>
                    <a:pt x="1603" y="760"/>
                  </a:cubicBezTo>
                  <a:cubicBezTo>
                    <a:pt x="1603" y="772"/>
                    <a:pt x="1592" y="808"/>
                    <a:pt x="1604" y="812"/>
                  </a:cubicBezTo>
                  <a:close/>
                  <a:moveTo>
                    <a:pt x="187" y="697"/>
                  </a:moveTo>
                  <a:cubicBezTo>
                    <a:pt x="188" y="698"/>
                    <a:pt x="189" y="699"/>
                    <a:pt x="191" y="698"/>
                  </a:cubicBezTo>
                  <a:cubicBezTo>
                    <a:pt x="191" y="696"/>
                    <a:pt x="190" y="695"/>
                    <a:pt x="189" y="695"/>
                  </a:cubicBezTo>
                  <a:cubicBezTo>
                    <a:pt x="189" y="696"/>
                    <a:pt x="187" y="696"/>
                    <a:pt x="187" y="697"/>
                  </a:cubicBezTo>
                  <a:close/>
                  <a:moveTo>
                    <a:pt x="1253" y="697"/>
                  </a:moveTo>
                  <a:cubicBezTo>
                    <a:pt x="1252" y="701"/>
                    <a:pt x="1256" y="700"/>
                    <a:pt x="1255" y="703"/>
                  </a:cubicBezTo>
                  <a:cubicBezTo>
                    <a:pt x="1252" y="703"/>
                    <a:pt x="1251" y="704"/>
                    <a:pt x="1251" y="707"/>
                  </a:cubicBezTo>
                  <a:cubicBezTo>
                    <a:pt x="1258" y="709"/>
                    <a:pt x="1257" y="698"/>
                    <a:pt x="1266" y="700"/>
                  </a:cubicBezTo>
                  <a:cubicBezTo>
                    <a:pt x="1264" y="693"/>
                    <a:pt x="1259" y="700"/>
                    <a:pt x="1253" y="697"/>
                  </a:cubicBezTo>
                  <a:close/>
                  <a:moveTo>
                    <a:pt x="1692" y="805"/>
                  </a:moveTo>
                  <a:cubicBezTo>
                    <a:pt x="1700" y="797"/>
                    <a:pt x="1701" y="784"/>
                    <a:pt x="1703" y="769"/>
                  </a:cubicBezTo>
                  <a:cubicBezTo>
                    <a:pt x="1705" y="747"/>
                    <a:pt x="1704" y="720"/>
                    <a:pt x="1701" y="701"/>
                  </a:cubicBezTo>
                  <a:cubicBezTo>
                    <a:pt x="1701" y="715"/>
                    <a:pt x="1702" y="730"/>
                    <a:pt x="1700" y="742"/>
                  </a:cubicBezTo>
                  <a:cubicBezTo>
                    <a:pt x="1700" y="740"/>
                    <a:pt x="1700" y="739"/>
                    <a:pt x="1699" y="739"/>
                  </a:cubicBezTo>
                  <a:cubicBezTo>
                    <a:pt x="1700" y="744"/>
                    <a:pt x="1695" y="747"/>
                    <a:pt x="1694" y="752"/>
                  </a:cubicBezTo>
                  <a:cubicBezTo>
                    <a:pt x="1692" y="762"/>
                    <a:pt x="1695" y="773"/>
                    <a:pt x="1693" y="784"/>
                  </a:cubicBezTo>
                  <a:cubicBezTo>
                    <a:pt x="1691" y="792"/>
                    <a:pt x="1685" y="799"/>
                    <a:pt x="1692" y="805"/>
                  </a:cubicBezTo>
                  <a:close/>
                  <a:moveTo>
                    <a:pt x="1234" y="706"/>
                  </a:moveTo>
                  <a:cubicBezTo>
                    <a:pt x="1230" y="704"/>
                    <a:pt x="1222" y="705"/>
                    <a:pt x="1221" y="710"/>
                  </a:cubicBezTo>
                  <a:cubicBezTo>
                    <a:pt x="1223" y="714"/>
                    <a:pt x="1229" y="712"/>
                    <a:pt x="1233" y="711"/>
                  </a:cubicBezTo>
                  <a:cubicBezTo>
                    <a:pt x="1233" y="709"/>
                    <a:pt x="1235" y="709"/>
                    <a:pt x="1234" y="706"/>
                  </a:cubicBezTo>
                  <a:close/>
                  <a:moveTo>
                    <a:pt x="1204" y="718"/>
                  </a:moveTo>
                  <a:cubicBezTo>
                    <a:pt x="1206" y="723"/>
                    <a:pt x="1213" y="718"/>
                    <a:pt x="1213" y="714"/>
                  </a:cubicBezTo>
                  <a:cubicBezTo>
                    <a:pt x="1209" y="714"/>
                    <a:pt x="1205" y="714"/>
                    <a:pt x="1204" y="718"/>
                  </a:cubicBezTo>
                  <a:close/>
                  <a:moveTo>
                    <a:pt x="1531" y="737"/>
                  </a:moveTo>
                  <a:cubicBezTo>
                    <a:pt x="1532" y="736"/>
                    <a:pt x="1531" y="733"/>
                    <a:pt x="1533" y="733"/>
                  </a:cubicBezTo>
                  <a:cubicBezTo>
                    <a:pt x="1535" y="736"/>
                    <a:pt x="1540" y="738"/>
                    <a:pt x="1541" y="742"/>
                  </a:cubicBezTo>
                  <a:cubicBezTo>
                    <a:pt x="1542" y="739"/>
                    <a:pt x="1543" y="742"/>
                    <a:pt x="1545" y="742"/>
                  </a:cubicBezTo>
                  <a:cubicBezTo>
                    <a:pt x="1549" y="732"/>
                    <a:pt x="1537" y="730"/>
                    <a:pt x="1535" y="723"/>
                  </a:cubicBezTo>
                  <a:cubicBezTo>
                    <a:pt x="1536" y="722"/>
                    <a:pt x="1537" y="721"/>
                    <a:pt x="1537" y="718"/>
                  </a:cubicBezTo>
                  <a:cubicBezTo>
                    <a:pt x="1533" y="717"/>
                    <a:pt x="1532" y="715"/>
                    <a:pt x="1529" y="715"/>
                  </a:cubicBezTo>
                  <a:cubicBezTo>
                    <a:pt x="1528" y="720"/>
                    <a:pt x="1533" y="721"/>
                    <a:pt x="1533" y="725"/>
                  </a:cubicBezTo>
                  <a:cubicBezTo>
                    <a:pt x="1530" y="725"/>
                    <a:pt x="1527" y="726"/>
                    <a:pt x="1525" y="726"/>
                  </a:cubicBezTo>
                  <a:cubicBezTo>
                    <a:pt x="1526" y="731"/>
                    <a:pt x="1521" y="730"/>
                    <a:pt x="1522" y="736"/>
                  </a:cubicBezTo>
                  <a:cubicBezTo>
                    <a:pt x="1526" y="735"/>
                    <a:pt x="1528" y="735"/>
                    <a:pt x="1531" y="737"/>
                  </a:cubicBezTo>
                  <a:close/>
                  <a:moveTo>
                    <a:pt x="1564" y="733"/>
                  </a:moveTo>
                  <a:cubicBezTo>
                    <a:pt x="1568" y="735"/>
                    <a:pt x="1571" y="742"/>
                    <a:pt x="1577" y="739"/>
                  </a:cubicBezTo>
                  <a:cubicBezTo>
                    <a:pt x="1576" y="734"/>
                    <a:pt x="1567" y="732"/>
                    <a:pt x="1564" y="733"/>
                  </a:cubicBezTo>
                  <a:close/>
                  <a:moveTo>
                    <a:pt x="1586" y="743"/>
                  </a:moveTo>
                  <a:cubicBezTo>
                    <a:pt x="1588" y="741"/>
                    <a:pt x="1585" y="738"/>
                    <a:pt x="1583" y="738"/>
                  </a:cubicBezTo>
                  <a:cubicBezTo>
                    <a:pt x="1583" y="741"/>
                    <a:pt x="1582" y="744"/>
                    <a:pt x="1586" y="743"/>
                  </a:cubicBezTo>
                  <a:close/>
                  <a:moveTo>
                    <a:pt x="1490" y="759"/>
                  </a:moveTo>
                  <a:cubicBezTo>
                    <a:pt x="1492" y="752"/>
                    <a:pt x="1491" y="747"/>
                    <a:pt x="1489" y="741"/>
                  </a:cubicBezTo>
                  <a:cubicBezTo>
                    <a:pt x="1486" y="741"/>
                    <a:pt x="1486" y="741"/>
                    <a:pt x="1486" y="741"/>
                  </a:cubicBezTo>
                  <a:cubicBezTo>
                    <a:pt x="1490" y="746"/>
                    <a:pt x="1484" y="755"/>
                    <a:pt x="1490" y="759"/>
                  </a:cubicBezTo>
                  <a:close/>
                  <a:moveTo>
                    <a:pt x="1559" y="743"/>
                  </a:moveTo>
                  <a:cubicBezTo>
                    <a:pt x="1551" y="740"/>
                    <a:pt x="1551" y="749"/>
                    <a:pt x="1554" y="752"/>
                  </a:cubicBezTo>
                  <a:cubicBezTo>
                    <a:pt x="1556" y="752"/>
                    <a:pt x="1557" y="752"/>
                    <a:pt x="1559" y="752"/>
                  </a:cubicBezTo>
                  <a:cubicBezTo>
                    <a:pt x="1561" y="749"/>
                    <a:pt x="1560" y="747"/>
                    <a:pt x="1559" y="743"/>
                  </a:cubicBezTo>
                  <a:close/>
                  <a:moveTo>
                    <a:pt x="1676" y="743"/>
                  </a:moveTo>
                  <a:cubicBezTo>
                    <a:pt x="1676" y="746"/>
                    <a:pt x="1675" y="749"/>
                    <a:pt x="1678" y="749"/>
                  </a:cubicBezTo>
                  <a:cubicBezTo>
                    <a:pt x="1677" y="747"/>
                    <a:pt x="1679" y="743"/>
                    <a:pt x="1676" y="743"/>
                  </a:cubicBezTo>
                  <a:close/>
                  <a:moveTo>
                    <a:pt x="1012" y="752"/>
                  </a:moveTo>
                  <a:cubicBezTo>
                    <a:pt x="1012" y="761"/>
                    <a:pt x="1021" y="761"/>
                    <a:pt x="1029" y="763"/>
                  </a:cubicBezTo>
                  <a:cubicBezTo>
                    <a:pt x="1027" y="755"/>
                    <a:pt x="1019" y="754"/>
                    <a:pt x="1012" y="752"/>
                  </a:cubicBezTo>
                  <a:close/>
                  <a:moveTo>
                    <a:pt x="1031" y="767"/>
                  </a:moveTo>
                  <a:cubicBezTo>
                    <a:pt x="1025" y="778"/>
                    <a:pt x="1040" y="782"/>
                    <a:pt x="1046" y="776"/>
                  </a:cubicBezTo>
                  <a:cubicBezTo>
                    <a:pt x="1045" y="769"/>
                    <a:pt x="1039" y="767"/>
                    <a:pt x="1031" y="767"/>
                  </a:cubicBezTo>
                  <a:close/>
                  <a:moveTo>
                    <a:pt x="1581" y="1055"/>
                  </a:moveTo>
                  <a:cubicBezTo>
                    <a:pt x="1581" y="1036"/>
                    <a:pt x="1576" y="1014"/>
                    <a:pt x="1569" y="999"/>
                  </a:cubicBezTo>
                  <a:cubicBezTo>
                    <a:pt x="1556" y="993"/>
                    <a:pt x="1559" y="974"/>
                    <a:pt x="1555" y="960"/>
                  </a:cubicBezTo>
                  <a:cubicBezTo>
                    <a:pt x="1564" y="957"/>
                    <a:pt x="1561" y="938"/>
                    <a:pt x="1557" y="932"/>
                  </a:cubicBezTo>
                  <a:cubicBezTo>
                    <a:pt x="1555" y="935"/>
                    <a:pt x="1552" y="938"/>
                    <a:pt x="1550" y="941"/>
                  </a:cubicBezTo>
                  <a:cubicBezTo>
                    <a:pt x="1548" y="936"/>
                    <a:pt x="1554" y="933"/>
                    <a:pt x="1555" y="928"/>
                  </a:cubicBezTo>
                  <a:cubicBezTo>
                    <a:pt x="1552" y="925"/>
                    <a:pt x="1547" y="924"/>
                    <a:pt x="1546" y="919"/>
                  </a:cubicBezTo>
                  <a:cubicBezTo>
                    <a:pt x="1551" y="919"/>
                    <a:pt x="1548" y="912"/>
                    <a:pt x="1550" y="910"/>
                  </a:cubicBezTo>
                  <a:cubicBezTo>
                    <a:pt x="1549" y="908"/>
                    <a:pt x="1546" y="909"/>
                    <a:pt x="1546" y="908"/>
                  </a:cubicBezTo>
                  <a:cubicBezTo>
                    <a:pt x="1548" y="903"/>
                    <a:pt x="1547" y="896"/>
                    <a:pt x="1542" y="895"/>
                  </a:cubicBezTo>
                  <a:cubicBezTo>
                    <a:pt x="1544" y="888"/>
                    <a:pt x="1540" y="879"/>
                    <a:pt x="1537" y="874"/>
                  </a:cubicBezTo>
                  <a:cubicBezTo>
                    <a:pt x="1532" y="875"/>
                    <a:pt x="1535" y="884"/>
                    <a:pt x="1527" y="882"/>
                  </a:cubicBezTo>
                  <a:cubicBezTo>
                    <a:pt x="1524" y="885"/>
                    <a:pt x="1525" y="892"/>
                    <a:pt x="1523" y="896"/>
                  </a:cubicBezTo>
                  <a:cubicBezTo>
                    <a:pt x="1524" y="891"/>
                    <a:pt x="1522" y="889"/>
                    <a:pt x="1522" y="885"/>
                  </a:cubicBezTo>
                  <a:cubicBezTo>
                    <a:pt x="1517" y="887"/>
                    <a:pt x="1514" y="882"/>
                    <a:pt x="1512" y="879"/>
                  </a:cubicBezTo>
                  <a:cubicBezTo>
                    <a:pt x="1514" y="878"/>
                    <a:pt x="1517" y="878"/>
                    <a:pt x="1518" y="877"/>
                  </a:cubicBezTo>
                  <a:cubicBezTo>
                    <a:pt x="1521" y="869"/>
                    <a:pt x="1518" y="865"/>
                    <a:pt x="1515" y="860"/>
                  </a:cubicBezTo>
                  <a:cubicBezTo>
                    <a:pt x="1523" y="842"/>
                    <a:pt x="1502" y="838"/>
                    <a:pt x="1497" y="827"/>
                  </a:cubicBezTo>
                  <a:cubicBezTo>
                    <a:pt x="1500" y="828"/>
                    <a:pt x="1502" y="830"/>
                    <a:pt x="1507" y="829"/>
                  </a:cubicBezTo>
                  <a:cubicBezTo>
                    <a:pt x="1507" y="826"/>
                    <a:pt x="1507" y="824"/>
                    <a:pt x="1506" y="821"/>
                  </a:cubicBezTo>
                  <a:cubicBezTo>
                    <a:pt x="1502" y="822"/>
                    <a:pt x="1501" y="820"/>
                    <a:pt x="1498" y="819"/>
                  </a:cubicBezTo>
                  <a:cubicBezTo>
                    <a:pt x="1496" y="819"/>
                    <a:pt x="1497" y="823"/>
                    <a:pt x="1494" y="822"/>
                  </a:cubicBezTo>
                  <a:cubicBezTo>
                    <a:pt x="1484" y="819"/>
                    <a:pt x="1477" y="823"/>
                    <a:pt x="1469" y="817"/>
                  </a:cubicBezTo>
                  <a:cubicBezTo>
                    <a:pt x="1465" y="814"/>
                    <a:pt x="1464" y="808"/>
                    <a:pt x="1458" y="814"/>
                  </a:cubicBezTo>
                  <a:cubicBezTo>
                    <a:pt x="1457" y="820"/>
                    <a:pt x="1461" y="821"/>
                    <a:pt x="1460" y="828"/>
                  </a:cubicBezTo>
                  <a:cubicBezTo>
                    <a:pt x="1461" y="830"/>
                    <a:pt x="1466" y="829"/>
                    <a:pt x="1466" y="833"/>
                  </a:cubicBezTo>
                  <a:cubicBezTo>
                    <a:pt x="1462" y="840"/>
                    <a:pt x="1468" y="844"/>
                    <a:pt x="1466" y="854"/>
                  </a:cubicBezTo>
                  <a:cubicBezTo>
                    <a:pt x="1456" y="857"/>
                    <a:pt x="1451" y="864"/>
                    <a:pt x="1436" y="862"/>
                  </a:cubicBezTo>
                  <a:cubicBezTo>
                    <a:pt x="1433" y="864"/>
                    <a:pt x="1431" y="868"/>
                    <a:pt x="1426" y="869"/>
                  </a:cubicBezTo>
                  <a:cubicBezTo>
                    <a:pt x="1418" y="865"/>
                    <a:pt x="1419" y="861"/>
                    <a:pt x="1418" y="851"/>
                  </a:cubicBezTo>
                  <a:cubicBezTo>
                    <a:pt x="1415" y="830"/>
                    <a:pt x="1420" y="808"/>
                    <a:pt x="1416" y="790"/>
                  </a:cubicBezTo>
                  <a:cubicBezTo>
                    <a:pt x="1416" y="787"/>
                    <a:pt x="1418" y="786"/>
                    <a:pt x="1419" y="783"/>
                  </a:cubicBezTo>
                  <a:cubicBezTo>
                    <a:pt x="1416" y="778"/>
                    <a:pt x="1412" y="769"/>
                    <a:pt x="1405" y="776"/>
                  </a:cubicBezTo>
                  <a:cubicBezTo>
                    <a:pt x="1404" y="786"/>
                    <a:pt x="1396" y="797"/>
                    <a:pt x="1394" y="809"/>
                  </a:cubicBezTo>
                  <a:cubicBezTo>
                    <a:pt x="1391" y="804"/>
                    <a:pt x="1388" y="808"/>
                    <a:pt x="1382" y="808"/>
                  </a:cubicBezTo>
                  <a:cubicBezTo>
                    <a:pt x="1377" y="812"/>
                    <a:pt x="1380" y="819"/>
                    <a:pt x="1378" y="826"/>
                  </a:cubicBezTo>
                  <a:cubicBezTo>
                    <a:pt x="1377" y="832"/>
                    <a:pt x="1370" y="835"/>
                    <a:pt x="1369" y="840"/>
                  </a:cubicBezTo>
                  <a:cubicBezTo>
                    <a:pt x="1366" y="851"/>
                    <a:pt x="1369" y="858"/>
                    <a:pt x="1360" y="862"/>
                  </a:cubicBezTo>
                  <a:cubicBezTo>
                    <a:pt x="1353" y="864"/>
                    <a:pt x="1349" y="860"/>
                    <a:pt x="1342" y="866"/>
                  </a:cubicBezTo>
                  <a:cubicBezTo>
                    <a:pt x="1342" y="871"/>
                    <a:pt x="1340" y="871"/>
                    <a:pt x="1342" y="874"/>
                  </a:cubicBezTo>
                  <a:cubicBezTo>
                    <a:pt x="1340" y="876"/>
                    <a:pt x="1337" y="876"/>
                    <a:pt x="1335" y="877"/>
                  </a:cubicBezTo>
                  <a:cubicBezTo>
                    <a:pt x="1334" y="880"/>
                    <a:pt x="1334" y="884"/>
                    <a:pt x="1334" y="887"/>
                  </a:cubicBezTo>
                  <a:cubicBezTo>
                    <a:pt x="1331" y="881"/>
                    <a:pt x="1326" y="888"/>
                    <a:pt x="1322" y="888"/>
                  </a:cubicBezTo>
                  <a:cubicBezTo>
                    <a:pt x="1321" y="893"/>
                    <a:pt x="1324" y="894"/>
                    <a:pt x="1325" y="896"/>
                  </a:cubicBezTo>
                  <a:cubicBezTo>
                    <a:pt x="1319" y="898"/>
                    <a:pt x="1319" y="906"/>
                    <a:pt x="1311" y="907"/>
                  </a:cubicBezTo>
                  <a:cubicBezTo>
                    <a:pt x="1310" y="909"/>
                    <a:pt x="1309" y="912"/>
                    <a:pt x="1308" y="915"/>
                  </a:cubicBezTo>
                  <a:cubicBezTo>
                    <a:pt x="1305" y="915"/>
                    <a:pt x="1304" y="917"/>
                    <a:pt x="1302" y="917"/>
                  </a:cubicBezTo>
                  <a:cubicBezTo>
                    <a:pt x="1297" y="923"/>
                    <a:pt x="1300" y="933"/>
                    <a:pt x="1299" y="942"/>
                  </a:cubicBezTo>
                  <a:cubicBezTo>
                    <a:pt x="1298" y="946"/>
                    <a:pt x="1294" y="949"/>
                    <a:pt x="1294" y="953"/>
                  </a:cubicBezTo>
                  <a:cubicBezTo>
                    <a:pt x="1293" y="960"/>
                    <a:pt x="1297" y="971"/>
                    <a:pt x="1298" y="983"/>
                  </a:cubicBezTo>
                  <a:cubicBezTo>
                    <a:pt x="1298" y="992"/>
                    <a:pt x="1297" y="1002"/>
                    <a:pt x="1300" y="1008"/>
                  </a:cubicBezTo>
                  <a:cubicBezTo>
                    <a:pt x="1301" y="1011"/>
                    <a:pt x="1304" y="1012"/>
                    <a:pt x="1305" y="1014"/>
                  </a:cubicBezTo>
                  <a:cubicBezTo>
                    <a:pt x="1302" y="1024"/>
                    <a:pt x="1309" y="1029"/>
                    <a:pt x="1309" y="1038"/>
                  </a:cubicBezTo>
                  <a:cubicBezTo>
                    <a:pt x="1309" y="1039"/>
                    <a:pt x="1307" y="1042"/>
                    <a:pt x="1307" y="1043"/>
                  </a:cubicBezTo>
                  <a:cubicBezTo>
                    <a:pt x="1306" y="1051"/>
                    <a:pt x="1310" y="1059"/>
                    <a:pt x="1310" y="1066"/>
                  </a:cubicBezTo>
                  <a:cubicBezTo>
                    <a:pt x="1310" y="1071"/>
                    <a:pt x="1306" y="1075"/>
                    <a:pt x="1307" y="1080"/>
                  </a:cubicBezTo>
                  <a:cubicBezTo>
                    <a:pt x="1308" y="1085"/>
                    <a:pt x="1315" y="1089"/>
                    <a:pt x="1320" y="1089"/>
                  </a:cubicBezTo>
                  <a:cubicBezTo>
                    <a:pt x="1319" y="1099"/>
                    <a:pt x="1324" y="1104"/>
                    <a:pt x="1325" y="1112"/>
                  </a:cubicBezTo>
                  <a:cubicBezTo>
                    <a:pt x="1333" y="1111"/>
                    <a:pt x="1334" y="1105"/>
                    <a:pt x="1340" y="1103"/>
                  </a:cubicBezTo>
                  <a:cubicBezTo>
                    <a:pt x="1339" y="1107"/>
                    <a:pt x="1340" y="1114"/>
                    <a:pt x="1344" y="1119"/>
                  </a:cubicBezTo>
                  <a:cubicBezTo>
                    <a:pt x="1350" y="1118"/>
                    <a:pt x="1354" y="1117"/>
                    <a:pt x="1357" y="1122"/>
                  </a:cubicBezTo>
                  <a:cubicBezTo>
                    <a:pt x="1362" y="1119"/>
                    <a:pt x="1370" y="1120"/>
                    <a:pt x="1374" y="1116"/>
                  </a:cubicBezTo>
                  <a:cubicBezTo>
                    <a:pt x="1376" y="1113"/>
                    <a:pt x="1374" y="1110"/>
                    <a:pt x="1374" y="1105"/>
                  </a:cubicBezTo>
                  <a:cubicBezTo>
                    <a:pt x="1377" y="1102"/>
                    <a:pt x="1382" y="1100"/>
                    <a:pt x="1383" y="1095"/>
                  </a:cubicBezTo>
                  <a:cubicBezTo>
                    <a:pt x="1385" y="1095"/>
                    <a:pt x="1387" y="1096"/>
                    <a:pt x="1390" y="1096"/>
                  </a:cubicBezTo>
                  <a:cubicBezTo>
                    <a:pt x="1392" y="1092"/>
                    <a:pt x="1388" y="1082"/>
                    <a:pt x="1396" y="1083"/>
                  </a:cubicBezTo>
                  <a:cubicBezTo>
                    <a:pt x="1393" y="1089"/>
                    <a:pt x="1393" y="1098"/>
                    <a:pt x="1400" y="1098"/>
                  </a:cubicBezTo>
                  <a:cubicBezTo>
                    <a:pt x="1398" y="1083"/>
                    <a:pt x="1403" y="1071"/>
                    <a:pt x="1400" y="1061"/>
                  </a:cubicBezTo>
                  <a:cubicBezTo>
                    <a:pt x="1409" y="1068"/>
                    <a:pt x="1402" y="1082"/>
                    <a:pt x="1408" y="1092"/>
                  </a:cubicBezTo>
                  <a:cubicBezTo>
                    <a:pt x="1407" y="1095"/>
                    <a:pt x="1403" y="1097"/>
                    <a:pt x="1405" y="1101"/>
                  </a:cubicBezTo>
                  <a:cubicBezTo>
                    <a:pt x="1410" y="1101"/>
                    <a:pt x="1411" y="1101"/>
                    <a:pt x="1414" y="1099"/>
                  </a:cubicBezTo>
                  <a:cubicBezTo>
                    <a:pt x="1409" y="1091"/>
                    <a:pt x="1420" y="1086"/>
                    <a:pt x="1425" y="1085"/>
                  </a:cubicBezTo>
                  <a:cubicBezTo>
                    <a:pt x="1426" y="1082"/>
                    <a:pt x="1425" y="1079"/>
                    <a:pt x="1427" y="1076"/>
                  </a:cubicBezTo>
                  <a:cubicBezTo>
                    <a:pt x="1435" y="1075"/>
                    <a:pt x="1440" y="1076"/>
                    <a:pt x="1447" y="1075"/>
                  </a:cubicBezTo>
                  <a:cubicBezTo>
                    <a:pt x="1456" y="1082"/>
                    <a:pt x="1462" y="1092"/>
                    <a:pt x="1465" y="1105"/>
                  </a:cubicBezTo>
                  <a:cubicBezTo>
                    <a:pt x="1473" y="1104"/>
                    <a:pt x="1471" y="1113"/>
                    <a:pt x="1473" y="1118"/>
                  </a:cubicBezTo>
                  <a:cubicBezTo>
                    <a:pt x="1475" y="1122"/>
                    <a:pt x="1479" y="1122"/>
                    <a:pt x="1479" y="1126"/>
                  </a:cubicBezTo>
                  <a:cubicBezTo>
                    <a:pt x="1480" y="1132"/>
                    <a:pt x="1473" y="1139"/>
                    <a:pt x="1475" y="1146"/>
                  </a:cubicBezTo>
                  <a:cubicBezTo>
                    <a:pt x="1481" y="1150"/>
                    <a:pt x="1484" y="1156"/>
                    <a:pt x="1486" y="1164"/>
                  </a:cubicBezTo>
                  <a:cubicBezTo>
                    <a:pt x="1486" y="1166"/>
                    <a:pt x="1491" y="1164"/>
                    <a:pt x="1491" y="1167"/>
                  </a:cubicBezTo>
                  <a:cubicBezTo>
                    <a:pt x="1490" y="1178"/>
                    <a:pt x="1489" y="1185"/>
                    <a:pt x="1492" y="1195"/>
                  </a:cubicBezTo>
                  <a:cubicBezTo>
                    <a:pt x="1495" y="1195"/>
                    <a:pt x="1499" y="1197"/>
                    <a:pt x="1506" y="1198"/>
                  </a:cubicBezTo>
                  <a:cubicBezTo>
                    <a:pt x="1510" y="1193"/>
                    <a:pt x="1509" y="1192"/>
                    <a:pt x="1508" y="1185"/>
                  </a:cubicBezTo>
                  <a:cubicBezTo>
                    <a:pt x="1514" y="1178"/>
                    <a:pt x="1514" y="1168"/>
                    <a:pt x="1520" y="1161"/>
                  </a:cubicBezTo>
                  <a:cubicBezTo>
                    <a:pt x="1523" y="1159"/>
                    <a:pt x="1527" y="1158"/>
                    <a:pt x="1530" y="1155"/>
                  </a:cubicBezTo>
                  <a:cubicBezTo>
                    <a:pt x="1531" y="1154"/>
                    <a:pt x="1530" y="1152"/>
                    <a:pt x="1531" y="1150"/>
                  </a:cubicBezTo>
                  <a:cubicBezTo>
                    <a:pt x="1532" y="1148"/>
                    <a:pt x="1536" y="1145"/>
                    <a:pt x="1539" y="1142"/>
                  </a:cubicBezTo>
                  <a:cubicBezTo>
                    <a:pt x="1544" y="1134"/>
                    <a:pt x="1542" y="1131"/>
                    <a:pt x="1550" y="1129"/>
                  </a:cubicBezTo>
                  <a:cubicBezTo>
                    <a:pt x="1552" y="1117"/>
                    <a:pt x="1566" y="1116"/>
                    <a:pt x="1565" y="1102"/>
                  </a:cubicBezTo>
                  <a:cubicBezTo>
                    <a:pt x="1563" y="1101"/>
                    <a:pt x="1561" y="1105"/>
                    <a:pt x="1561" y="1103"/>
                  </a:cubicBezTo>
                  <a:cubicBezTo>
                    <a:pt x="1566" y="1095"/>
                    <a:pt x="1575" y="1091"/>
                    <a:pt x="1574" y="1078"/>
                  </a:cubicBezTo>
                  <a:cubicBezTo>
                    <a:pt x="1581" y="1073"/>
                    <a:pt x="1583" y="1059"/>
                    <a:pt x="1583" y="1051"/>
                  </a:cubicBezTo>
                  <a:cubicBezTo>
                    <a:pt x="1581" y="1051"/>
                    <a:pt x="1583" y="1054"/>
                    <a:pt x="1581" y="1055"/>
                  </a:cubicBezTo>
                  <a:close/>
                  <a:moveTo>
                    <a:pt x="1508" y="774"/>
                  </a:moveTo>
                  <a:cubicBezTo>
                    <a:pt x="1505" y="780"/>
                    <a:pt x="1512" y="784"/>
                    <a:pt x="1516" y="787"/>
                  </a:cubicBezTo>
                  <a:cubicBezTo>
                    <a:pt x="1516" y="780"/>
                    <a:pt x="1513" y="776"/>
                    <a:pt x="1508" y="774"/>
                  </a:cubicBezTo>
                  <a:close/>
                  <a:moveTo>
                    <a:pt x="1706" y="787"/>
                  </a:moveTo>
                  <a:cubicBezTo>
                    <a:pt x="1705" y="795"/>
                    <a:pt x="1703" y="802"/>
                    <a:pt x="1700" y="808"/>
                  </a:cubicBezTo>
                  <a:cubicBezTo>
                    <a:pt x="1697" y="806"/>
                    <a:pt x="1698" y="806"/>
                    <a:pt x="1696" y="803"/>
                  </a:cubicBezTo>
                  <a:cubicBezTo>
                    <a:pt x="1697" y="809"/>
                    <a:pt x="1694" y="820"/>
                    <a:pt x="1690" y="816"/>
                  </a:cubicBezTo>
                  <a:cubicBezTo>
                    <a:pt x="1691" y="824"/>
                    <a:pt x="1689" y="828"/>
                    <a:pt x="1689" y="835"/>
                  </a:cubicBezTo>
                  <a:cubicBezTo>
                    <a:pt x="1687" y="834"/>
                    <a:pt x="1687" y="832"/>
                    <a:pt x="1685" y="832"/>
                  </a:cubicBezTo>
                  <a:cubicBezTo>
                    <a:pt x="1684" y="835"/>
                    <a:pt x="1685" y="839"/>
                    <a:pt x="1683" y="840"/>
                  </a:cubicBezTo>
                  <a:cubicBezTo>
                    <a:pt x="1681" y="837"/>
                    <a:pt x="1683" y="829"/>
                    <a:pt x="1680" y="827"/>
                  </a:cubicBezTo>
                  <a:cubicBezTo>
                    <a:pt x="1677" y="832"/>
                    <a:pt x="1673" y="839"/>
                    <a:pt x="1675" y="845"/>
                  </a:cubicBezTo>
                  <a:cubicBezTo>
                    <a:pt x="1677" y="846"/>
                    <a:pt x="1678" y="842"/>
                    <a:pt x="1679" y="845"/>
                  </a:cubicBezTo>
                  <a:cubicBezTo>
                    <a:pt x="1674" y="855"/>
                    <a:pt x="1676" y="872"/>
                    <a:pt x="1671" y="885"/>
                  </a:cubicBezTo>
                  <a:cubicBezTo>
                    <a:pt x="1670" y="880"/>
                    <a:pt x="1664" y="879"/>
                    <a:pt x="1661" y="875"/>
                  </a:cubicBezTo>
                  <a:cubicBezTo>
                    <a:pt x="1660" y="877"/>
                    <a:pt x="1659" y="879"/>
                    <a:pt x="1657" y="880"/>
                  </a:cubicBezTo>
                  <a:cubicBezTo>
                    <a:pt x="1655" y="876"/>
                    <a:pt x="1652" y="874"/>
                    <a:pt x="1649" y="872"/>
                  </a:cubicBezTo>
                  <a:cubicBezTo>
                    <a:pt x="1649" y="869"/>
                    <a:pt x="1650" y="865"/>
                    <a:pt x="1648" y="863"/>
                  </a:cubicBezTo>
                  <a:cubicBezTo>
                    <a:pt x="1643" y="867"/>
                    <a:pt x="1642" y="863"/>
                    <a:pt x="1637" y="862"/>
                  </a:cubicBezTo>
                  <a:cubicBezTo>
                    <a:pt x="1635" y="865"/>
                    <a:pt x="1638" y="874"/>
                    <a:pt x="1633" y="874"/>
                  </a:cubicBezTo>
                  <a:cubicBezTo>
                    <a:pt x="1633" y="870"/>
                    <a:pt x="1633" y="871"/>
                    <a:pt x="1633" y="866"/>
                  </a:cubicBezTo>
                  <a:cubicBezTo>
                    <a:pt x="1629" y="865"/>
                    <a:pt x="1628" y="864"/>
                    <a:pt x="1625" y="867"/>
                  </a:cubicBezTo>
                  <a:cubicBezTo>
                    <a:pt x="1625" y="864"/>
                    <a:pt x="1623" y="863"/>
                    <a:pt x="1621" y="862"/>
                  </a:cubicBezTo>
                  <a:cubicBezTo>
                    <a:pt x="1620" y="864"/>
                    <a:pt x="1619" y="871"/>
                    <a:pt x="1621" y="873"/>
                  </a:cubicBezTo>
                  <a:cubicBezTo>
                    <a:pt x="1624" y="874"/>
                    <a:pt x="1623" y="871"/>
                    <a:pt x="1625" y="870"/>
                  </a:cubicBezTo>
                  <a:cubicBezTo>
                    <a:pt x="1627" y="874"/>
                    <a:pt x="1623" y="876"/>
                    <a:pt x="1623" y="880"/>
                  </a:cubicBezTo>
                  <a:cubicBezTo>
                    <a:pt x="1623" y="882"/>
                    <a:pt x="1626" y="882"/>
                    <a:pt x="1626" y="885"/>
                  </a:cubicBezTo>
                  <a:cubicBezTo>
                    <a:pt x="1629" y="884"/>
                    <a:pt x="1630" y="882"/>
                    <a:pt x="1634" y="882"/>
                  </a:cubicBezTo>
                  <a:cubicBezTo>
                    <a:pt x="1637" y="885"/>
                    <a:pt x="1639" y="889"/>
                    <a:pt x="1644" y="890"/>
                  </a:cubicBezTo>
                  <a:cubicBezTo>
                    <a:pt x="1648" y="891"/>
                    <a:pt x="1647" y="887"/>
                    <a:pt x="1650" y="887"/>
                  </a:cubicBezTo>
                  <a:cubicBezTo>
                    <a:pt x="1653" y="893"/>
                    <a:pt x="1658" y="898"/>
                    <a:pt x="1664" y="897"/>
                  </a:cubicBezTo>
                  <a:cubicBezTo>
                    <a:pt x="1665" y="899"/>
                    <a:pt x="1665" y="903"/>
                    <a:pt x="1667" y="904"/>
                  </a:cubicBezTo>
                  <a:cubicBezTo>
                    <a:pt x="1667" y="901"/>
                    <a:pt x="1668" y="899"/>
                    <a:pt x="1669" y="898"/>
                  </a:cubicBezTo>
                  <a:cubicBezTo>
                    <a:pt x="1669" y="900"/>
                    <a:pt x="1670" y="901"/>
                    <a:pt x="1671" y="902"/>
                  </a:cubicBezTo>
                  <a:cubicBezTo>
                    <a:pt x="1672" y="899"/>
                    <a:pt x="1669" y="888"/>
                    <a:pt x="1673" y="886"/>
                  </a:cubicBezTo>
                  <a:cubicBezTo>
                    <a:pt x="1673" y="890"/>
                    <a:pt x="1676" y="891"/>
                    <a:pt x="1677" y="894"/>
                  </a:cubicBezTo>
                  <a:cubicBezTo>
                    <a:pt x="1678" y="889"/>
                    <a:pt x="1683" y="887"/>
                    <a:pt x="1686" y="884"/>
                  </a:cubicBezTo>
                  <a:cubicBezTo>
                    <a:pt x="1692" y="874"/>
                    <a:pt x="1693" y="862"/>
                    <a:pt x="1697" y="850"/>
                  </a:cubicBezTo>
                  <a:cubicBezTo>
                    <a:pt x="1703" y="831"/>
                    <a:pt x="1713" y="807"/>
                    <a:pt x="1706" y="787"/>
                  </a:cubicBezTo>
                  <a:close/>
                  <a:moveTo>
                    <a:pt x="1682" y="843"/>
                  </a:moveTo>
                  <a:cubicBezTo>
                    <a:pt x="1680" y="843"/>
                    <a:pt x="1678" y="840"/>
                    <a:pt x="1680" y="839"/>
                  </a:cubicBezTo>
                  <a:cubicBezTo>
                    <a:pt x="1682" y="839"/>
                    <a:pt x="1682" y="841"/>
                    <a:pt x="1682" y="843"/>
                  </a:cubicBezTo>
                  <a:close/>
                  <a:moveTo>
                    <a:pt x="1550" y="804"/>
                  </a:moveTo>
                  <a:cubicBezTo>
                    <a:pt x="1553" y="805"/>
                    <a:pt x="1554" y="808"/>
                    <a:pt x="1557" y="810"/>
                  </a:cubicBezTo>
                  <a:cubicBezTo>
                    <a:pt x="1557" y="807"/>
                    <a:pt x="1557" y="804"/>
                    <a:pt x="1556" y="803"/>
                  </a:cubicBezTo>
                  <a:cubicBezTo>
                    <a:pt x="1554" y="804"/>
                    <a:pt x="1550" y="802"/>
                    <a:pt x="1550" y="804"/>
                  </a:cubicBezTo>
                  <a:close/>
                  <a:moveTo>
                    <a:pt x="1565" y="849"/>
                  </a:moveTo>
                  <a:cubicBezTo>
                    <a:pt x="1570" y="830"/>
                    <a:pt x="1554" y="815"/>
                    <a:pt x="1543" y="805"/>
                  </a:cubicBezTo>
                  <a:cubicBezTo>
                    <a:pt x="1542" y="811"/>
                    <a:pt x="1547" y="818"/>
                    <a:pt x="1548" y="824"/>
                  </a:cubicBezTo>
                  <a:cubicBezTo>
                    <a:pt x="1560" y="827"/>
                    <a:pt x="1556" y="844"/>
                    <a:pt x="1565" y="849"/>
                  </a:cubicBezTo>
                  <a:close/>
                  <a:moveTo>
                    <a:pt x="1596" y="815"/>
                  </a:moveTo>
                  <a:cubicBezTo>
                    <a:pt x="1596" y="812"/>
                    <a:pt x="1597" y="807"/>
                    <a:pt x="1594" y="807"/>
                  </a:cubicBezTo>
                  <a:cubicBezTo>
                    <a:pt x="1595" y="809"/>
                    <a:pt x="1592" y="815"/>
                    <a:pt x="1596" y="815"/>
                  </a:cubicBezTo>
                  <a:close/>
                  <a:moveTo>
                    <a:pt x="1686" y="817"/>
                  </a:moveTo>
                  <a:cubicBezTo>
                    <a:pt x="1687" y="815"/>
                    <a:pt x="1689" y="811"/>
                    <a:pt x="1685" y="811"/>
                  </a:cubicBezTo>
                  <a:cubicBezTo>
                    <a:pt x="1686" y="813"/>
                    <a:pt x="1684" y="817"/>
                    <a:pt x="1686" y="817"/>
                  </a:cubicBezTo>
                  <a:close/>
                  <a:moveTo>
                    <a:pt x="1584" y="835"/>
                  </a:moveTo>
                  <a:cubicBezTo>
                    <a:pt x="1582" y="832"/>
                    <a:pt x="1582" y="829"/>
                    <a:pt x="1577" y="830"/>
                  </a:cubicBezTo>
                  <a:cubicBezTo>
                    <a:pt x="1577" y="826"/>
                    <a:pt x="1575" y="823"/>
                    <a:pt x="1572" y="821"/>
                  </a:cubicBezTo>
                  <a:cubicBezTo>
                    <a:pt x="1571" y="837"/>
                    <a:pt x="1586" y="836"/>
                    <a:pt x="1589" y="848"/>
                  </a:cubicBezTo>
                  <a:cubicBezTo>
                    <a:pt x="1593" y="849"/>
                    <a:pt x="1592" y="849"/>
                    <a:pt x="1596" y="849"/>
                  </a:cubicBezTo>
                  <a:cubicBezTo>
                    <a:pt x="1593" y="844"/>
                    <a:pt x="1591" y="838"/>
                    <a:pt x="1588" y="833"/>
                  </a:cubicBezTo>
                  <a:cubicBezTo>
                    <a:pt x="1585" y="832"/>
                    <a:pt x="1586" y="834"/>
                    <a:pt x="1584" y="835"/>
                  </a:cubicBezTo>
                  <a:close/>
                  <a:moveTo>
                    <a:pt x="1190" y="823"/>
                  </a:moveTo>
                  <a:cubicBezTo>
                    <a:pt x="1178" y="826"/>
                    <a:pt x="1171" y="835"/>
                    <a:pt x="1162" y="841"/>
                  </a:cubicBezTo>
                  <a:cubicBezTo>
                    <a:pt x="1176" y="843"/>
                    <a:pt x="1186" y="834"/>
                    <a:pt x="1190" y="823"/>
                  </a:cubicBezTo>
                  <a:close/>
                  <a:moveTo>
                    <a:pt x="1513" y="836"/>
                  </a:moveTo>
                  <a:cubicBezTo>
                    <a:pt x="1515" y="833"/>
                    <a:pt x="1512" y="828"/>
                    <a:pt x="1510" y="827"/>
                  </a:cubicBezTo>
                  <a:cubicBezTo>
                    <a:pt x="1508" y="829"/>
                    <a:pt x="1509" y="835"/>
                    <a:pt x="1513" y="836"/>
                  </a:cubicBezTo>
                  <a:close/>
                  <a:moveTo>
                    <a:pt x="1669" y="831"/>
                  </a:moveTo>
                  <a:cubicBezTo>
                    <a:pt x="1667" y="834"/>
                    <a:pt x="1665" y="841"/>
                    <a:pt x="1671" y="841"/>
                  </a:cubicBezTo>
                  <a:cubicBezTo>
                    <a:pt x="1672" y="839"/>
                    <a:pt x="1674" y="830"/>
                    <a:pt x="1669" y="831"/>
                  </a:cubicBezTo>
                  <a:close/>
                  <a:moveTo>
                    <a:pt x="1704" y="836"/>
                  </a:moveTo>
                  <a:cubicBezTo>
                    <a:pt x="1705" y="840"/>
                    <a:pt x="1701" y="844"/>
                    <a:pt x="1704" y="847"/>
                  </a:cubicBezTo>
                  <a:cubicBezTo>
                    <a:pt x="1703" y="843"/>
                    <a:pt x="1708" y="837"/>
                    <a:pt x="1704" y="836"/>
                  </a:cubicBezTo>
                  <a:close/>
                  <a:moveTo>
                    <a:pt x="1607" y="846"/>
                  </a:moveTo>
                  <a:cubicBezTo>
                    <a:pt x="1604" y="845"/>
                    <a:pt x="1603" y="843"/>
                    <a:pt x="1600" y="842"/>
                  </a:cubicBezTo>
                  <a:cubicBezTo>
                    <a:pt x="1599" y="845"/>
                    <a:pt x="1598" y="851"/>
                    <a:pt x="1600" y="853"/>
                  </a:cubicBezTo>
                  <a:cubicBezTo>
                    <a:pt x="1604" y="853"/>
                    <a:pt x="1606" y="850"/>
                    <a:pt x="1607" y="846"/>
                  </a:cubicBezTo>
                  <a:close/>
                  <a:moveTo>
                    <a:pt x="1631" y="848"/>
                  </a:moveTo>
                  <a:cubicBezTo>
                    <a:pt x="1632" y="853"/>
                    <a:pt x="1632" y="858"/>
                    <a:pt x="1636" y="861"/>
                  </a:cubicBezTo>
                  <a:cubicBezTo>
                    <a:pt x="1638" y="856"/>
                    <a:pt x="1635" y="849"/>
                    <a:pt x="1631" y="848"/>
                  </a:cubicBezTo>
                  <a:close/>
                  <a:moveTo>
                    <a:pt x="1590" y="854"/>
                  </a:moveTo>
                  <a:cubicBezTo>
                    <a:pt x="1588" y="856"/>
                    <a:pt x="1585" y="858"/>
                    <a:pt x="1585" y="862"/>
                  </a:cubicBezTo>
                  <a:cubicBezTo>
                    <a:pt x="1586" y="863"/>
                    <a:pt x="1587" y="865"/>
                    <a:pt x="1589" y="865"/>
                  </a:cubicBezTo>
                  <a:cubicBezTo>
                    <a:pt x="1591" y="860"/>
                    <a:pt x="1592" y="864"/>
                    <a:pt x="1595" y="865"/>
                  </a:cubicBezTo>
                  <a:cubicBezTo>
                    <a:pt x="1597" y="865"/>
                    <a:pt x="1598" y="863"/>
                    <a:pt x="1598" y="861"/>
                  </a:cubicBezTo>
                  <a:cubicBezTo>
                    <a:pt x="1596" y="858"/>
                    <a:pt x="1593" y="856"/>
                    <a:pt x="1590" y="854"/>
                  </a:cubicBezTo>
                  <a:close/>
                  <a:moveTo>
                    <a:pt x="1604" y="854"/>
                  </a:moveTo>
                  <a:cubicBezTo>
                    <a:pt x="1600" y="860"/>
                    <a:pt x="1606" y="864"/>
                    <a:pt x="1609" y="867"/>
                  </a:cubicBezTo>
                  <a:cubicBezTo>
                    <a:pt x="1610" y="863"/>
                    <a:pt x="1612" y="867"/>
                    <a:pt x="1614" y="867"/>
                  </a:cubicBezTo>
                  <a:cubicBezTo>
                    <a:pt x="1614" y="863"/>
                    <a:pt x="1613" y="859"/>
                    <a:pt x="1612" y="856"/>
                  </a:cubicBezTo>
                  <a:cubicBezTo>
                    <a:pt x="1608" y="857"/>
                    <a:pt x="1608" y="855"/>
                    <a:pt x="1604" y="854"/>
                  </a:cubicBezTo>
                  <a:close/>
                  <a:moveTo>
                    <a:pt x="1616" y="858"/>
                  </a:moveTo>
                  <a:cubicBezTo>
                    <a:pt x="1615" y="860"/>
                    <a:pt x="1616" y="863"/>
                    <a:pt x="1619" y="863"/>
                  </a:cubicBezTo>
                  <a:cubicBezTo>
                    <a:pt x="1621" y="862"/>
                    <a:pt x="1620" y="857"/>
                    <a:pt x="1616" y="858"/>
                  </a:cubicBezTo>
                  <a:close/>
                  <a:moveTo>
                    <a:pt x="1693" y="877"/>
                  </a:moveTo>
                  <a:cubicBezTo>
                    <a:pt x="1694" y="880"/>
                    <a:pt x="1692" y="879"/>
                    <a:pt x="1692" y="882"/>
                  </a:cubicBezTo>
                  <a:cubicBezTo>
                    <a:pt x="1695" y="883"/>
                    <a:pt x="1697" y="876"/>
                    <a:pt x="1693" y="877"/>
                  </a:cubicBezTo>
                  <a:close/>
                  <a:moveTo>
                    <a:pt x="1121" y="1017"/>
                  </a:moveTo>
                  <a:cubicBezTo>
                    <a:pt x="1117" y="1003"/>
                    <a:pt x="1127" y="992"/>
                    <a:pt x="1132" y="979"/>
                  </a:cubicBezTo>
                  <a:cubicBezTo>
                    <a:pt x="1130" y="978"/>
                    <a:pt x="1130" y="977"/>
                    <a:pt x="1129" y="977"/>
                  </a:cubicBezTo>
                  <a:cubicBezTo>
                    <a:pt x="1125" y="984"/>
                    <a:pt x="1108" y="984"/>
                    <a:pt x="1116" y="998"/>
                  </a:cubicBezTo>
                  <a:cubicBezTo>
                    <a:pt x="1114" y="999"/>
                    <a:pt x="1113" y="1002"/>
                    <a:pt x="1111" y="1003"/>
                  </a:cubicBezTo>
                  <a:cubicBezTo>
                    <a:pt x="1111" y="999"/>
                    <a:pt x="1113" y="994"/>
                    <a:pt x="1108" y="995"/>
                  </a:cubicBezTo>
                  <a:cubicBezTo>
                    <a:pt x="1104" y="998"/>
                    <a:pt x="1111" y="1010"/>
                    <a:pt x="1105" y="1012"/>
                  </a:cubicBezTo>
                  <a:cubicBezTo>
                    <a:pt x="1099" y="1012"/>
                    <a:pt x="1095" y="1006"/>
                    <a:pt x="1089" y="1007"/>
                  </a:cubicBezTo>
                  <a:cubicBezTo>
                    <a:pt x="1089" y="1009"/>
                    <a:pt x="1089" y="1010"/>
                    <a:pt x="1088" y="1010"/>
                  </a:cubicBezTo>
                  <a:cubicBezTo>
                    <a:pt x="1089" y="1015"/>
                    <a:pt x="1096" y="1014"/>
                    <a:pt x="1094" y="1021"/>
                  </a:cubicBezTo>
                  <a:cubicBezTo>
                    <a:pt x="1101" y="1020"/>
                    <a:pt x="1097" y="1026"/>
                    <a:pt x="1099" y="1029"/>
                  </a:cubicBezTo>
                  <a:cubicBezTo>
                    <a:pt x="1103" y="1028"/>
                    <a:pt x="1107" y="1028"/>
                    <a:pt x="1108" y="1031"/>
                  </a:cubicBezTo>
                  <a:cubicBezTo>
                    <a:pt x="1109" y="1034"/>
                    <a:pt x="1107" y="1034"/>
                    <a:pt x="1108" y="1036"/>
                  </a:cubicBezTo>
                  <a:cubicBezTo>
                    <a:pt x="1109" y="1041"/>
                    <a:pt x="1115" y="1043"/>
                    <a:pt x="1119" y="1049"/>
                  </a:cubicBezTo>
                  <a:cubicBezTo>
                    <a:pt x="1122" y="1054"/>
                    <a:pt x="1123" y="1064"/>
                    <a:pt x="1132" y="1061"/>
                  </a:cubicBezTo>
                  <a:cubicBezTo>
                    <a:pt x="1134" y="1053"/>
                    <a:pt x="1126" y="1055"/>
                    <a:pt x="1126" y="1050"/>
                  </a:cubicBezTo>
                  <a:cubicBezTo>
                    <a:pt x="1126" y="1047"/>
                    <a:pt x="1126" y="1044"/>
                    <a:pt x="1129" y="1043"/>
                  </a:cubicBezTo>
                  <a:cubicBezTo>
                    <a:pt x="1135" y="1043"/>
                    <a:pt x="1135" y="1043"/>
                    <a:pt x="1135" y="1043"/>
                  </a:cubicBezTo>
                  <a:cubicBezTo>
                    <a:pt x="1137" y="1041"/>
                    <a:pt x="1138" y="1038"/>
                    <a:pt x="1138" y="1035"/>
                  </a:cubicBezTo>
                  <a:cubicBezTo>
                    <a:pt x="1132" y="1030"/>
                    <a:pt x="1127" y="1023"/>
                    <a:pt x="1121" y="1017"/>
                  </a:cubicBezTo>
                  <a:close/>
                  <a:moveTo>
                    <a:pt x="1194" y="1114"/>
                  </a:moveTo>
                  <a:cubicBezTo>
                    <a:pt x="1189" y="1106"/>
                    <a:pt x="1180" y="1101"/>
                    <a:pt x="1175" y="1094"/>
                  </a:cubicBezTo>
                  <a:cubicBezTo>
                    <a:pt x="1174" y="1092"/>
                    <a:pt x="1174" y="1090"/>
                    <a:pt x="1172" y="1087"/>
                  </a:cubicBezTo>
                  <a:cubicBezTo>
                    <a:pt x="1169" y="1083"/>
                    <a:pt x="1164" y="1082"/>
                    <a:pt x="1163" y="1079"/>
                  </a:cubicBezTo>
                  <a:cubicBezTo>
                    <a:pt x="1160" y="1069"/>
                    <a:pt x="1155" y="1062"/>
                    <a:pt x="1149" y="1055"/>
                  </a:cubicBezTo>
                  <a:cubicBezTo>
                    <a:pt x="1147" y="1057"/>
                    <a:pt x="1145" y="1058"/>
                    <a:pt x="1143" y="1060"/>
                  </a:cubicBezTo>
                  <a:cubicBezTo>
                    <a:pt x="1142" y="1059"/>
                    <a:pt x="1143" y="1057"/>
                    <a:pt x="1140" y="1057"/>
                  </a:cubicBezTo>
                  <a:cubicBezTo>
                    <a:pt x="1133" y="1073"/>
                    <a:pt x="1158" y="1081"/>
                    <a:pt x="1152" y="1096"/>
                  </a:cubicBezTo>
                  <a:cubicBezTo>
                    <a:pt x="1155" y="1097"/>
                    <a:pt x="1156" y="1097"/>
                    <a:pt x="1159" y="1097"/>
                  </a:cubicBezTo>
                  <a:cubicBezTo>
                    <a:pt x="1160" y="1103"/>
                    <a:pt x="1166" y="1106"/>
                    <a:pt x="1167" y="1111"/>
                  </a:cubicBezTo>
                  <a:cubicBezTo>
                    <a:pt x="1167" y="1112"/>
                    <a:pt x="1165" y="1113"/>
                    <a:pt x="1166" y="1114"/>
                  </a:cubicBezTo>
                  <a:cubicBezTo>
                    <a:pt x="1168" y="1117"/>
                    <a:pt x="1173" y="1119"/>
                    <a:pt x="1170" y="1125"/>
                  </a:cubicBezTo>
                  <a:cubicBezTo>
                    <a:pt x="1173" y="1127"/>
                    <a:pt x="1176" y="1130"/>
                    <a:pt x="1177" y="1135"/>
                  </a:cubicBezTo>
                  <a:cubicBezTo>
                    <a:pt x="1185" y="1138"/>
                    <a:pt x="1193" y="1135"/>
                    <a:pt x="1201" y="1139"/>
                  </a:cubicBezTo>
                  <a:cubicBezTo>
                    <a:pt x="1202" y="1136"/>
                    <a:pt x="1204" y="1135"/>
                    <a:pt x="1205" y="1133"/>
                  </a:cubicBezTo>
                  <a:cubicBezTo>
                    <a:pt x="1198" y="1129"/>
                    <a:pt x="1198" y="1121"/>
                    <a:pt x="1194" y="1114"/>
                  </a:cubicBezTo>
                  <a:close/>
                  <a:moveTo>
                    <a:pt x="1073" y="1080"/>
                  </a:moveTo>
                  <a:cubicBezTo>
                    <a:pt x="1077" y="1081"/>
                    <a:pt x="1078" y="1078"/>
                    <a:pt x="1079" y="1074"/>
                  </a:cubicBezTo>
                  <a:cubicBezTo>
                    <a:pt x="1077" y="1073"/>
                    <a:pt x="1076" y="1072"/>
                    <a:pt x="1074" y="1072"/>
                  </a:cubicBezTo>
                  <a:cubicBezTo>
                    <a:pt x="1073" y="1074"/>
                    <a:pt x="1071" y="1078"/>
                    <a:pt x="1073" y="1080"/>
                  </a:cubicBezTo>
                  <a:close/>
                  <a:moveTo>
                    <a:pt x="1399" y="1111"/>
                  </a:moveTo>
                  <a:cubicBezTo>
                    <a:pt x="1401" y="1111"/>
                    <a:pt x="1401" y="1110"/>
                    <a:pt x="1402" y="1110"/>
                  </a:cubicBezTo>
                  <a:cubicBezTo>
                    <a:pt x="1402" y="1109"/>
                    <a:pt x="1402" y="1107"/>
                    <a:pt x="1402" y="1105"/>
                  </a:cubicBezTo>
                  <a:cubicBezTo>
                    <a:pt x="1401" y="1103"/>
                    <a:pt x="1396" y="1104"/>
                    <a:pt x="1394" y="1103"/>
                  </a:cubicBezTo>
                  <a:cubicBezTo>
                    <a:pt x="1395" y="1106"/>
                    <a:pt x="1396" y="1110"/>
                    <a:pt x="1399" y="1111"/>
                  </a:cubicBezTo>
                  <a:close/>
                  <a:moveTo>
                    <a:pt x="1321" y="1124"/>
                  </a:moveTo>
                  <a:cubicBezTo>
                    <a:pt x="1324" y="1124"/>
                    <a:pt x="1324" y="1121"/>
                    <a:pt x="1324" y="1118"/>
                  </a:cubicBezTo>
                  <a:cubicBezTo>
                    <a:pt x="1321" y="1118"/>
                    <a:pt x="1319" y="1120"/>
                    <a:pt x="1319" y="1123"/>
                  </a:cubicBezTo>
                  <a:cubicBezTo>
                    <a:pt x="1319" y="1123"/>
                    <a:pt x="1321" y="1123"/>
                    <a:pt x="1321" y="1124"/>
                  </a:cubicBezTo>
                  <a:close/>
                  <a:moveTo>
                    <a:pt x="1318" y="1124"/>
                  </a:moveTo>
                  <a:cubicBezTo>
                    <a:pt x="1315" y="1123"/>
                    <a:pt x="1315" y="1125"/>
                    <a:pt x="1315" y="1127"/>
                  </a:cubicBezTo>
                  <a:cubicBezTo>
                    <a:pt x="1317" y="1128"/>
                    <a:pt x="1318" y="1126"/>
                    <a:pt x="1318" y="1124"/>
                  </a:cubicBezTo>
                  <a:close/>
                  <a:moveTo>
                    <a:pt x="1345" y="1125"/>
                  </a:moveTo>
                  <a:cubicBezTo>
                    <a:pt x="1345" y="1132"/>
                    <a:pt x="1345" y="1132"/>
                    <a:pt x="1345" y="1132"/>
                  </a:cubicBezTo>
                  <a:cubicBezTo>
                    <a:pt x="1349" y="1133"/>
                    <a:pt x="1349" y="1123"/>
                    <a:pt x="1345" y="1125"/>
                  </a:cubicBezTo>
                  <a:close/>
                  <a:moveTo>
                    <a:pt x="1341" y="1137"/>
                  </a:moveTo>
                  <a:cubicBezTo>
                    <a:pt x="1332" y="1139"/>
                    <a:pt x="1321" y="1137"/>
                    <a:pt x="1318" y="1129"/>
                  </a:cubicBezTo>
                  <a:cubicBezTo>
                    <a:pt x="1312" y="1142"/>
                    <a:pt x="1315" y="1151"/>
                    <a:pt x="1311" y="1163"/>
                  </a:cubicBezTo>
                  <a:cubicBezTo>
                    <a:pt x="1317" y="1161"/>
                    <a:pt x="1316" y="1168"/>
                    <a:pt x="1323" y="1170"/>
                  </a:cubicBezTo>
                  <a:cubicBezTo>
                    <a:pt x="1325" y="1164"/>
                    <a:pt x="1332" y="1162"/>
                    <a:pt x="1334" y="1155"/>
                  </a:cubicBezTo>
                  <a:cubicBezTo>
                    <a:pt x="1333" y="1154"/>
                    <a:pt x="1331" y="1155"/>
                    <a:pt x="1331" y="1152"/>
                  </a:cubicBezTo>
                  <a:cubicBezTo>
                    <a:pt x="1335" y="1148"/>
                    <a:pt x="1338" y="1143"/>
                    <a:pt x="1341" y="1137"/>
                  </a:cubicBezTo>
                  <a:close/>
                  <a:moveTo>
                    <a:pt x="1196" y="1143"/>
                  </a:moveTo>
                  <a:cubicBezTo>
                    <a:pt x="1192" y="1143"/>
                    <a:pt x="1192" y="1143"/>
                    <a:pt x="1192" y="1143"/>
                  </a:cubicBezTo>
                  <a:cubicBezTo>
                    <a:pt x="1191" y="1146"/>
                    <a:pt x="1191" y="1151"/>
                    <a:pt x="1195" y="1151"/>
                  </a:cubicBezTo>
                  <a:cubicBezTo>
                    <a:pt x="1194" y="1148"/>
                    <a:pt x="1197" y="1147"/>
                    <a:pt x="1196" y="1143"/>
                  </a:cubicBezTo>
                  <a:close/>
                  <a:moveTo>
                    <a:pt x="284" y="1289"/>
                  </a:moveTo>
                  <a:cubicBezTo>
                    <a:pt x="281" y="1281"/>
                    <a:pt x="276" y="1275"/>
                    <a:pt x="270" y="1271"/>
                  </a:cubicBezTo>
                  <a:cubicBezTo>
                    <a:pt x="272" y="1279"/>
                    <a:pt x="278" y="1284"/>
                    <a:pt x="284" y="1289"/>
                  </a:cubicBezTo>
                  <a:close/>
                  <a:moveTo>
                    <a:pt x="286" y="1293"/>
                  </a:moveTo>
                  <a:cubicBezTo>
                    <a:pt x="286" y="1295"/>
                    <a:pt x="287" y="1296"/>
                    <a:pt x="290" y="1296"/>
                  </a:cubicBezTo>
                  <a:cubicBezTo>
                    <a:pt x="290" y="1293"/>
                    <a:pt x="288" y="1293"/>
                    <a:pt x="286" y="1293"/>
                  </a:cubicBezTo>
                  <a:close/>
                  <a:moveTo>
                    <a:pt x="350" y="1358"/>
                  </a:moveTo>
                  <a:cubicBezTo>
                    <a:pt x="349" y="1355"/>
                    <a:pt x="347" y="1352"/>
                    <a:pt x="343" y="1351"/>
                  </a:cubicBezTo>
                  <a:cubicBezTo>
                    <a:pt x="344" y="1355"/>
                    <a:pt x="348" y="1356"/>
                    <a:pt x="350" y="1358"/>
                  </a:cubicBezTo>
                  <a:close/>
                  <a:moveTo>
                    <a:pt x="359" y="1369"/>
                  </a:moveTo>
                  <a:cubicBezTo>
                    <a:pt x="360" y="1371"/>
                    <a:pt x="361" y="1373"/>
                    <a:pt x="364" y="1374"/>
                  </a:cubicBezTo>
                  <a:cubicBezTo>
                    <a:pt x="363" y="1372"/>
                    <a:pt x="361" y="1367"/>
                    <a:pt x="359" y="1369"/>
                  </a:cubicBezTo>
                  <a:close/>
                  <a:moveTo>
                    <a:pt x="369" y="1383"/>
                  </a:moveTo>
                  <a:cubicBezTo>
                    <a:pt x="373" y="1382"/>
                    <a:pt x="369" y="1389"/>
                    <a:pt x="373" y="1388"/>
                  </a:cubicBezTo>
                  <a:cubicBezTo>
                    <a:pt x="374" y="1384"/>
                    <a:pt x="371" y="1380"/>
                    <a:pt x="369" y="1383"/>
                  </a:cubicBezTo>
                  <a:close/>
                  <a:moveTo>
                    <a:pt x="364" y="1432"/>
                  </a:moveTo>
                  <a:cubicBezTo>
                    <a:pt x="361" y="1431"/>
                    <a:pt x="359" y="1429"/>
                    <a:pt x="356" y="1428"/>
                  </a:cubicBezTo>
                  <a:cubicBezTo>
                    <a:pt x="358" y="1433"/>
                    <a:pt x="356" y="1436"/>
                    <a:pt x="360" y="1439"/>
                  </a:cubicBezTo>
                  <a:cubicBezTo>
                    <a:pt x="363" y="1440"/>
                    <a:pt x="365" y="1440"/>
                    <a:pt x="366" y="1438"/>
                  </a:cubicBezTo>
                  <a:cubicBezTo>
                    <a:pt x="363" y="1436"/>
                    <a:pt x="362" y="1435"/>
                    <a:pt x="364" y="1432"/>
                  </a:cubicBezTo>
                  <a:close/>
                  <a:moveTo>
                    <a:pt x="732" y="67"/>
                  </a:moveTo>
                  <a:cubicBezTo>
                    <a:pt x="718" y="64"/>
                    <a:pt x="703" y="59"/>
                    <a:pt x="689" y="58"/>
                  </a:cubicBezTo>
                  <a:cubicBezTo>
                    <a:pt x="682" y="54"/>
                    <a:pt x="675" y="54"/>
                    <a:pt x="668" y="48"/>
                  </a:cubicBezTo>
                  <a:cubicBezTo>
                    <a:pt x="680" y="51"/>
                    <a:pt x="684" y="46"/>
                    <a:pt x="696" y="47"/>
                  </a:cubicBezTo>
                  <a:cubicBezTo>
                    <a:pt x="697" y="42"/>
                    <a:pt x="691" y="44"/>
                    <a:pt x="691" y="41"/>
                  </a:cubicBezTo>
                  <a:cubicBezTo>
                    <a:pt x="694" y="41"/>
                    <a:pt x="697" y="42"/>
                    <a:pt x="701" y="42"/>
                  </a:cubicBezTo>
                  <a:cubicBezTo>
                    <a:pt x="702" y="40"/>
                    <a:pt x="703" y="39"/>
                    <a:pt x="704" y="37"/>
                  </a:cubicBezTo>
                  <a:cubicBezTo>
                    <a:pt x="702" y="34"/>
                    <a:pt x="698" y="39"/>
                    <a:pt x="697" y="36"/>
                  </a:cubicBezTo>
                  <a:cubicBezTo>
                    <a:pt x="700" y="35"/>
                    <a:pt x="702" y="35"/>
                    <a:pt x="703" y="32"/>
                  </a:cubicBezTo>
                  <a:cubicBezTo>
                    <a:pt x="693" y="28"/>
                    <a:pt x="680" y="24"/>
                    <a:pt x="665" y="25"/>
                  </a:cubicBezTo>
                  <a:cubicBezTo>
                    <a:pt x="664" y="22"/>
                    <a:pt x="665" y="22"/>
                    <a:pt x="661" y="21"/>
                  </a:cubicBezTo>
                  <a:cubicBezTo>
                    <a:pt x="670" y="20"/>
                    <a:pt x="687" y="24"/>
                    <a:pt x="692" y="14"/>
                  </a:cubicBezTo>
                  <a:cubicBezTo>
                    <a:pt x="678" y="11"/>
                    <a:pt x="670" y="15"/>
                    <a:pt x="657" y="14"/>
                  </a:cubicBezTo>
                  <a:cubicBezTo>
                    <a:pt x="662" y="10"/>
                    <a:pt x="670" y="9"/>
                    <a:pt x="675" y="5"/>
                  </a:cubicBezTo>
                  <a:cubicBezTo>
                    <a:pt x="669" y="3"/>
                    <a:pt x="658" y="6"/>
                    <a:pt x="655" y="0"/>
                  </a:cubicBezTo>
                  <a:cubicBezTo>
                    <a:pt x="626" y="0"/>
                    <a:pt x="595" y="8"/>
                    <a:pt x="569" y="17"/>
                  </a:cubicBezTo>
                  <a:cubicBezTo>
                    <a:pt x="555" y="11"/>
                    <a:pt x="540" y="23"/>
                    <a:pt x="526" y="24"/>
                  </a:cubicBezTo>
                  <a:cubicBezTo>
                    <a:pt x="527" y="24"/>
                    <a:pt x="527" y="23"/>
                    <a:pt x="525" y="23"/>
                  </a:cubicBezTo>
                  <a:cubicBezTo>
                    <a:pt x="524" y="25"/>
                    <a:pt x="522" y="24"/>
                    <a:pt x="524" y="26"/>
                  </a:cubicBezTo>
                  <a:cubicBezTo>
                    <a:pt x="515" y="28"/>
                    <a:pt x="507" y="32"/>
                    <a:pt x="499" y="35"/>
                  </a:cubicBezTo>
                  <a:cubicBezTo>
                    <a:pt x="460" y="51"/>
                    <a:pt x="419" y="76"/>
                    <a:pt x="386" y="98"/>
                  </a:cubicBezTo>
                  <a:cubicBezTo>
                    <a:pt x="324" y="140"/>
                    <a:pt x="261" y="193"/>
                    <a:pt x="212" y="249"/>
                  </a:cubicBezTo>
                  <a:cubicBezTo>
                    <a:pt x="191" y="272"/>
                    <a:pt x="179" y="300"/>
                    <a:pt x="165" y="324"/>
                  </a:cubicBezTo>
                  <a:cubicBezTo>
                    <a:pt x="168" y="328"/>
                    <a:pt x="160" y="331"/>
                    <a:pt x="163" y="334"/>
                  </a:cubicBezTo>
                  <a:cubicBezTo>
                    <a:pt x="165" y="330"/>
                    <a:pt x="166" y="337"/>
                    <a:pt x="164" y="337"/>
                  </a:cubicBezTo>
                  <a:cubicBezTo>
                    <a:pt x="166" y="338"/>
                    <a:pt x="167" y="335"/>
                    <a:pt x="168" y="337"/>
                  </a:cubicBezTo>
                  <a:cubicBezTo>
                    <a:pt x="166" y="341"/>
                    <a:pt x="165" y="346"/>
                    <a:pt x="170" y="347"/>
                  </a:cubicBezTo>
                  <a:cubicBezTo>
                    <a:pt x="168" y="379"/>
                    <a:pt x="140" y="395"/>
                    <a:pt x="144" y="426"/>
                  </a:cubicBezTo>
                  <a:cubicBezTo>
                    <a:pt x="152" y="412"/>
                    <a:pt x="160" y="398"/>
                    <a:pt x="167" y="384"/>
                  </a:cubicBezTo>
                  <a:cubicBezTo>
                    <a:pt x="167" y="372"/>
                    <a:pt x="176" y="369"/>
                    <a:pt x="181" y="360"/>
                  </a:cubicBezTo>
                  <a:cubicBezTo>
                    <a:pt x="183" y="361"/>
                    <a:pt x="182" y="364"/>
                    <a:pt x="185" y="363"/>
                  </a:cubicBezTo>
                  <a:cubicBezTo>
                    <a:pt x="191" y="353"/>
                    <a:pt x="203" y="345"/>
                    <a:pt x="215" y="346"/>
                  </a:cubicBezTo>
                  <a:cubicBezTo>
                    <a:pt x="213" y="351"/>
                    <a:pt x="211" y="355"/>
                    <a:pt x="208" y="359"/>
                  </a:cubicBezTo>
                  <a:cubicBezTo>
                    <a:pt x="211" y="358"/>
                    <a:pt x="213" y="355"/>
                    <a:pt x="216" y="354"/>
                  </a:cubicBezTo>
                  <a:cubicBezTo>
                    <a:pt x="216" y="354"/>
                    <a:pt x="214" y="356"/>
                    <a:pt x="215" y="356"/>
                  </a:cubicBezTo>
                  <a:cubicBezTo>
                    <a:pt x="221" y="356"/>
                    <a:pt x="223" y="349"/>
                    <a:pt x="231" y="343"/>
                  </a:cubicBezTo>
                  <a:cubicBezTo>
                    <a:pt x="233" y="343"/>
                    <a:pt x="232" y="346"/>
                    <a:pt x="234" y="345"/>
                  </a:cubicBezTo>
                  <a:cubicBezTo>
                    <a:pt x="237" y="341"/>
                    <a:pt x="241" y="339"/>
                    <a:pt x="245" y="337"/>
                  </a:cubicBezTo>
                  <a:cubicBezTo>
                    <a:pt x="245" y="340"/>
                    <a:pt x="245" y="340"/>
                    <a:pt x="245" y="340"/>
                  </a:cubicBezTo>
                  <a:cubicBezTo>
                    <a:pt x="250" y="342"/>
                    <a:pt x="251" y="335"/>
                    <a:pt x="253" y="337"/>
                  </a:cubicBezTo>
                  <a:cubicBezTo>
                    <a:pt x="252" y="340"/>
                    <a:pt x="251" y="342"/>
                    <a:pt x="252" y="345"/>
                  </a:cubicBezTo>
                  <a:cubicBezTo>
                    <a:pt x="256" y="348"/>
                    <a:pt x="261" y="345"/>
                    <a:pt x="263" y="345"/>
                  </a:cubicBezTo>
                  <a:cubicBezTo>
                    <a:pt x="265" y="350"/>
                    <a:pt x="267" y="353"/>
                    <a:pt x="269" y="356"/>
                  </a:cubicBezTo>
                  <a:cubicBezTo>
                    <a:pt x="267" y="362"/>
                    <a:pt x="262" y="369"/>
                    <a:pt x="263" y="376"/>
                  </a:cubicBezTo>
                  <a:cubicBezTo>
                    <a:pt x="264" y="376"/>
                    <a:pt x="266" y="375"/>
                    <a:pt x="267" y="377"/>
                  </a:cubicBezTo>
                  <a:cubicBezTo>
                    <a:pt x="267" y="409"/>
                    <a:pt x="253" y="443"/>
                    <a:pt x="230" y="460"/>
                  </a:cubicBezTo>
                  <a:cubicBezTo>
                    <a:pt x="223" y="457"/>
                    <a:pt x="211" y="460"/>
                    <a:pt x="206" y="465"/>
                  </a:cubicBezTo>
                  <a:cubicBezTo>
                    <a:pt x="208" y="459"/>
                    <a:pt x="203" y="460"/>
                    <a:pt x="201" y="457"/>
                  </a:cubicBezTo>
                  <a:cubicBezTo>
                    <a:pt x="199" y="450"/>
                    <a:pt x="204" y="445"/>
                    <a:pt x="201" y="438"/>
                  </a:cubicBezTo>
                  <a:cubicBezTo>
                    <a:pt x="190" y="438"/>
                    <a:pt x="182" y="442"/>
                    <a:pt x="174" y="446"/>
                  </a:cubicBezTo>
                  <a:cubicBezTo>
                    <a:pt x="173" y="457"/>
                    <a:pt x="179" y="464"/>
                    <a:pt x="176" y="479"/>
                  </a:cubicBezTo>
                  <a:cubicBezTo>
                    <a:pt x="179" y="479"/>
                    <a:pt x="178" y="476"/>
                    <a:pt x="181" y="477"/>
                  </a:cubicBezTo>
                  <a:cubicBezTo>
                    <a:pt x="176" y="481"/>
                    <a:pt x="181" y="491"/>
                    <a:pt x="178" y="499"/>
                  </a:cubicBezTo>
                  <a:cubicBezTo>
                    <a:pt x="179" y="500"/>
                    <a:pt x="183" y="499"/>
                    <a:pt x="182" y="503"/>
                  </a:cubicBezTo>
                  <a:cubicBezTo>
                    <a:pt x="175" y="505"/>
                    <a:pt x="172" y="508"/>
                    <a:pt x="165" y="512"/>
                  </a:cubicBezTo>
                  <a:cubicBezTo>
                    <a:pt x="153" y="509"/>
                    <a:pt x="145" y="524"/>
                    <a:pt x="138" y="532"/>
                  </a:cubicBezTo>
                  <a:cubicBezTo>
                    <a:pt x="139" y="542"/>
                    <a:pt x="138" y="555"/>
                    <a:pt x="141" y="565"/>
                  </a:cubicBezTo>
                  <a:cubicBezTo>
                    <a:pt x="140" y="581"/>
                    <a:pt x="132" y="593"/>
                    <a:pt x="128" y="608"/>
                  </a:cubicBezTo>
                  <a:cubicBezTo>
                    <a:pt x="123" y="608"/>
                    <a:pt x="123" y="614"/>
                    <a:pt x="119" y="615"/>
                  </a:cubicBezTo>
                  <a:cubicBezTo>
                    <a:pt x="116" y="611"/>
                    <a:pt x="111" y="615"/>
                    <a:pt x="109" y="611"/>
                  </a:cubicBezTo>
                  <a:cubicBezTo>
                    <a:pt x="101" y="617"/>
                    <a:pt x="97" y="627"/>
                    <a:pt x="92" y="636"/>
                  </a:cubicBezTo>
                  <a:cubicBezTo>
                    <a:pt x="89" y="634"/>
                    <a:pt x="87" y="631"/>
                    <a:pt x="84" y="629"/>
                  </a:cubicBezTo>
                  <a:cubicBezTo>
                    <a:pt x="84" y="624"/>
                    <a:pt x="85" y="617"/>
                    <a:pt x="82" y="615"/>
                  </a:cubicBezTo>
                  <a:cubicBezTo>
                    <a:pt x="78" y="614"/>
                    <a:pt x="79" y="617"/>
                    <a:pt x="76" y="617"/>
                  </a:cubicBezTo>
                  <a:cubicBezTo>
                    <a:pt x="76" y="616"/>
                    <a:pt x="77" y="614"/>
                    <a:pt x="76" y="614"/>
                  </a:cubicBezTo>
                  <a:cubicBezTo>
                    <a:pt x="75" y="615"/>
                    <a:pt x="74" y="617"/>
                    <a:pt x="72" y="617"/>
                  </a:cubicBezTo>
                  <a:cubicBezTo>
                    <a:pt x="71" y="614"/>
                    <a:pt x="70" y="614"/>
                    <a:pt x="67" y="615"/>
                  </a:cubicBezTo>
                  <a:cubicBezTo>
                    <a:pt x="67" y="612"/>
                    <a:pt x="67" y="610"/>
                    <a:pt x="65" y="610"/>
                  </a:cubicBezTo>
                  <a:cubicBezTo>
                    <a:pt x="63" y="612"/>
                    <a:pt x="60" y="614"/>
                    <a:pt x="60" y="619"/>
                  </a:cubicBezTo>
                  <a:cubicBezTo>
                    <a:pt x="60" y="621"/>
                    <a:pt x="64" y="620"/>
                    <a:pt x="64" y="623"/>
                  </a:cubicBezTo>
                  <a:cubicBezTo>
                    <a:pt x="61" y="625"/>
                    <a:pt x="63" y="631"/>
                    <a:pt x="60" y="633"/>
                  </a:cubicBezTo>
                  <a:cubicBezTo>
                    <a:pt x="60" y="630"/>
                    <a:pt x="55" y="632"/>
                    <a:pt x="53" y="630"/>
                  </a:cubicBezTo>
                  <a:cubicBezTo>
                    <a:pt x="46" y="635"/>
                    <a:pt x="49" y="645"/>
                    <a:pt x="45" y="651"/>
                  </a:cubicBezTo>
                  <a:cubicBezTo>
                    <a:pt x="43" y="654"/>
                    <a:pt x="39" y="655"/>
                    <a:pt x="37" y="657"/>
                  </a:cubicBezTo>
                  <a:cubicBezTo>
                    <a:pt x="34" y="661"/>
                    <a:pt x="36" y="668"/>
                    <a:pt x="31" y="671"/>
                  </a:cubicBezTo>
                  <a:cubicBezTo>
                    <a:pt x="30" y="671"/>
                    <a:pt x="29" y="670"/>
                    <a:pt x="27" y="671"/>
                  </a:cubicBezTo>
                  <a:cubicBezTo>
                    <a:pt x="21" y="675"/>
                    <a:pt x="25" y="682"/>
                    <a:pt x="22" y="689"/>
                  </a:cubicBezTo>
                  <a:cubicBezTo>
                    <a:pt x="20" y="687"/>
                    <a:pt x="23" y="681"/>
                    <a:pt x="19" y="681"/>
                  </a:cubicBezTo>
                  <a:cubicBezTo>
                    <a:pt x="21" y="694"/>
                    <a:pt x="15" y="700"/>
                    <a:pt x="19" y="711"/>
                  </a:cubicBezTo>
                  <a:cubicBezTo>
                    <a:pt x="16" y="710"/>
                    <a:pt x="18" y="714"/>
                    <a:pt x="15" y="714"/>
                  </a:cubicBezTo>
                  <a:cubicBezTo>
                    <a:pt x="8" y="753"/>
                    <a:pt x="0" y="800"/>
                    <a:pt x="3" y="845"/>
                  </a:cubicBezTo>
                  <a:cubicBezTo>
                    <a:pt x="4" y="874"/>
                    <a:pt x="7" y="900"/>
                    <a:pt x="10" y="925"/>
                  </a:cubicBezTo>
                  <a:cubicBezTo>
                    <a:pt x="22" y="1004"/>
                    <a:pt x="40" y="1074"/>
                    <a:pt x="66" y="1136"/>
                  </a:cubicBezTo>
                  <a:cubicBezTo>
                    <a:pt x="81" y="1172"/>
                    <a:pt x="97" y="1206"/>
                    <a:pt x="116" y="1234"/>
                  </a:cubicBezTo>
                  <a:cubicBezTo>
                    <a:pt x="115" y="1232"/>
                    <a:pt x="115" y="1229"/>
                    <a:pt x="117" y="1227"/>
                  </a:cubicBezTo>
                  <a:cubicBezTo>
                    <a:pt x="134" y="1241"/>
                    <a:pt x="145" y="1273"/>
                    <a:pt x="172" y="1283"/>
                  </a:cubicBezTo>
                  <a:cubicBezTo>
                    <a:pt x="177" y="1290"/>
                    <a:pt x="184" y="1296"/>
                    <a:pt x="193" y="1299"/>
                  </a:cubicBezTo>
                  <a:cubicBezTo>
                    <a:pt x="195" y="1290"/>
                    <a:pt x="188" y="1276"/>
                    <a:pt x="187" y="1270"/>
                  </a:cubicBezTo>
                  <a:cubicBezTo>
                    <a:pt x="197" y="1287"/>
                    <a:pt x="206" y="1311"/>
                    <a:pt x="224" y="1317"/>
                  </a:cubicBezTo>
                  <a:cubicBezTo>
                    <a:pt x="228" y="1313"/>
                    <a:pt x="231" y="1308"/>
                    <a:pt x="231" y="1303"/>
                  </a:cubicBezTo>
                  <a:cubicBezTo>
                    <a:pt x="238" y="1307"/>
                    <a:pt x="241" y="1316"/>
                    <a:pt x="248" y="1319"/>
                  </a:cubicBezTo>
                  <a:cubicBezTo>
                    <a:pt x="249" y="1319"/>
                    <a:pt x="249" y="1318"/>
                    <a:pt x="250" y="1319"/>
                  </a:cubicBezTo>
                  <a:cubicBezTo>
                    <a:pt x="251" y="1313"/>
                    <a:pt x="247" y="1308"/>
                    <a:pt x="248" y="1306"/>
                  </a:cubicBezTo>
                  <a:cubicBezTo>
                    <a:pt x="254" y="1312"/>
                    <a:pt x="261" y="1316"/>
                    <a:pt x="263" y="1325"/>
                  </a:cubicBezTo>
                  <a:cubicBezTo>
                    <a:pt x="261" y="1325"/>
                    <a:pt x="260" y="1324"/>
                    <a:pt x="259" y="1323"/>
                  </a:cubicBezTo>
                  <a:cubicBezTo>
                    <a:pt x="259" y="1328"/>
                    <a:pt x="262" y="1331"/>
                    <a:pt x="267" y="1332"/>
                  </a:cubicBezTo>
                  <a:cubicBezTo>
                    <a:pt x="266" y="1329"/>
                    <a:pt x="270" y="1330"/>
                    <a:pt x="271" y="1330"/>
                  </a:cubicBezTo>
                  <a:cubicBezTo>
                    <a:pt x="278" y="1334"/>
                    <a:pt x="279" y="1342"/>
                    <a:pt x="288" y="1343"/>
                  </a:cubicBezTo>
                  <a:cubicBezTo>
                    <a:pt x="307" y="1338"/>
                    <a:pt x="305" y="1369"/>
                    <a:pt x="319" y="1374"/>
                  </a:cubicBezTo>
                  <a:cubicBezTo>
                    <a:pt x="329" y="1373"/>
                    <a:pt x="332" y="1378"/>
                    <a:pt x="337" y="1382"/>
                  </a:cubicBezTo>
                  <a:cubicBezTo>
                    <a:pt x="352" y="1381"/>
                    <a:pt x="352" y="1394"/>
                    <a:pt x="361" y="1399"/>
                  </a:cubicBezTo>
                  <a:cubicBezTo>
                    <a:pt x="362" y="1395"/>
                    <a:pt x="375" y="1396"/>
                    <a:pt x="372" y="1400"/>
                  </a:cubicBezTo>
                  <a:cubicBezTo>
                    <a:pt x="371" y="1399"/>
                    <a:pt x="368" y="1399"/>
                    <a:pt x="365" y="1399"/>
                  </a:cubicBezTo>
                  <a:cubicBezTo>
                    <a:pt x="365" y="1407"/>
                    <a:pt x="373" y="1411"/>
                    <a:pt x="378" y="1416"/>
                  </a:cubicBezTo>
                  <a:cubicBezTo>
                    <a:pt x="383" y="1422"/>
                    <a:pt x="384" y="1431"/>
                    <a:pt x="391" y="1435"/>
                  </a:cubicBezTo>
                  <a:cubicBezTo>
                    <a:pt x="392" y="1431"/>
                    <a:pt x="391" y="1431"/>
                    <a:pt x="392" y="1429"/>
                  </a:cubicBezTo>
                  <a:cubicBezTo>
                    <a:pt x="393" y="1432"/>
                    <a:pt x="396" y="1428"/>
                    <a:pt x="397" y="1429"/>
                  </a:cubicBezTo>
                  <a:cubicBezTo>
                    <a:pt x="396" y="1422"/>
                    <a:pt x="390" y="1420"/>
                    <a:pt x="388" y="1414"/>
                  </a:cubicBezTo>
                  <a:cubicBezTo>
                    <a:pt x="390" y="1414"/>
                    <a:pt x="390" y="1416"/>
                    <a:pt x="392" y="1416"/>
                  </a:cubicBezTo>
                  <a:cubicBezTo>
                    <a:pt x="390" y="1411"/>
                    <a:pt x="387" y="1407"/>
                    <a:pt x="383" y="1404"/>
                  </a:cubicBezTo>
                  <a:cubicBezTo>
                    <a:pt x="383" y="1399"/>
                    <a:pt x="381" y="1394"/>
                    <a:pt x="375" y="1392"/>
                  </a:cubicBezTo>
                  <a:cubicBezTo>
                    <a:pt x="373" y="1393"/>
                    <a:pt x="370" y="1398"/>
                    <a:pt x="368" y="1393"/>
                  </a:cubicBezTo>
                  <a:cubicBezTo>
                    <a:pt x="370" y="1393"/>
                    <a:pt x="372" y="1393"/>
                    <a:pt x="373" y="1391"/>
                  </a:cubicBezTo>
                  <a:cubicBezTo>
                    <a:pt x="367" y="1388"/>
                    <a:pt x="368" y="1373"/>
                    <a:pt x="359" y="1376"/>
                  </a:cubicBezTo>
                  <a:cubicBezTo>
                    <a:pt x="362" y="1377"/>
                    <a:pt x="363" y="1378"/>
                    <a:pt x="362" y="1382"/>
                  </a:cubicBezTo>
                  <a:cubicBezTo>
                    <a:pt x="358" y="1381"/>
                    <a:pt x="356" y="1378"/>
                    <a:pt x="356" y="1374"/>
                  </a:cubicBezTo>
                  <a:cubicBezTo>
                    <a:pt x="357" y="1374"/>
                    <a:pt x="358" y="1376"/>
                    <a:pt x="358" y="1373"/>
                  </a:cubicBezTo>
                  <a:cubicBezTo>
                    <a:pt x="356" y="1370"/>
                    <a:pt x="351" y="1364"/>
                    <a:pt x="350" y="1363"/>
                  </a:cubicBezTo>
                  <a:cubicBezTo>
                    <a:pt x="352" y="1364"/>
                    <a:pt x="356" y="1368"/>
                    <a:pt x="359" y="1366"/>
                  </a:cubicBezTo>
                  <a:cubicBezTo>
                    <a:pt x="354" y="1361"/>
                    <a:pt x="347" y="1360"/>
                    <a:pt x="342" y="1354"/>
                  </a:cubicBezTo>
                  <a:cubicBezTo>
                    <a:pt x="342" y="1353"/>
                    <a:pt x="343" y="1350"/>
                    <a:pt x="342" y="1349"/>
                  </a:cubicBezTo>
                  <a:cubicBezTo>
                    <a:pt x="340" y="1344"/>
                    <a:pt x="329" y="1331"/>
                    <a:pt x="325" y="1332"/>
                  </a:cubicBezTo>
                  <a:cubicBezTo>
                    <a:pt x="324" y="1338"/>
                    <a:pt x="333" y="1340"/>
                    <a:pt x="332" y="1343"/>
                  </a:cubicBezTo>
                  <a:cubicBezTo>
                    <a:pt x="326" y="1344"/>
                    <a:pt x="328" y="1336"/>
                    <a:pt x="323" y="1336"/>
                  </a:cubicBezTo>
                  <a:cubicBezTo>
                    <a:pt x="322" y="1338"/>
                    <a:pt x="326" y="1339"/>
                    <a:pt x="323" y="1340"/>
                  </a:cubicBezTo>
                  <a:cubicBezTo>
                    <a:pt x="320" y="1338"/>
                    <a:pt x="321" y="1332"/>
                    <a:pt x="320" y="1329"/>
                  </a:cubicBezTo>
                  <a:cubicBezTo>
                    <a:pt x="314" y="1329"/>
                    <a:pt x="311" y="1319"/>
                    <a:pt x="316" y="1317"/>
                  </a:cubicBezTo>
                  <a:cubicBezTo>
                    <a:pt x="314" y="1313"/>
                    <a:pt x="309" y="1312"/>
                    <a:pt x="305" y="1310"/>
                  </a:cubicBezTo>
                  <a:cubicBezTo>
                    <a:pt x="303" y="1313"/>
                    <a:pt x="308" y="1317"/>
                    <a:pt x="309" y="1320"/>
                  </a:cubicBezTo>
                  <a:cubicBezTo>
                    <a:pt x="303" y="1316"/>
                    <a:pt x="299" y="1309"/>
                    <a:pt x="292" y="1307"/>
                  </a:cubicBezTo>
                  <a:cubicBezTo>
                    <a:pt x="297" y="1308"/>
                    <a:pt x="291" y="1304"/>
                    <a:pt x="295" y="1303"/>
                  </a:cubicBezTo>
                  <a:cubicBezTo>
                    <a:pt x="297" y="1306"/>
                    <a:pt x="299" y="1313"/>
                    <a:pt x="302" y="1310"/>
                  </a:cubicBezTo>
                  <a:cubicBezTo>
                    <a:pt x="299" y="1307"/>
                    <a:pt x="297" y="1303"/>
                    <a:pt x="293" y="1300"/>
                  </a:cubicBezTo>
                  <a:cubicBezTo>
                    <a:pt x="292" y="1301"/>
                    <a:pt x="293" y="1304"/>
                    <a:pt x="291" y="1303"/>
                  </a:cubicBezTo>
                  <a:cubicBezTo>
                    <a:pt x="285" y="1295"/>
                    <a:pt x="279" y="1286"/>
                    <a:pt x="269" y="1281"/>
                  </a:cubicBezTo>
                  <a:cubicBezTo>
                    <a:pt x="271" y="1275"/>
                    <a:pt x="265" y="1278"/>
                    <a:pt x="266" y="1272"/>
                  </a:cubicBezTo>
                  <a:cubicBezTo>
                    <a:pt x="268" y="1272"/>
                    <a:pt x="269" y="1275"/>
                    <a:pt x="268" y="1271"/>
                  </a:cubicBezTo>
                  <a:cubicBezTo>
                    <a:pt x="266" y="1260"/>
                    <a:pt x="254" y="1254"/>
                    <a:pt x="248" y="1245"/>
                  </a:cubicBezTo>
                  <a:cubicBezTo>
                    <a:pt x="244" y="1238"/>
                    <a:pt x="242" y="1230"/>
                    <a:pt x="237" y="1223"/>
                  </a:cubicBezTo>
                  <a:cubicBezTo>
                    <a:pt x="231" y="1216"/>
                    <a:pt x="220" y="1208"/>
                    <a:pt x="214" y="1202"/>
                  </a:cubicBezTo>
                  <a:cubicBezTo>
                    <a:pt x="209" y="1198"/>
                    <a:pt x="204" y="1191"/>
                    <a:pt x="201" y="1187"/>
                  </a:cubicBezTo>
                  <a:cubicBezTo>
                    <a:pt x="193" y="1176"/>
                    <a:pt x="191" y="1162"/>
                    <a:pt x="182" y="1150"/>
                  </a:cubicBezTo>
                  <a:cubicBezTo>
                    <a:pt x="180" y="1147"/>
                    <a:pt x="177" y="1146"/>
                    <a:pt x="175" y="1144"/>
                  </a:cubicBezTo>
                  <a:cubicBezTo>
                    <a:pt x="171" y="1137"/>
                    <a:pt x="170" y="1129"/>
                    <a:pt x="165" y="1122"/>
                  </a:cubicBezTo>
                  <a:cubicBezTo>
                    <a:pt x="155" y="1116"/>
                    <a:pt x="153" y="1102"/>
                    <a:pt x="146" y="1094"/>
                  </a:cubicBezTo>
                  <a:cubicBezTo>
                    <a:pt x="145" y="1085"/>
                    <a:pt x="139" y="1081"/>
                    <a:pt x="136" y="1075"/>
                  </a:cubicBezTo>
                  <a:cubicBezTo>
                    <a:pt x="137" y="1068"/>
                    <a:pt x="133" y="1067"/>
                    <a:pt x="130" y="1064"/>
                  </a:cubicBezTo>
                  <a:cubicBezTo>
                    <a:pt x="122" y="1042"/>
                    <a:pt x="108" y="1020"/>
                    <a:pt x="110" y="990"/>
                  </a:cubicBezTo>
                  <a:cubicBezTo>
                    <a:pt x="111" y="968"/>
                    <a:pt x="125" y="947"/>
                    <a:pt x="123" y="923"/>
                  </a:cubicBezTo>
                  <a:cubicBezTo>
                    <a:pt x="122" y="920"/>
                    <a:pt x="120" y="917"/>
                    <a:pt x="120" y="913"/>
                  </a:cubicBezTo>
                  <a:cubicBezTo>
                    <a:pt x="119" y="905"/>
                    <a:pt x="120" y="896"/>
                    <a:pt x="120" y="887"/>
                  </a:cubicBezTo>
                  <a:cubicBezTo>
                    <a:pt x="120" y="855"/>
                    <a:pt x="122" y="823"/>
                    <a:pt x="133" y="797"/>
                  </a:cubicBezTo>
                  <a:cubicBezTo>
                    <a:pt x="133" y="795"/>
                    <a:pt x="129" y="796"/>
                    <a:pt x="129" y="792"/>
                  </a:cubicBezTo>
                  <a:cubicBezTo>
                    <a:pt x="132" y="789"/>
                    <a:pt x="131" y="781"/>
                    <a:pt x="131" y="775"/>
                  </a:cubicBezTo>
                  <a:cubicBezTo>
                    <a:pt x="127" y="771"/>
                    <a:pt x="123" y="769"/>
                    <a:pt x="119" y="767"/>
                  </a:cubicBezTo>
                  <a:cubicBezTo>
                    <a:pt x="119" y="766"/>
                    <a:pt x="118" y="765"/>
                    <a:pt x="118" y="764"/>
                  </a:cubicBezTo>
                  <a:cubicBezTo>
                    <a:pt x="120" y="763"/>
                    <a:pt x="120" y="765"/>
                    <a:pt x="122" y="765"/>
                  </a:cubicBezTo>
                  <a:cubicBezTo>
                    <a:pt x="120" y="760"/>
                    <a:pt x="125" y="758"/>
                    <a:pt x="125" y="752"/>
                  </a:cubicBezTo>
                  <a:cubicBezTo>
                    <a:pt x="126" y="748"/>
                    <a:pt x="121" y="742"/>
                    <a:pt x="124" y="737"/>
                  </a:cubicBezTo>
                  <a:cubicBezTo>
                    <a:pt x="116" y="733"/>
                    <a:pt x="117" y="722"/>
                    <a:pt x="115" y="716"/>
                  </a:cubicBezTo>
                  <a:cubicBezTo>
                    <a:pt x="111" y="715"/>
                    <a:pt x="112" y="718"/>
                    <a:pt x="109" y="719"/>
                  </a:cubicBezTo>
                  <a:cubicBezTo>
                    <a:pt x="106" y="716"/>
                    <a:pt x="108" y="715"/>
                    <a:pt x="108" y="711"/>
                  </a:cubicBezTo>
                  <a:cubicBezTo>
                    <a:pt x="104" y="711"/>
                    <a:pt x="104" y="707"/>
                    <a:pt x="103" y="704"/>
                  </a:cubicBezTo>
                  <a:cubicBezTo>
                    <a:pt x="98" y="704"/>
                    <a:pt x="98" y="704"/>
                    <a:pt x="98" y="704"/>
                  </a:cubicBezTo>
                  <a:cubicBezTo>
                    <a:pt x="93" y="698"/>
                    <a:pt x="96" y="692"/>
                    <a:pt x="96" y="686"/>
                  </a:cubicBezTo>
                  <a:cubicBezTo>
                    <a:pt x="96" y="684"/>
                    <a:pt x="94" y="683"/>
                    <a:pt x="94" y="681"/>
                  </a:cubicBezTo>
                  <a:cubicBezTo>
                    <a:pt x="91" y="660"/>
                    <a:pt x="98" y="633"/>
                    <a:pt x="108" y="621"/>
                  </a:cubicBezTo>
                  <a:cubicBezTo>
                    <a:pt x="110" y="623"/>
                    <a:pt x="114" y="624"/>
                    <a:pt x="116" y="626"/>
                  </a:cubicBezTo>
                  <a:cubicBezTo>
                    <a:pt x="115" y="630"/>
                    <a:pt x="112" y="632"/>
                    <a:pt x="112" y="637"/>
                  </a:cubicBezTo>
                  <a:cubicBezTo>
                    <a:pt x="117" y="639"/>
                    <a:pt x="119" y="633"/>
                    <a:pt x="118" y="627"/>
                  </a:cubicBezTo>
                  <a:cubicBezTo>
                    <a:pt x="119" y="626"/>
                    <a:pt x="122" y="629"/>
                    <a:pt x="124" y="626"/>
                  </a:cubicBezTo>
                  <a:cubicBezTo>
                    <a:pt x="123" y="616"/>
                    <a:pt x="135" y="614"/>
                    <a:pt x="139" y="607"/>
                  </a:cubicBezTo>
                  <a:cubicBezTo>
                    <a:pt x="142" y="600"/>
                    <a:pt x="142" y="593"/>
                    <a:pt x="148" y="587"/>
                  </a:cubicBezTo>
                  <a:cubicBezTo>
                    <a:pt x="149" y="594"/>
                    <a:pt x="155" y="582"/>
                    <a:pt x="157" y="579"/>
                  </a:cubicBezTo>
                  <a:cubicBezTo>
                    <a:pt x="153" y="565"/>
                    <a:pt x="166" y="554"/>
                    <a:pt x="171" y="543"/>
                  </a:cubicBezTo>
                  <a:cubicBezTo>
                    <a:pt x="169" y="540"/>
                    <a:pt x="168" y="538"/>
                    <a:pt x="172" y="536"/>
                  </a:cubicBezTo>
                  <a:cubicBezTo>
                    <a:pt x="180" y="539"/>
                    <a:pt x="191" y="525"/>
                    <a:pt x="196" y="521"/>
                  </a:cubicBezTo>
                  <a:cubicBezTo>
                    <a:pt x="197" y="519"/>
                    <a:pt x="200" y="519"/>
                    <a:pt x="202" y="518"/>
                  </a:cubicBezTo>
                  <a:cubicBezTo>
                    <a:pt x="213" y="509"/>
                    <a:pt x="220" y="483"/>
                    <a:pt x="233" y="480"/>
                  </a:cubicBezTo>
                  <a:cubicBezTo>
                    <a:pt x="239" y="479"/>
                    <a:pt x="243" y="485"/>
                    <a:pt x="249" y="482"/>
                  </a:cubicBezTo>
                  <a:cubicBezTo>
                    <a:pt x="251" y="477"/>
                    <a:pt x="258" y="477"/>
                    <a:pt x="262" y="475"/>
                  </a:cubicBezTo>
                  <a:cubicBezTo>
                    <a:pt x="266" y="472"/>
                    <a:pt x="268" y="466"/>
                    <a:pt x="272" y="463"/>
                  </a:cubicBezTo>
                  <a:cubicBezTo>
                    <a:pt x="277" y="459"/>
                    <a:pt x="285" y="458"/>
                    <a:pt x="290" y="455"/>
                  </a:cubicBezTo>
                  <a:cubicBezTo>
                    <a:pt x="294" y="451"/>
                    <a:pt x="296" y="444"/>
                    <a:pt x="300" y="441"/>
                  </a:cubicBezTo>
                  <a:cubicBezTo>
                    <a:pt x="304" y="438"/>
                    <a:pt x="308" y="440"/>
                    <a:pt x="312" y="437"/>
                  </a:cubicBezTo>
                  <a:cubicBezTo>
                    <a:pt x="314" y="435"/>
                    <a:pt x="314" y="431"/>
                    <a:pt x="317" y="428"/>
                  </a:cubicBezTo>
                  <a:cubicBezTo>
                    <a:pt x="325" y="419"/>
                    <a:pt x="338" y="420"/>
                    <a:pt x="338" y="407"/>
                  </a:cubicBezTo>
                  <a:cubicBezTo>
                    <a:pt x="334" y="405"/>
                    <a:pt x="335" y="399"/>
                    <a:pt x="332" y="397"/>
                  </a:cubicBezTo>
                  <a:cubicBezTo>
                    <a:pt x="339" y="382"/>
                    <a:pt x="347" y="367"/>
                    <a:pt x="361" y="359"/>
                  </a:cubicBezTo>
                  <a:cubicBezTo>
                    <a:pt x="361" y="356"/>
                    <a:pt x="359" y="356"/>
                    <a:pt x="360" y="354"/>
                  </a:cubicBezTo>
                  <a:cubicBezTo>
                    <a:pt x="365" y="351"/>
                    <a:pt x="370" y="348"/>
                    <a:pt x="374" y="344"/>
                  </a:cubicBezTo>
                  <a:cubicBezTo>
                    <a:pt x="374" y="341"/>
                    <a:pt x="370" y="342"/>
                    <a:pt x="371" y="337"/>
                  </a:cubicBezTo>
                  <a:cubicBezTo>
                    <a:pt x="388" y="325"/>
                    <a:pt x="401" y="308"/>
                    <a:pt x="408" y="286"/>
                  </a:cubicBezTo>
                  <a:cubicBezTo>
                    <a:pt x="413" y="284"/>
                    <a:pt x="417" y="281"/>
                    <a:pt x="422" y="279"/>
                  </a:cubicBezTo>
                  <a:cubicBezTo>
                    <a:pt x="424" y="297"/>
                    <a:pt x="412" y="301"/>
                    <a:pt x="406" y="311"/>
                  </a:cubicBezTo>
                  <a:cubicBezTo>
                    <a:pt x="403" y="317"/>
                    <a:pt x="402" y="325"/>
                    <a:pt x="398" y="329"/>
                  </a:cubicBezTo>
                  <a:cubicBezTo>
                    <a:pt x="396" y="331"/>
                    <a:pt x="393" y="331"/>
                    <a:pt x="391" y="334"/>
                  </a:cubicBezTo>
                  <a:cubicBezTo>
                    <a:pt x="391" y="343"/>
                    <a:pt x="386" y="348"/>
                    <a:pt x="384" y="357"/>
                  </a:cubicBezTo>
                  <a:cubicBezTo>
                    <a:pt x="376" y="358"/>
                    <a:pt x="374" y="364"/>
                    <a:pt x="373" y="372"/>
                  </a:cubicBezTo>
                  <a:cubicBezTo>
                    <a:pt x="375" y="372"/>
                    <a:pt x="375" y="374"/>
                    <a:pt x="378" y="373"/>
                  </a:cubicBezTo>
                  <a:cubicBezTo>
                    <a:pt x="383" y="372"/>
                    <a:pt x="380" y="368"/>
                    <a:pt x="382" y="365"/>
                  </a:cubicBezTo>
                  <a:cubicBezTo>
                    <a:pt x="388" y="356"/>
                    <a:pt x="405" y="350"/>
                    <a:pt x="400" y="338"/>
                  </a:cubicBezTo>
                  <a:cubicBezTo>
                    <a:pt x="403" y="335"/>
                    <a:pt x="407" y="331"/>
                    <a:pt x="410" y="327"/>
                  </a:cubicBezTo>
                  <a:cubicBezTo>
                    <a:pt x="416" y="327"/>
                    <a:pt x="423" y="320"/>
                    <a:pt x="427" y="314"/>
                  </a:cubicBezTo>
                  <a:cubicBezTo>
                    <a:pt x="423" y="314"/>
                    <a:pt x="422" y="316"/>
                    <a:pt x="419" y="316"/>
                  </a:cubicBezTo>
                  <a:cubicBezTo>
                    <a:pt x="414" y="306"/>
                    <a:pt x="425" y="301"/>
                    <a:pt x="432" y="296"/>
                  </a:cubicBezTo>
                  <a:cubicBezTo>
                    <a:pt x="440" y="280"/>
                    <a:pt x="440" y="261"/>
                    <a:pt x="455" y="252"/>
                  </a:cubicBezTo>
                  <a:cubicBezTo>
                    <a:pt x="463" y="252"/>
                    <a:pt x="465" y="246"/>
                    <a:pt x="472" y="245"/>
                  </a:cubicBezTo>
                  <a:cubicBezTo>
                    <a:pt x="470" y="233"/>
                    <a:pt x="485" y="234"/>
                    <a:pt x="481" y="223"/>
                  </a:cubicBezTo>
                  <a:cubicBezTo>
                    <a:pt x="483" y="221"/>
                    <a:pt x="486" y="221"/>
                    <a:pt x="486" y="216"/>
                  </a:cubicBezTo>
                  <a:cubicBezTo>
                    <a:pt x="487" y="213"/>
                    <a:pt x="482" y="216"/>
                    <a:pt x="483" y="213"/>
                  </a:cubicBezTo>
                  <a:cubicBezTo>
                    <a:pt x="491" y="213"/>
                    <a:pt x="494" y="204"/>
                    <a:pt x="492" y="196"/>
                  </a:cubicBezTo>
                  <a:cubicBezTo>
                    <a:pt x="493" y="194"/>
                    <a:pt x="497" y="194"/>
                    <a:pt x="497" y="191"/>
                  </a:cubicBezTo>
                  <a:cubicBezTo>
                    <a:pt x="497" y="186"/>
                    <a:pt x="492" y="186"/>
                    <a:pt x="492" y="182"/>
                  </a:cubicBezTo>
                  <a:cubicBezTo>
                    <a:pt x="495" y="167"/>
                    <a:pt x="487" y="159"/>
                    <a:pt x="484" y="146"/>
                  </a:cubicBezTo>
                  <a:cubicBezTo>
                    <a:pt x="484" y="141"/>
                    <a:pt x="491" y="134"/>
                    <a:pt x="487" y="130"/>
                  </a:cubicBezTo>
                  <a:cubicBezTo>
                    <a:pt x="498" y="125"/>
                    <a:pt x="507" y="118"/>
                    <a:pt x="512" y="111"/>
                  </a:cubicBezTo>
                  <a:cubicBezTo>
                    <a:pt x="507" y="109"/>
                    <a:pt x="503" y="115"/>
                    <a:pt x="498" y="116"/>
                  </a:cubicBezTo>
                  <a:cubicBezTo>
                    <a:pt x="498" y="114"/>
                    <a:pt x="498" y="114"/>
                    <a:pt x="499" y="113"/>
                  </a:cubicBezTo>
                  <a:cubicBezTo>
                    <a:pt x="492" y="118"/>
                    <a:pt x="487" y="126"/>
                    <a:pt x="479" y="130"/>
                  </a:cubicBezTo>
                  <a:cubicBezTo>
                    <a:pt x="478" y="133"/>
                    <a:pt x="481" y="132"/>
                    <a:pt x="482" y="134"/>
                  </a:cubicBezTo>
                  <a:cubicBezTo>
                    <a:pt x="479" y="133"/>
                    <a:pt x="478" y="135"/>
                    <a:pt x="476" y="135"/>
                  </a:cubicBezTo>
                  <a:cubicBezTo>
                    <a:pt x="477" y="137"/>
                    <a:pt x="478" y="141"/>
                    <a:pt x="474" y="141"/>
                  </a:cubicBezTo>
                  <a:cubicBezTo>
                    <a:pt x="472" y="135"/>
                    <a:pt x="473" y="130"/>
                    <a:pt x="478" y="125"/>
                  </a:cubicBezTo>
                  <a:cubicBezTo>
                    <a:pt x="480" y="123"/>
                    <a:pt x="484" y="123"/>
                    <a:pt x="487" y="121"/>
                  </a:cubicBezTo>
                  <a:cubicBezTo>
                    <a:pt x="489" y="120"/>
                    <a:pt x="489" y="118"/>
                    <a:pt x="490" y="117"/>
                  </a:cubicBezTo>
                  <a:cubicBezTo>
                    <a:pt x="496" y="112"/>
                    <a:pt x="503" y="113"/>
                    <a:pt x="508" y="108"/>
                  </a:cubicBezTo>
                  <a:cubicBezTo>
                    <a:pt x="503" y="106"/>
                    <a:pt x="506" y="101"/>
                    <a:pt x="510" y="99"/>
                  </a:cubicBezTo>
                  <a:cubicBezTo>
                    <a:pt x="509" y="100"/>
                    <a:pt x="519" y="101"/>
                    <a:pt x="516" y="97"/>
                  </a:cubicBezTo>
                  <a:cubicBezTo>
                    <a:pt x="514" y="96"/>
                    <a:pt x="512" y="100"/>
                    <a:pt x="511" y="97"/>
                  </a:cubicBezTo>
                  <a:cubicBezTo>
                    <a:pt x="511" y="95"/>
                    <a:pt x="510" y="95"/>
                    <a:pt x="511" y="94"/>
                  </a:cubicBezTo>
                  <a:cubicBezTo>
                    <a:pt x="515" y="96"/>
                    <a:pt x="520" y="97"/>
                    <a:pt x="523" y="93"/>
                  </a:cubicBezTo>
                  <a:cubicBezTo>
                    <a:pt x="521" y="91"/>
                    <a:pt x="519" y="95"/>
                    <a:pt x="519" y="93"/>
                  </a:cubicBezTo>
                  <a:cubicBezTo>
                    <a:pt x="517" y="87"/>
                    <a:pt x="525" y="87"/>
                    <a:pt x="529" y="82"/>
                  </a:cubicBezTo>
                  <a:cubicBezTo>
                    <a:pt x="531" y="78"/>
                    <a:pt x="530" y="72"/>
                    <a:pt x="534" y="71"/>
                  </a:cubicBezTo>
                  <a:cubicBezTo>
                    <a:pt x="535" y="71"/>
                    <a:pt x="538" y="78"/>
                    <a:pt x="539" y="73"/>
                  </a:cubicBezTo>
                  <a:cubicBezTo>
                    <a:pt x="539" y="69"/>
                    <a:pt x="537" y="71"/>
                    <a:pt x="537" y="66"/>
                  </a:cubicBezTo>
                  <a:cubicBezTo>
                    <a:pt x="540" y="66"/>
                    <a:pt x="539" y="64"/>
                    <a:pt x="541" y="64"/>
                  </a:cubicBezTo>
                  <a:cubicBezTo>
                    <a:pt x="541" y="67"/>
                    <a:pt x="538" y="68"/>
                    <a:pt x="540" y="70"/>
                  </a:cubicBezTo>
                  <a:cubicBezTo>
                    <a:pt x="543" y="70"/>
                    <a:pt x="542" y="67"/>
                    <a:pt x="545" y="68"/>
                  </a:cubicBezTo>
                  <a:cubicBezTo>
                    <a:pt x="543" y="69"/>
                    <a:pt x="541" y="74"/>
                    <a:pt x="545" y="74"/>
                  </a:cubicBezTo>
                  <a:cubicBezTo>
                    <a:pt x="549" y="70"/>
                    <a:pt x="548" y="67"/>
                    <a:pt x="551" y="63"/>
                  </a:cubicBezTo>
                  <a:cubicBezTo>
                    <a:pt x="547" y="63"/>
                    <a:pt x="544" y="67"/>
                    <a:pt x="542" y="63"/>
                  </a:cubicBezTo>
                  <a:cubicBezTo>
                    <a:pt x="547" y="61"/>
                    <a:pt x="548" y="62"/>
                    <a:pt x="554" y="59"/>
                  </a:cubicBezTo>
                  <a:cubicBezTo>
                    <a:pt x="553" y="60"/>
                    <a:pt x="552" y="61"/>
                    <a:pt x="554" y="62"/>
                  </a:cubicBezTo>
                  <a:cubicBezTo>
                    <a:pt x="568" y="51"/>
                    <a:pt x="591" y="49"/>
                    <a:pt x="609" y="42"/>
                  </a:cubicBezTo>
                  <a:cubicBezTo>
                    <a:pt x="609" y="43"/>
                    <a:pt x="611" y="43"/>
                    <a:pt x="612" y="43"/>
                  </a:cubicBezTo>
                  <a:cubicBezTo>
                    <a:pt x="611" y="44"/>
                    <a:pt x="611" y="45"/>
                    <a:pt x="612" y="47"/>
                  </a:cubicBezTo>
                  <a:cubicBezTo>
                    <a:pt x="622" y="44"/>
                    <a:pt x="628" y="50"/>
                    <a:pt x="635" y="48"/>
                  </a:cubicBezTo>
                  <a:cubicBezTo>
                    <a:pt x="635" y="45"/>
                    <a:pt x="631" y="48"/>
                    <a:pt x="633" y="44"/>
                  </a:cubicBezTo>
                  <a:cubicBezTo>
                    <a:pt x="637" y="45"/>
                    <a:pt x="640" y="47"/>
                    <a:pt x="645" y="47"/>
                  </a:cubicBezTo>
                  <a:cubicBezTo>
                    <a:pt x="646" y="48"/>
                    <a:pt x="646" y="49"/>
                    <a:pt x="645" y="50"/>
                  </a:cubicBezTo>
                  <a:cubicBezTo>
                    <a:pt x="649" y="50"/>
                    <a:pt x="651" y="52"/>
                    <a:pt x="653" y="54"/>
                  </a:cubicBezTo>
                  <a:cubicBezTo>
                    <a:pt x="648" y="58"/>
                    <a:pt x="643" y="48"/>
                    <a:pt x="639" y="54"/>
                  </a:cubicBezTo>
                  <a:cubicBezTo>
                    <a:pt x="646" y="57"/>
                    <a:pt x="652" y="62"/>
                    <a:pt x="661" y="59"/>
                  </a:cubicBezTo>
                  <a:cubicBezTo>
                    <a:pt x="661" y="52"/>
                    <a:pt x="653" y="59"/>
                    <a:pt x="652" y="55"/>
                  </a:cubicBezTo>
                  <a:cubicBezTo>
                    <a:pt x="672" y="52"/>
                    <a:pt x="695" y="70"/>
                    <a:pt x="717" y="64"/>
                  </a:cubicBezTo>
                  <a:cubicBezTo>
                    <a:pt x="725" y="68"/>
                    <a:pt x="736" y="69"/>
                    <a:pt x="747" y="71"/>
                  </a:cubicBezTo>
                  <a:cubicBezTo>
                    <a:pt x="744" y="64"/>
                    <a:pt x="738" y="68"/>
                    <a:pt x="732" y="67"/>
                  </a:cubicBezTo>
                  <a:close/>
                  <a:moveTo>
                    <a:pt x="60" y="652"/>
                  </a:moveTo>
                  <a:cubicBezTo>
                    <a:pt x="56" y="649"/>
                    <a:pt x="61" y="641"/>
                    <a:pt x="61" y="636"/>
                  </a:cubicBezTo>
                  <a:cubicBezTo>
                    <a:pt x="66" y="642"/>
                    <a:pt x="62" y="646"/>
                    <a:pt x="60" y="652"/>
                  </a:cubicBezTo>
                  <a:close/>
                  <a:moveTo>
                    <a:pt x="380" y="1401"/>
                  </a:moveTo>
                  <a:cubicBezTo>
                    <a:pt x="381" y="1407"/>
                    <a:pt x="388" y="1407"/>
                    <a:pt x="384" y="1414"/>
                  </a:cubicBezTo>
                  <a:cubicBezTo>
                    <a:pt x="381" y="1414"/>
                    <a:pt x="383" y="1410"/>
                    <a:pt x="381" y="1410"/>
                  </a:cubicBezTo>
                  <a:cubicBezTo>
                    <a:pt x="381" y="1409"/>
                    <a:pt x="383" y="1409"/>
                    <a:pt x="384" y="1409"/>
                  </a:cubicBezTo>
                  <a:cubicBezTo>
                    <a:pt x="382" y="1407"/>
                    <a:pt x="382" y="1405"/>
                    <a:pt x="379" y="1405"/>
                  </a:cubicBezTo>
                  <a:cubicBezTo>
                    <a:pt x="380" y="1407"/>
                    <a:pt x="373" y="1409"/>
                    <a:pt x="373" y="1404"/>
                  </a:cubicBezTo>
                  <a:cubicBezTo>
                    <a:pt x="377" y="1403"/>
                    <a:pt x="375" y="1402"/>
                    <a:pt x="380" y="1401"/>
                  </a:cubicBezTo>
                  <a:close/>
                  <a:moveTo>
                    <a:pt x="119" y="1239"/>
                  </a:moveTo>
                  <a:cubicBezTo>
                    <a:pt x="118" y="1237"/>
                    <a:pt x="117" y="1236"/>
                    <a:pt x="116" y="1234"/>
                  </a:cubicBezTo>
                  <a:cubicBezTo>
                    <a:pt x="116" y="1236"/>
                    <a:pt x="117" y="1238"/>
                    <a:pt x="119" y="1239"/>
                  </a:cubicBezTo>
                  <a:close/>
                  <a:moveTo>
                    <a:pt x="1279" y="110"/>
                  </a:moveTo>
                  <a:cubicBezTo>
                    <a:pt x="1291" y="112"/>
                    <a:pt x="1291" y="124"/>
                    <a:pt x="1301" y="127"/>
                  </a:cubicBezTo>
                  <a:cubicBezTo>
                    <a:pt x="1304" y="123"/>
                    <a:pt x="1297" y="119"/>
                    <a:pt x="1301" y="115"/>
                  </a:cubicBezTo>
                  <a:cubicBezTo>
                    <a:pt x="1292" y="82"/>
                    <a:pt x="1253" y="76"/>
                    <a:pt x="1235" y="55"/>
                  </a:cubicBezTo>
                  <a:cubicBezTo>
                    <a:pt x="1241" y="60"/>
                    <a:pt x="1248" y="64"/>
                    <a:pt x="1255" y="68"/>
                  </a:cubicBezTo>
                  <a:cubicBezTo>
                    <a:pt x="1256" y="65"/>
                    <a:pt x="1251" y="64"/>
                    <a:pt x="1254" y="63"/>
                  </a:cubicBezTo>
                  <a:cubicBezTo>
                    <a:pt x="1269" y="69"/>
                    <a:pt x="1280" y="82"/>
                    <a:pt x="1295" y="85"/>
                  </a:cubicBezTo>
                  <a:cubicBezTo>
                    <a:pt x="1294" y="85"/>
                    <a:pt x="1292" y="83"/>
                    <a:pt x="1294" y="83"/>
                  </a:cubicBezTo>
                  <a:cubicBezTo>
                    <a:pt x="1321" y="93"/>
                    <a:pt x="1341" y="109"/>
                    <a:pt x="1361" y="126"/>
                  </a:cubicBezTo>
                  <a:cubicBezTo>
                    <a:pt x="1363" y="128"/>
                    <a:pt x="1364" y="125"/>
                    <a:pt x="1366" y="127"/>
                  </a:cubicBezTo>
                  <a:cubicBezTo>
                    <a:pt x="1365" y="131"/>
                    <a:pt x="1368" y="130"/>
                    <a:pt x="1368" y="133"/>
                  </a:cubicBezTo>
                  <a:cubicBezTo>
                    <a:pt x="1365" y="131"/>
                    <a:pt x="1363" y="128"/>
                    <a:pt x="1359" y="127"/>
                  </a:cubicBezTo>
                  <a:cubicBezTo>
                    <a:pt x="1359" y="129"/>
                    <a:pt x="1359" y="131"/>
                    <a:pt x="1358" y="131"/>
                  </a:cubicBezTo>
                  <a:cubicBezTo>
                    <a:pt x="1355" y="128"/>
                    <a:pt x="1352" y="125"/>
                    <a:pt x="1348" y="122"/>
                  </a:cubicBezTo>
                  <a:cubicBezTo>
                    <a:pt x="1357" y="133"/>
                    <a:pt x="1366" y="147"/>
                    <a:pt x="1370" y="159"/>
                  </a:cubicBezTo>
                  <a:cubicBezTo>
                    <a:pt x="1370" y="158"/>
                    <a:pt x="1372" y="157"/>
                    <a:pt x="1373" y="157"/>
                  </a:cubicBezTo>
                  <a:cubicBezTo>
                    <a:pt x="1376" y="162"/>
                    <a:pt x="1381" y="165"/>
                    <a:pt x="1383" y="170"/>
                  </a:cubicBezTo>
                  <a:cubicBezTo>
                    <a:pt x="1383" y="175"/>
                    <a:pt x="1380" y="175"/>
                    <a:pt x="1383" y="179"/>
                  </a:cubicBezTo>
                  <a:cubicBezTo>
                    <a:pt x="1386" y="177"/>
                    <a:pt x="1390" y="179"/>
                    <a:pt x="1393" y="183"/>
                  </a:cubicBezTo>
                  <a:cubicBezTo>
                    <a:pt x="1386" y="167"/>
                    <a:pt x="1375" y="155"/>
                    <a:pt x="1367" y="141"/>
                  </a:cubicBezTo>
                  <a:cubicBezTo>
                    <a:pt x="1395" y="168"/>
                    <a:pt x="1421" y="203"/>
                    <a:pt x="1450" y="226"/>
                  </a:cubicBezTo>
                  <a:cubicBezTo>
                    <a:pt x="1454" y="228"/>
                    <a:pt x="1451" y="223"/>
                    <a:pt x="1453" y="223"/>
                  </a:cubicBezTo>
                  <a:cubicBezTo>
                    <a:pt x="1457" y="230"/>
                    <a:pt x="1464" y="234"/>
                    <a:pt x="1469" y="241"/>
                  </a:cubicBezTo>
                  <a:cubicBezTo>
                    <a:pt x="1476" y="250"/>
                    <a:pt x="1489" y="260"/>
                    <a:pt x="1492" y="268"/>
                  </a:cubicBezTo>
                  <a:cubicBezTo>
                    <a:pt x="1492" y="271"/>
                    <a:pt x="1493" y="277"/>
                    <a:pt x="1493" y="280"/>
                  </a:cubicBezTo>
                  <a:cubicBezTo>
                    <a:pt x="1495" y="288"/>
                    <a:pt x="1495" y="297"/>
                    <a:pt x="1499" y="303"/>
                  </a:cubicBezTo>
                  <a:cubicBezTo>
                    <a:pt x="1502" y="307"/>
                    <a:pt x="1509" y="308"/>
                    <a:pt x="1513" y="311"/>
                  </a:cubicBezTo>
                  <a:cubicBezTo>
                    <a:pt x="1515" y="313"/>
                    <a:pt x="1514" y="318"/>
                    <a:pt x="1518" y="316"/>
                  </a:cubicBezTo>
                  <a:cubicBezTo>
                    <a:pt x="1513" y="306"/>
                    <a:pt x="1511" y="297"/>
                    <a:pt x="1505" y="287"/>
                  </a:cubicBezTo>
                  <a:cubicBezTo>
                    <a:pt x="1508" y="285"/>
                    <a:pt x="1510" y="289"/>
                    <a:pt x="1511" y="287"/>
                  </a:cubicBezTo>
                  <a:cubicBezTo>
                    <a:pt x="1508" y="282"/>
                    <a:pt x="1502" y="276"/>
                    <a:pt x="1502" y="271"/>
                  </a:cubicBezTo>
                  <a:cubicBezTo>
                    <a:pt x="1509" y="270"/>
                    <a:pt x="1514" y="284"/>
                    <a:pt x="1519" y="285"/>
                  </a:cubicBezTo>
                  <a:cubicBezTo>
                    <a:pt x="1515" y="279"/>
                    <a:pt x="1511" y="273"/>
                    <a:pt x="1507" y="267"/>
                  </a:cubicBezTo>
                  <a:cubicBezTo>
                    <a:pt x="1517" y="278"/>
                    <a:pt x="1527" y="289"/>
                    <a:pt x="1536" y="301"/>
                  </a:cubicBezTo>
                  <a:cubicBezTo>
                    <a:pt x="1534" y="301"/>
                    <a:pt x="1533" y="299"/>
                    <a:pt x="1533" y="301"/>
                  </a:cubicBezTo>
                  <a:cubicBezTo>
                    <a:pt x="1534" y="303"/>
                    <a:pt x="1536" y="304"/>
                    <a:pt x="1537" y="308"/>
                  </a:cubicBezTo>
                  <a:cubicBezTo>
                    <a:pt x="1532" y="303"/>
                    <a:pt x="1529" y="298"/>
                    <a:pt x="1523" y="297"/>
                  </a:cubicBezTo>
                  <a:cubicBezTo>
                    <a:pt x="1532" y="309"/>
                    <a:pt x="1543" y="319"/>
                    <a:pt x="1550" y="333"/>
                  </a:cubicBezTo>
                  <a:cubicBezTo>
                    <a:pt x="1545" y="340"/>
                    <a:pt x="1555" y="346"/>
                    <a:pt x="1552" y="356"/>
                  </a:cubicBezTo>
                  <a:cubicBezTo>
                    <a:pt x="1553" y="358"/>
                    <a:pt x="1556" y="358"/>
                    <a:pt x="1558" y="359"/>
                  </a:cubicBezTo>
                  <a:cubicBezTo>
                    <a:pt x="1557" y="362"/>
                    <a:pt x="1554" y="361"/>
                    <a:pt x="1555" y="364"/>
                  </a:cubicBezTo>
                  <a:cubicBezTo>
                    <a:pt x="1557" y="367"/>
                    <a:pt x="1563" y="371"/>
                    <a:pt x="1562" y="374"/>
                  </a:cubicBezTo>
                  <a:cubicBezTo>
                    <a:pt x="1559" y="373"/>
                    <a:pt x="1558" y="369"/>
                    <a:pt x="1554" y="369"/>
                  </a:cubicBezTo>
                  <a:cubicBezTo>
                    <a:pt x="1555" y="375"/>
                    <a:pt x="1560" y="377"/>
                    <a:pt x="1561" y="383"/>
                  </a:cubicBezTo>
                  <a:cubicBezTo>
                    <a:pt x="1586" y="415"/>
                    <a:pt x="1596" y="460"/>
                    <a:pt x="1625" y="487"/>
                  </a:cubicBezTo>
                  <a:cubicBezTo>
                    <a:pt x="1625" y="486"/>
                    <a:pt x="1625" y="484"/>
                    <a:pt x="1626" y="484"/>
                  </a:cubicBezTo>
                  <a:cubicBezTo>
                    <a:pt x="1632" y="501"/>
                    <a:pt x="1644" y="510"/>
                    <a:pt x="1648" y="528"/>
                  </a:cubicBezTo>
                  <a:cubicBezTo>
                    <a:pt x="1651" y="524"/>
                    <a:pt x="1644" y="518"/>
                    <a:pt x="1647" y="514"/>
                  </a:cubicBezTo>
                  <a:cubicBezTo>
                    <a:pt x="1656" y="534"/>
                    <a:pt x="1671" y="555"/>
                    <a:pt x="1668" y="580"/>
                  </a:cubicBezTo>
                  <a:cubicBezTo>
                    <a:pt x="1668" y="585"/>
                    <a:pt x="1664" y="588"/>
                    <a:pt x="1663" y="592"/>
                  </a:cubicBezTo>
                  <a:cubicBezTo>
                    <a:pt x="1663" y="595"/>
                    <a:pt x="1665" y="598"/>
                    <a:pt x="1665" y="600"/>
                  </a:cubicBezTo>
                  <a:cubicBezTo>
                    <a:pt x="1668" y="621"/>
                    <a:pt x="1667" y="635"/>
                    <a:pt x="1672" y="650"/>
                  </a:cubicBezTo>
                  <a:cubicBezTo>
                    <a:pt x="1674" y="657"/>
                    <a:pt x="1679" y="663"/>
                    <a:pt x="1682" y="671"/>
                  </a:cubicBezTo>
                  <a:cubicBezTo>
                    <a:pt x="1684" y="682"/>
                    <a:pt x="1682" y="693"/>
                    <a:pt x="1689" y="701"/>
                  </a:cubicBezTo>
                  <a:cubicBezTo>
                    <a:pt x="1689" y="678"/>
                    <a:pt x="1689" y="678"/>
                    <a:pt x="1689" y="678"/>
                  </a:cubicBezTo>
                  <a:cubicBezTo>
                    <a:pt x="1695" y="680"/>
                    <a:pt x="1688" y="666"/>
                    <a:pt x="1693" y="663"/>
                  </a:cubicBezTo>
                  <a:cubicBezTo>
                    <a:pt x="1698" y="672"/>
                    <a:pt x="1697" y="688"/>
                    <a:pt x="1701" y="699"/>
                  </a:cubicBezTo>
                  <a:cubicBezTo>
                    <a:pt x="1696" y="644"/>
                    <a:pt x="1684" y="595"/>
                    <a:pt x="1668" y="548"/>
                  </a:cubicBezTo>
                  <a:cubicBezTo>
                    <a:pt x="1631" y="438"/>
                    <a:pt x="1580" y="350"/>
                    <a:pt x="1516" y="270"/>
                  </a:cubicBezTo>
                  <a:cubicBezTo>
                    <a:pt x="1452" y="190"/>
                    <a:pt x="1375" y="128"/>
                    <a:pt x="1285" y="73"/>
                  </a:cubicBezTo>
                  <a:cubicBezTo>
                    <a:pt x="1257" y="57"/>
                    <a:pt x="1214" y="32"/>
                    <a:pt x="1183" y="25"/>
                  </a:cubicBezTo>
                  <a:cubicBezTo>
                    <a:pt x="1172" y="14"/>
                    <a:pt x="1152" y="22"/>
                    <a:pt x="1135" y="23"/>
                  </a:cubicBezTo>
                  <a:cubicBezTo>
                    <a:pt x="1140" y="27"/>
                    <a:pt x="1147" y="29"/>
                    <a:pt x="1150" y="34"/>
                  </a:cubicBezTo>
                  <a:cubicBezTo>
                    <a:pt x="1155" y="30"/>
                    <a:pt x="1165" y="32"/>
                    <a:pt x="1168" y="29"/>
                  </a:cubicBezTo>
                  <a:cubicBezTo>
                    <a:pt x="1169" y="36"/>
                    <a:pt x="1178" y="35"/>
                    <a:pt x="1182" y="38"/>
                  </a:cubicBezTo>
                  <a:cubicBezTo>
                    <a:pt x="1178" y="38"/>
                    <a:pt x="1181" y="41"/>
                    <a:pt x="1178" y="44"/>
                  </a:cubicBezTo>
                  <a:cubicBezTo>
                    <a:pt x="1195" y="45"/>
                    <a:pt x="1207" y="59"/>
                    <a:pt x="1222" y="63"/>
                  </a:cubicBezTo>
                  <a:cubicBezTo>
                    <a:pt x="1223" y="63"/>
                    <a:pt x="1226" y="62"/>
                    <a:pt x="1227" y="62"/>
                  </a:cubicBezTo>
                  <a:cubicBezTo>
                    <a:pt x="1230" y="62"/>
                    <a:pt x="1233" y="65"/>
                    <a:pt x="1237" y="67"/>
                  </a:cubicBezTo>
                  <a:cubicBezTo>
                    <a:pt x="1237" y="67"/>
                    <a:pt x="1237" y="64"/>
                    <a:pt x="1238" y="65"/>
                  </a:cubicBezTo>
                  <a:cubicBezTo>
                    <a:pt x="1246" y="68"/>
                    <a:pt x="1253" y="73"/>
                    <a:pt x="1259" y="80"/>
                  </a:cubicBezTo>
                  <a:cubicBezTo>
                    <a:pt x="1257" y="81"/>
                    <a:pt x="1255" y="77"/>
                    <a:pt x="1254" y="80"/>
                  </a:cubicBezTo>
                  <a:cubicBezTo>
                    <a:pt x="1259" y="82"/>
                    <a:pt x="1257" y="86"/>
                    <a:pt x="1258" y="89"/>
                  </a:cubicBezTo>
                  <a:cubicBezTo>
                    <a:pt x="1264" y="90"/>
                    <a:pt x="1267" y="93"/>
                    <a:pt x="1268" y="99"/>
                  </a:cubicBezTo>
                  <a:cubicBezTo>
                    <a:pt x="1272" y="101"/>
                    <a:pt x="1276" y="102"/>
                    <a:pt x="1278" y="104"/>
                  </a:cubicBezTo>
                  <a:cubicBezTo>
                    <a:pt x="1278" y="107"/>
                    <a:pt x="1279" y="108"/>
                    <a:pt x="1279" y="110"/>
                  </a:cubicBezTo>
                  <a:close/>
                  <a:moveTo>
                    <a:pt x="1357" y="178"/>
                  </a:moveTo>
                  <a:cubicBezTo>
                    <a:pt x="1361" y="180"/>
                    <a:pt x="1366" y="187"/>
                    <a:pt x="1370" y="186"/>
                  </a:cubicBezTo>
                  <a:cubicBezTo>
                    <a:pt x="1366" y="183"/>
                    <a:pt x="1362" y="176"/>
                    <a:pt x="1357" y="178"/>
                  </a:cubicBezTo>
                  <a:close/>
                  <a:moveTo>
                    <a:pt x="1406" y="207"/>
                  </a:moveTo>
                  <a:cubicBezTo>
                    <a:pt x="1400" y="202"/>
                    <a:pt x="1401" y="190"/>
                    <a:pt x="1393" y="188"/>
                  </a:cubicBezTo>
                  <a:cubicBezTo>
                    <a:pt x="1392" y="190"/>
                    <a:pt x="1392" y="193"/>
                    <a:pt x="1391" y="194"/>
                  </a:cubicBezTo>
                  <a:cubicBezTo>
                    <a:pt x="1382" y="196"/>
                    <a:pt x="1379" y="193"/>
                    <a:pt x="1373" y="189"/>
                  </a:cubicBezTo>
                  <a:cubicBezTo>
                    <a:pt x="1375" y="193"/>
                    <a:pt x="1380" y="193"/>
                    <a:pt x="1382" y="195"/>
                  </a:cubicBezTo>
                  <a:cubicBezTo>
                    <a:pt x="1383" y="198"/>
                    <a:pt x="1381" y="198"/>
                    <a:pt x="1381" y="200"/>
                  </a:cubicBezTo>
                  <a:cubicBezTo>
                    <a:pt x="1389" y="204"/>
                    <a:pt x="1394" y="209"/>
                    <a:pt x="1400" y="215"/>
                  </a:cubicBezTo>
                  <a:cubicBezTo>
                    <a:pt x="1404" y="211"/>
                    <a:pt x="1409" y="213"/>
                    <a:pt x="1413" y="215"/>
                  </a:cubicBezTo>
                  <a:cubicBezTo>
                    <a:pt x="1413" y="217"/>
                    <a:pt x="1411" y="217"/>
                    <a:pt x="1410" y="216"/>
                  </a:cubicBezTo>
                  <a:cubicBezTo>
                    <a:pt x="1411" y="221"/>
                    <a:pt x="1415" y="222"/>
                    <a:pt x="1419" y="224"/>
                  </a:cubicBezTo>
                  <a:cubicBezTo>
                    <a:pt x="1416" y="217"/>
                    <a:pt x="1415" y="208"/>
                    <a:pt x="1406" y="207"/>
                  </a:cubicBezTo>
                  <a:close/>
                  <a:moveTo>
                    <a:pt x="1504" y="338"/>
                  </a:moveTo>
                  <a:cubicBezTo>
                    <a:pt x="1504" y="338"/>
                    <a:pt x="1503" y="338"/>
                    <a:pt x="1503" y="337"/>
                  </a:cubicBezTo>
                  <a:cubicBezTo>
                    <a:pt x="1503" y="338"/>
                    <a:pt x="1503" y="339"/>
                    <a:pt x="1504" y="338"/>
                  </a:cubicBezTo>
                  <a:close/>
                  <a:moveTo>
                    <a:pt x="1506" y="326"/>
                  </a:moveTo>
                  <a:cubicBezTo>
                    <a:pt x="1504" y="318"/>
                    <a:pt x="1500" y="311"/>
                    <a:pt x="1492" y="313"/>
                  </a:cubicBezTo>
                  <a:cubicBezTo>
                    <a:pt x="1493" y="323"/>
                    <a:pt x="1498" y="333"/>
                    <a:pt x="1503" y="337"/>
                  </a:cubicBezTo>
                  <a:cubicBezTo>
                    <a:pt x="1503" y="336"/>
                    <a:pt x="1503" y="334"/>
                    <a:pt x="1504" y="335"/>
                  </a:cubicBezTo>
                  <a:cubicBezTo>
                    <a:pt x="1506" y="336"/>
                    <a:pt x="1505" y="340"/>
                    <a:pt x="1509" y="340"/>
                  </a:cubicBezTo>
                  <a:cubicBezTo>
                    <a:pt x="1508" y="331"/>
                    <a:pt x="1504" y="330"/>
                    <a:pt x="1502" y="323"/>
                  </a:cubicBezTo>
                  <a:cubicBezTo>
                    <a:pt x="1504" y="323"/>
                    <a:pt x="1504" y="326"/>
                    <a:pt x="1506" y="326"/>
                  </a:cubicBezTo>
                  <a:close/>
                  <a:moveTo>
                    <a:pt x="1696" y="874"/>
                  </a:moveTo>
                  <a:cubicBezTo>
                    <a:pt x="1696" y="872"/>
                    <a:pt x="1697" y="872"/>
                    <a:pt x="1698" y="873"/>
                  </a:cubicBezTo>
                  <a:cubicBezTo>
                    <a:pt x="1698" y="869"/>
                    <a:pt x="1702" y="864"/>
                    <a:pt x="1699" y="861"/>
                  </a:cubicBezTo>
                  <a:cubicBezTo>
                    <a:pt x="1699" y="866"/>
                    <a:pt x="1695" y="872"/>
                    <a:pt x="1696" y="874"/>
                  </a:cubicBezTo>
                  <a:close/>
                  <a:moveTo>
                    <a:pt x="824" y="1523"/>
                  </a:moveTo>
                  <a:cubicBezTo>
                    <a:pt x="826" y="1525"/>
                    <a:pt x="831" y="1524"/>
                    <a:pt x="833" y="1523"/>
                  </a:cubicBezTo>
                  <a:cubicBezTo>
                    <a:pt x="833" y="1525"/>
                    <a:pt x="833" y="1526"/>
                    <a:pt x="834" y="1527"/>
                  </a:cubicBezTo>
                  <a:cubicBezTo>
                    <a:pt x="832" y="1527"/>
                    <a:pt x="830" y="1528"/>
                    <a:pt x="829" y="1530"/>
                  </a:cubicBezTo>
                  <a:cubicBezTo>
                    <a:pt x="836" y="1537"/>
                    <a:pt x="841" y="1523"/>
                    <a:pt x="845" y="1528"/>
                  </a:cubicBezTo>
                  <a:cubicBezTo>
                    <a:pt x="847" y="1522"/>
                    <a:pt x="852" y="1519"/>
                    <a:pt x="855" y="1515"/>
                  </a:cubicBezTo>
                  <a:cubicBezTo>
                    <a:pt x="846" y="1516"/>
                    <a:pt x="829" y="1515"/>
                    <a:pt x="824" y="1523"/>
                  </a:cubicBezTo>
                  <a:close/>
                </a:path>
              </a:pathLst>
            </a:custGeom>
            <a:solidFill>
              <a:srgbClr val="CF0101"/>
            </a:solidFill>
            <a:ln w="9525">
              <a:noFill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_color1"/>
            <p:cNvSpPr>
              <a:spLocks noEditPoints="1"/>
            </p:cNvSpPr>
            <p:nvPr/>
          </p:nvSpPr>
          <p:spPr bwMode="gray">
            <a:xfrm>
              <a:off x="5018351" y="2642475"/>
              <a:ext cx="2132003" cy="2147504"/>
            </a:xfrm>
            <a:custGeom>
              <a:avLst/>
              <a:gdLst/>
              <a:ahLst/>
              <a:cxnLst>
                <a:cxn ang="0">
                  <a:pos x="43" y="519"/>
                </a:cxn>
                <a:cxn ang="0">
                  <a:pos x="688" y="16"/>
                </a:cxn>
                <a:cxn ang="0">
                  <a:pos x="710" y="20"/>
                </a:cxn>
                <a:cxn ang="0">
                  <a:pos x="799" y="22"/>
                </a:cxn>
                <a:cxn ang="0">
                  <a:pos x="581" y="42"/>
                </a:cxn>
                <a:cxn ang="0">
                  <a:pos x="530" y="61"/>
                </a:cxn>
                <a:cxn ang="0">
                  <a:pos x="991" y="49"/>
                </a:cxn>
                <a:cxn ang="0">
                  <a:pos x="372" y="115"/>
                </a:cxn>
                <a:cxn ang="0">
                  <a:pos x="428" y="107"/>
                </a:cxn>
                <a:cxn ang="0">
                  <a:pos x="818" y="92"/>
                </a:cxn>
                <a:cxn ang="0">
                  <a:pos x="1055" y="192"/>
                </a:cxn>
                <a:cxn ang="0">
                  <a:pos x="825" y="120"/>
                </a:cxn>
                <a:cxn ang="0">
                  <a:pos x="386" y="131"/>
                </a:cxn>
                <a:cxn ang="0">
                  <a:pos x="360" y="122"/>
                </a:cxn>
                <a:cxn ang="0">
                  <a:pos x="307" y="157"/>
                </a:cxn>
                <a:cxn ang="0">
                  <a:pos x="1281" y="215"/>
                </a:cxn>
                <a:cxn ang="0">
                  <a:pos x="262" y="197"/>
                </a:cxn>
                <a:cxn ang="0">
                  <a:pos x="342" y="207"/>
                </a:cxn>
                <a:cxn ang="0">
                  <a:pos x="515" y="222"/>
                </a:cxn>
                <a:cxn ang="0">
                  <a:pos x="1092" y="232"/>
                </a:cxn>
                <a:cxn ang="0">
                  <a:pos x="1054" y="395"/>
                </a:cxn>
                <a:cxn ang="0">
                  <a:pos x="286" y="259"/>
                </a:cxn>
                <a:cxn ang="0">
                  <a:pos x="422" y="400"/>
                </a:cxn>
                <a:cxn ang="0">
                  <a:pos x="139" y="360"/>
                </a:cxn>
                <a:cxn ang="0">
                  <a:pos x="735" y="383"/>
                </a:cxn>
                <a:cxn ang="0">
                  <a:pos x="401" y="453"/>
                </a:cxn>
                <a:cxn ang="0">
                  <a:pos x="1275" y="515"/>
                </a:cxn>
                <a:cxn ang="0">
                  <a:pos x="965" y="472"/>
                </a:cxn>
                <a:cxn ang="0">
                  <a:pos x="1457" y="507"/>
                </a:cxn>
                <a:cxn ang="0">
                  <a:pos x="1123" y="716"/>
                </a:cxn>
                <a:cxn ang="0">
                  <a:pos x="1284" y="635"/>
                </a:cxn>
                <a:cxn ang="0">
                  <a:pos x="109" y="683"/>
                </a:cxn>
                <a:cxn ang="0">
                  <a:pos x="320" y="836"/>
                </a:cxn>
                <a:cxn ang="0">
                  <a:pos x="942" y="737"/>
                </a:cxn>
                <a:cxn ang="0">
                  <a:pos x="1520" y="791"/>
                </a:cxn>
                <a:cxn ang="0">
                  <a:pos x="1506" y="837"/>
                </a:cxn>
                <a:cxn ang="0">
                  <a:pos x="1392" y="910"/>
                </a:cxn>
                <a:cxn ang="0">
                  <a:pos x="1322" y="936"/>
                </a:cxn>
                <a:cxn ang="0">
                  <a:pos x="497" y="992"/>
                </a:cxn>
                <a:cxn ang="0">
                  <a:pos x="637" y="1004"/>
                </a:cxn>
                <a:cxn ang="0">
                  <a:pos x="75" y="1026"/>
                </a:cxn>
                <a:cxn ang="0">
                  <a:pos x="155" y="1216"/>
                </a:cxn>
                <a:cxn ang="0">
                  <a:pos x="1376" y="1175"/>
                </a:cxn>
                <a:cxn ang="0">
                  <a:pos x="187" y="1148"/>
                </a:cxn>
                <a:cxn ang="0">
                  <a:pos x="163" y="1223"/>
                </a:cxn>
                <a:cxn ang="0">
                  <a:pos x="363" y="1201"/>
                </a:cxn>
                <a:cxn ang="0">
                  <a:pos x="535" y="1295"/>
                </a:cxn>
                <a:cxn ang="0">
                  <a:pos x="170" y="1239"/>
                </a:cxn>
                <a:cxn ang="0">
                  <a:pos x="195" y="1266"/>
                </a:cxn>
                <a:cxn ang="0">
                  <a:pos x="224" y="1300"/>
                </a:cxn>
                <a:cxn ang="0">
                  <a:pos x="309" y="1356"/>
                </a:cxn>
                <a:cxn ang="0">
                  <a:pos x="1151" y="1402"/>
                </a:cxn>
                <a:cxn ang="0">
                  <a:pos x="618" y="1375"/>
                </a:cxn>
                <a:cxn ang="0">
                  <a:pos x="956" y="1397"/>
                </a:cxn>
                <a:cxn ang="0">
                  <a:pos x="1038" y="1391"/>
                </a:cxn>
                <a:cxn ang="0">
                  <a:pos x="697" y="1413"/>
                </a:cxn>
                <a:cxn ang="0">
                  <a:pos x="987" y="1439"/>
                </a:cxn>
                <a:cxn ang="0">
                  <a:pos x="513" y="1480"/>
                </a:cxn>
                <a:cxn ang="0">
                  <a:pos x="749" y="1462"/>
                </a:cxn>
                <a:cxn ang="0">
                  <a:pos x="975" y="1464"/>
                </a:cxn>
                <a:cxn ang="0">
                  <a:pos x="782" y="1475"/>
                </a:cxn>
                <a:cxn ang="0">
                  <a:pos x="738" y="1484"/>
                </a:cxn>
                <a:cxn ang="0">
                  <a:pos x="845" y="1510"/>
                </a:cxn>
              </a:cxnLst>
              <a:rect l="0" t="0" r="r" b="b"/>
              <a:pathLst>
                <a:path w="1525" h="1529">
                  <a:moveTo>
                    <a:pt x="760" y="11"/>
                  </a:moveTo>
                  <a:cubicBezTo>
                    <a:pt x="764" y="10"/>
                    <a:pt x="762" y="3"/>
                    <a:pt x="767" y="3"/>
                  </a:cubicBezTo>
                  <a:cubicBezTo>
                    <a:pt x="772" y="2"/>
                    <a:pt x="769" y="11"/>
                    <a:pt x="774" y="8"/>
                  </a:cubicBezTo>
                  <a:cubicBezTo>
                    <a:pt x="798" y="0"/>
                    <a:pt x="832" y="6"/>
                    <a:pt x="860" y="10"/>
                  </a:cubicBezTo>
                  <a:cubicBezTo>
                    <a:pt x="920" y="18"/>
                    <a:pt x="979" y="31"/>
                    <a:pt x="1027" y="50"/>
                  </a:cubicBezTo>
                  <a:cubicBezTo>
                    <a:pt x="1077" y="70"/>
                    <a:pt x="1124" y="92"/>
                    <a:pt x="1166" y="119"/>
                  </a:cubicBezTo>
                  <a:cubicBezTo>
                    <a:pt x="1181" y="129"/>
                    <a:pt x="1197" y="136"/>
                    <a:pt x="1209" y="145"/>
                  </a:cubicBezTo>
                  <a:cubicBezTo>
                    <a:pt x="1217" y="151"/>
                    <a:pt x="1224" y="160"/>
                    <a:pt x="1232" y="167"/>
                  </a:cubicBezTo>
                  <a:cubicBezTo>
                    <a:pt x="1281" y="205"/>
                    <a:pt x="1322" y="252"/>
                    <a:pt x="1362" y="301"/>
                  </a:cubicBezTo>
                  <a:cubicBezTo>
                    <a:pt x="1369" y="310"/>
                    <a:pt x="1378" y="316"/>
                    <a:pt x="1383" y="323"/>
                  </a:cubicBezTo>
                  <a:cubicBezTo>
                    <a:pt x="1388" y="331"/>
                    <a:pt x="1392" y="340"/>
                    <a:pt x="1398" y="348"/>
                  </a:cubicBezTo>
                  <a:cubicBezTo>
                    <a:pt x="1468" y="449"/>
                    <a:pt x="1525" y="587"/>
                    <a:pt x="1522" y="761"/>
                  </a:cubicBezTo>
                  <a:cubicBezTo>
                    <a:pt x="1522" y="773"/>
                    <a:pt x="1525" y="784"/>
                    <a:pt x="1524" y="795"/>
                  </a:cubicBezTo>
                  <a:cubicBezTo>
                    <a:pt x="1524" y="805"/>
                    <a:pt x="1520" y="815"/>
                    <a:pt x="1518" y="826"/>
                  </a:cubicBezTo>
                  <a:cubicBezTo>
                    <a:pt x="1515" y="857"/>
                    <a:pt x="1508" y="890"/>
                    <a:pt x="1502" y="919"/>
                  </a:cubicBezTo>
                  <a:cubicBezTo>
                    <a:pt x="1495" y="950"/>
                    <a:pt x="1489" y="979"/>
                    <a:pt x="1481" y="1007"/>
                  </a:cubicBezTo>
                  <a:cubicBezTo>
                    <a:pt x="1478" y="1017"/>
                    <a:pt x="1477" y="1028"/>
                    <a:pt x="1474" y="1037"/>
                  </a:cubicBezTo>
                  <a:cubicBezTo>
                    <a:pt x="1472" y="1045"/>
                    <a:pt x="1468" y="1051"/>
                    <a:pt x="1465" y="1058"/>
                  </a:cubicBezTo>
                  <a:cubicBezTo>
                    <a:pt x="1455" y="1079"/>
                    <a:pt x="1446" y="1102"/>
                    <a:pt x="1436" y="1122"/>
                  </a:cubicBezTo>
                  <a:cubicBezTo>
                    <a:pt x="1414" y="1164"/>
                    <a:pt x="1392" y="1199"/>
                    <a:pt x="1364" y="1233"/>
                  </a:cubicBezTo>
                  <a:cubicBezTo>
                    <a:pt x="1355" y="1245"/>
                    <a:pt x="1347" y="1257"/>
                    <a:pt x="1337" y="1268"/>
                  </a:cubicBezTo>
                  <a:cubicBezTo>
                    <a:pt x="1318" y="1289"/>
                    <a:pt x="1295" y="1305"/>
                    <a:pt x="1274" y="1326"/>
                  </a:cubicBezTo>
                  <a:cubicBezTo>
                    <a:pt x="1232" y="1368"/>
                    <a:pt x="1185" y="1404"/>
                    <a:pt x="1136" y="1434"/>
                  </a:cubicBezTo>
                  <a:cubicBezTo>
                    <a:pt x="1110" y="1450"/>
                    <a:pt x="1082" y="1460"/>
                    <a:pt x="1052" y="1471"/>
                  </a:cubicBezTo>
                  <a:cubicBezTo>
                    <a:pt x="1037" y="1477"/>
                    <a:pt x="1023" y="1484"/>
                    <a:pt x="1008" y="1488"/>
                  </a:cubicBezTo>
                  <a:cubicBezTo>
                    <a:pt x="992" y="1493"/>
                    <a:pt x="976" y="1494"/>
                    <a:pt x="958" y="1499"/>
                  </a:cubicBezTo>
                  <a:cubicBezTo>
                    <a:pt x="948" y="1502"/>
                    <a:pt x="940" y="1508"/>
                    <a:pt x="930" y="1511"/>
                  </a:cubicBezTo>
                  <a:cubicBezTo>
                    <a:pt x="904" y="1518"/>
                    <a:pt x="872" y="1514"/>
                    <a:pt x="846" y="1522"/>
                  </a:cubicBezTo>
                  <a:cubicBezTo>
                    <a:pt x="840" y="1524"/>
                    <a:pt x="835" y="1527"/>
                    <a:pt x="828" y="1528"/>
                  </a:cubicBezTo>
                  <a:cubicBezTo>
                    <a:pt x="823" y="1528"/>
                    <a:pt x="818" y="1526"/>
                    <a:pt x="813" y="1526"/>
                  </a:cubicBezTo>
                  <a:cubicBezTo>
                    <a:pt x="796" y="1525"/>
                    <a:pt x="777" y="1527"/>
                    <a:pt x="758" y="1528"/>
                  </a:cubicBezTo>
                  <a:cubicBezTo>
                    <a:pt x="735" y="1529"/>
                    <a:pt x="713" y="1524"/>
                    <a:pt x="691" y="1523"/>
                  </a:cubicBezTo>
                  <a:cubicBezTo>
                    <a:pt x="683" y="1523"/>
                    <a:pt x="676" y="1525"/>
                    <a:pt x="669" y="1524"/>
                  </a:cubicBezTo>
                  <a:cubicBezTo>
                    <a:pt x="656" y="1523"/>
                    <a:pt x="646" y="1514"/>
                    <a:pt x="635" y="1512"/>
                  </a:cubicBezTo>
                  <a:cubicBezTo>
                    <a:pt x="620" y="1510"/>
                    <a:pt x="607" y="1512"/>
                    <a:pt x="594" y="1511"/>
                  </a:cubicBezTo>
                  <a:cubicBezTo>
                    <a:pt x="571" y="1507"/>
                    <a:pt x="551" y="1496"/>
                    <a:pt x="531" y="1489"/>
                  </a:cubicBezTo>
                  <a:cubicBezTo>
                    <a:pt x="520" y="1486"/>
                    <a:pt x="508" y="1484"/>
                    <a:pt x="497" y="1481"/>
                  </a:cubicBezTo>
                  <a:cubicBezTo>
                    <a:pt x="454" y="1468"/>
                    <a:pt x="414" y="1451"/>
                    <a:pt x="380" y="1429"/>
                  </a:cubicBezTo>
                  <a:cubicBezTo>
                    <a:pt x="363" y="1418"/>
                    <a:pt x="347" y="1404"/>
                    <a:pt x="330" y="1393"/>
                  </a:cubicBezTo>
                  <a:cubicBezTo>
                    <a:pt x="287" y="1366"/>
                    <a:pt x="251" y="1334"/>
                    <a:pt x="216" y="1296"/>
                  </a:cubicBezTo>
                  <a:cubicBezTo>
                    <a:pt x="202" y="1282"/>
                    <a:pt x="187" y="1270"/>
                    <a:pt x="174" y="1252"/>
                  </a:cubicBezTo>
                  <a:cubicBezTo>
                    <a:pt x="169" y="1244"/>
                    <a:pt x="165" y="1234"/>
                    <a:pt x="159" y="1225"/>
                  </a:cubicBezTo>
                  <a:cubicBezTo>
                    <a:pt x="147" y="1209"/>
                    <a:pt x="133" y="1193"/>
                    <a:pt x="123" y="1177"/>
                  </a:cubicBezTo>
                  <a:cubicBezTo>
                    <a:pt x="60" y="1083"/>
                    <a:pt x="16" y="977"/>
                    <a:pt x="6" y="830"/>
                  </a:cubicBezTo>
                  <a:cubicBezTo>
                    <a:pt x="5" y="816"/>
                    <a:pt x="0" y="804"/>
                    <a:pt x="0" y="791"/>
                  </a:cubicBezTo>
                  <a:cubicBezTo>
                    <a:pt x="0" y="782"/>
                    <a:pt x="4" y="772"/>
                    <a:pt x="5" y="762"/>
                  </a:cubicBezTo>
                  <a:cubicBezTo>
                    <a:pt x="11" y="698"/>
                    <a:pt x="14" y="634"/>
                    <a:pt x="27" y="577"/>
                  </a:cubicBezTo>
                  <a:cubicBezTo>
                    <a:pt x="29" y="567"/>
                    <a:pt x="29" y="558"/>
                    <a:pt x="31" y="549"/>
                  </a:cubicBezTo>
                  <a:cubicBezTo>
                    <a:pt x="34" y="539"/>
                    <a:pt x="40" y="529"/>
                    <a:pt x="43" y="519"/>
                  </a:cubicBezTo>
                  <a:cubicBezTo>
                    <a:pt x="65" y="448"/>
                    <a:pt x="100" y="386"/>
                    <a:pt x="137" y="330"/>
                  </a:cubicBezTo>
                  <a:cubicBezTo>
                    <a:pt x="170" y="280"/>
                    <a:pt x="209" y="240"/>
                    <a:pt x="252" y="202"/>
                  </a:cubicBezTo>
                  <a:cubicBezTo>
                    <a:pt x="266" y="190"/>
                    <a:pt x="282" y="179"/>
                    <a:pt x="296" y="166"/>
                  </a:cubicBezTo>
                  <a:cubicBezTo>
                    <a:pt x="303" y="159"/>
                    <a:pt x="307" y="151"/>
                    <a:pt x="315" y="145"/>
                  </a:cubicBezTo>
                  <a:cubicBezTo>
                    <a:pt x="323" y="139"/>
                    <a:pt x="332" y="137"/>
                    <a:pt x="341" y="132"/>
                  </a:cubicBezTo>
                  <a:cubicBezTo>
                    <a:pt x="354" y="124"/>
                    <a:pt x="367" y="114"/>
                    <a:pt x="380" y="106"/>
                  </a:cubicBezTo>
                  <a:cubicBezTo>
                    <a:pt x="419" y="82"/>
                    <a:pt x="466" y="61"/>
                    <a:pt x="514" y="46"/>
                  </a:cubicBezTo>
                  <a:cubicBezTo>
                    <a:pt x="531" y="40"/>
                    <a:pt x="546" y="33"/>
                    <a:pt x="563" y="29"/>
                  </a:cubicBezTo>
                  <a:cubicBezTo>
                    <a:pt x="605" y="19"/>
                    <a:pt x="652" y="8"/>
                    <a:pt x="702" y="5"/>
                  </a:cubicBezTo>
                  <a:cubicBezTo>
                    <a:pt x="711" y="5"/>
                    <a:pt x="721" y="5"/>
                    <a:pt x="731" y="3"/>
                  </a:cubicBezTo>
                  <a:cubicBezTo>
                    <a:pt x="741" y="1"/>
                    <a:pt x="752" y="5"/>
                    <a:pt x="760" y="11"/>
                  </a:cubicBezTo>
                  <a:close/>
                  <a:moveTo>
                    <a:pt x="765" y="11"/>
                  </a:moveTo>
                  <a:cubicBezTo>
                    <a:pt x="767" y="11"/>
                    <a:pt x="769" y="11"/>
                    <a:pt x="770" y="9"/>
                  </a:cubicBezTo>
                  <a:cubicBezTo>
                    <a:pt x="768" y="9"/>
                    <a:pt x="769" y="6"/>
                    <a:pt x="767" y="5"/>
                  </a:cubicBezTo>
                  <a:cubicBezTo>
                    <a:pt x="766" y="7"/>
                    <a:pt x="764" y="8"/>
                    <a:pt x="765" y="11"/>
                  </a:cubicBezTo>
                  <a:close/>
                  <a:moveTo>
                    <a:pt x="737" y="6"/>
                  </a:moveTo>
                  <a:cubicBezTo>
                    <a:pt x="736" y="6"/>
                    <a:pt x="735" y="6"/>
                    <a:pt x="735" y="7"/>
                  </a:cubicBezTo>
                  <a:cubicBezTo>
                    <a:pt x="736" y="7"/>
                    <a:pt x="737" y="7"/>
                    <a:pt x="737" y="6"/>
                  </a:cubicBezTo>
                  <a:close/>
                  <a:moveTo>
                    <a:pt x="800" y="6"/>
                  </a:moveTo>
                  <a:cubicBezTo>
                    <a:pt x="790" y="5"/>
                    <a:pt x="794" y="9"/>
                    <a:pt x="800" y="6"/>
                  </a:cubicBezTo>
                  <a:close/>
                  <a:moveTo>
                    <a:pt x="744" y="7"/>
                  </a:moveTo>
                  <a:cubicBezTo>
                    <a:pt x="742" y="8"/>
                    <a:pt x="738" y="6"/>
                    <a:pt x="738" y="8"/>
                  </a:cubicBezTo>
                  <a:cubicBezTo>
                    <a:pt x="740" y="8"/>
                    <a:pt x="744" y="9"/>
                    <a:pt x="744" y="7"/>
                  </a:cubicBezTo>
                  <a:close/>
                  <a:moveTo>
                    <a:pt x="792" y="7"/>
                  </a:moveTo>
                  <a:cubicBezTo>
                    <a:pt x="790" y="8"/>
                    <a:pt x="785" y="6"/>
                    <a:pt x="785" y="8"/>
                  </a:cubicBezTo>
                  <a:cubicBezTo>
                    <a:pt x="787" y="8"/>
                    <a:pt x="791" y="9"/>
                    <a:pt x="792" y="7"/>
                  </a:cubicBezTo>
                  <a:close/>
                  <a:moveTo>
                    <a:pt x="727" y="8"/>
                  </a:moveTo>
                  <a:cubicBezTo>
                    <a:pt x="726" y="8"/>
                    <a:pt x="725" y="8"/>
                    <a:pt x="725" y="9"/>
                  </a:cubicBezTo>
                  <a:cubicBezTo>
                    <a:pt x="726" y="9"/>
                    <a:pt x="727" y="9"/>
                    <a:pt x="727" y="8"/>
                  </a:cubicBezTo>
                  <a:close/>
                  <a:moveTo>
                    <a:pt x="747" y="8"/>
                  </a:moveTo>
                  <a:cubicBezTo>
                    <a:pt x="746" y="8"/>
                    <a:pt x="745" y="8"/>
                    <a:pt x="745" y="9"/>
                  </a:cubicBezTo>
                  <a:cubicBezTo>
                    <a:pt x="745" y="9"/>
                    <a:pt x="747" y="9"/>
                    <a:pt x="747" y="8"/>
                  </a:cubicBezTo>
                  <a:close/>
                  <a:moveTo>
                    <a:pt x="784" y="8"/>
                  </a:moveTo>
                  <a:cubicBezTo>
                    <a:pt x="783" y="8"/>
                    <a:pt x="781" y="8"/>
                    <a:pt x="781" y="9"/>
                  </a:cubicBezTo>
                  <a:cubicBezTo>
                    <a:pt x="782" y="9"/>
                    <a:pt x="784" y="9"/>
                    <a:pt x="784" y="8"/>
                  </a:cubicBezTo>
                  <a:close/>
                  <a:moveTo>
                    <a:pt x="748" y="10"/>
                  </a:moveTo>
                  <a:cubicBezTo>
                    <a:pt x="747" y="10"/>
                    <a:pt x="748" y="11"/>
                    <a:pt x="748" y="10"/>
                  </a:cubicBezTo>
                  <a:close/>
                  <a:moveTo>
                    <a:pt x="778" y="10"/>
                  </a:moveTo>
                  <a:cubicBezTo>
                    <a:pt x="778" y="10"/>
                    <a:pt x="779" y="11"/>
                    <a:pt x="778" y="10"/>
                  </a:cubicBezTo>
                  <a:close/>
                  <a:moveTo>
                    <a:pt x="688" y="10"/>
                  </a:moveTo>
                  <a:cubicBezTo>
                    <a:pt x="686" y="11"/>
                    <a:pt x="682" y="9"/>
                    <a:pt x="682" y="11"/>
                  </a:cubicBezTo>
                  <a:cubicBezTo>
                    <a:pt x="684" y="10"/>
                    <a:pt x="688" y="12"/>
                    <a:pt x="688" y="10"/>
                  </a:cubicBezTo>
                  <a:close/>
                  <a:moveTo>
                    <a:pt x="841" y="11"/>
                  </a:moveTo>
                  <a:cubicBezTo>
                    <a:pt x="836" y="10"/>
                    <a:pt x="840" y="14"/>
                    <a:pt x="841" y="11"/>
                  </a:cubicBezTo>
                  <a:close/>
                  <a:moveTo>
                    <a:pt x="857" y="12"/>
                  </a:moveTo>
                  <a:cubicBezTo>
                    <a:pt x="856" y="12"/>
                    <a:pt x="854" y="12"/>
                    <a:pt x="854" y="13"/>
                  </a:cubicBezTo>
                  <a:cubicBezTo>
                    <a:pt x="855" y="13"/>
                    <a:pt x="857" y="13"/>
                    <a:pt x="857" y="12"/>
                  </a:cubicBezTo>
                  <a:close/>
                  <a:moveTo>
                    <a:pt x="688" y="16"/>
                  </a:moveTo>
                  <a:cubicBezTo>
                    <a:pt x="680" y="15"/>
                    <a:pt x="684" y="19"/>
                    <a:pt x="688" y="16"/>
                  </a:cubicBezTo>
                  <a:close/>
                  <a:moveTo>
                    <a:pt x="678" y="17"/>
                  </a:moveTo>
                  <a:cubicBezTo>
                    <a:pt x="676" y="17"/>
                    <a:pt x="671" y="16"/>
                    <a:pt x="671" y="18"/>
                  </a:cubicBezTo>
                  <a:cubicBezTo>
                    <a:pt x="673" y="17"/>
                    <a:pt x="677" y="19"/>
                    <a:pt x="678" y="17"/>
                  </a:cubicBezTo>
                  <a:close/>
                  <a:moveTo>
                    <a:pt x="842" y="17"/>
                  </a:moveTo>
                  <a:cubicBezTo>
                    <a:pt x="836" y="16"/>
                    <a:pt x="840" y="20"/>
                    <a:pt x="842" y="17"/>
                  </a:cubicBezTo>
                  <a:close/>
                  <a:moveTo>
                    <a:pt x="664" y="19"/>
                  </a:moveTo>
                  <a:cubicBezTo>
                    <a:pt x="674" y="17"/>
                    <a:pt x="664" y="18"/>
                    <a:pt x="658" y="19"/>
                  </a:cubicBezTo>
                  <a:cubicBezTo>
                    <a:pt x="655" y="19"/>
                    <a:pt x="652" y="18"/>
                    <a:pt x="651" y="21"/>
                  </a:cubicBezTo>
                  <a:cubicBezTo>
                    <a:pt x="656" y="20"/>
                    <a:pt x="660" y="19"/>
                    <a:pt x="664" y="19"/>
                  </a:cubicBezTo>
                  <a:close/>
                  <a:moveTo>
                    <a:pt x="700" y="19"/>
                  </a:moveTo>
                  <a:cubicBezTo>
                    <a:pt x="699" y="18"/>
                    <a:pt x="700" y="19"/>
                    <a:pt x="700" y="19"/>
                  </a:cubicBezTo>
                  <a:close/>
                  <a:moveTo>
                    <a:pt x="698" y="81"/>
                  </a:moveTo>
                  <a:cubicBezTo>
                    <a:pt x="716" y="81"/>
                    <a:pt x="734" y="81"/>
                    <a:pt x="751" y="81"/>
                  </a:cubicBezTo>
                  <a:cubicBezTo>
                    <a:pt x="753" y="60"/>
                    <a:pt x="757" y="36"/>
                    <a:pt x="759" y="18"/>
                  </a:cubicBezTo>
                  <a:cubicBezTo>
                    <a:pt x="733" y="34"/>
                    <a:pt x="714" y="56"/>
                    <a:pt x="698" y="81"/>
                  </a:cubicBezTo>
                  <a:close/>
                  <a:moveTo>
                    <a:pt x="852" y="19"/>
                  </a:moveTo>
                  <a:cubicBezTo>
                    <a:pt x="852" y="19"/>
                    <a:pt x="852" y="19"/>
                    <a:pt x="852" y="20"/>
                  </a:cubicBezTo>
                  <a:cubicBezTo>
                    <a:pt x="870" y="21"/>
                    <a:pt x="885" y="24"/>
                    <a:pt x="901" y="26"/>
                  </a:cubicBezTo>
                  <a:moveTo>
                    <a:pt x="901" y="26"/>
                  </a:moveTo>
                  <a:cubicBezTo>
                    <a:pt x="902" y="29"/>
                    <a:pt x="906" y="25"/>
                    <a:pt x="901" y="26"/>
                  </a:cubicBezTo>
                  <a:moveTo>
                    <a:pt x="901" y="26"/>
                  </a:moveTo>
                  <a:cubicBezTo>
                    <a:pt x="901" y="26"/>
                    <a:pt x="901" y="26"/>
                    <a:pt x="901" y="25"/>
                  </a:cubicBezTo>
                  <a:cubicBezTo>
                    <a:pt x="887" y="21"/>
                    <a:pt x="870" y="20"/>
                    <a:pt x="852" y="19"/>
                  </a:cubicBezTo>
                  <a:moveTo>
                    <a:pt x="852" y="19"/>
                  </a:moveTo>
                  <a:cubicBezTo>
                    <a:pt x="846" y="16"/>
                    <a:pt x="842" y="20"/>
                    <a:pt x="852" y="19"/>
                  </a:cubicBezTo>
                  <a:moveTo>
                    <a:pt x="693" y="19"/>
                  </a:moveTo>
                  <a:cubicBezTo>
                    <a:pt x="683" y="17"/>
                    <a:pt x="687" y="22"/>
                    <a:pt x="693" y="19"/>
                  </a:cubicBezTo>
                  <a:close/>
                  <a:moveTo>
                    <a:pt x="751" y="20"/>
                  </a:moveTo>
                  <a:cubicBezTo>
                    <a:pt x="751" y="19"/>
                    <a:pt x="752" y="20"/>
                    <a:pt x="751" y="20"/>
                  </a:cubicBezTo>
                  <a:close/>
                  <a:moveTo>
                    <a:pt x="754" y="81"/>
                  </a:moveTo>
                  <a:cubicBezTo>
                    <a:pt x="762" y="81"/>
                    <a:pt x="770" y="81"/>
                    <a:pt x="778" y="81"/>
                  </a:cubicBezTo>
                  <a:cubicBezTo>
                    <a:pt x="774" y="59"/>
                    <a:pt x="781" y="26"/>
                    <a:pt x="762" y="19"/>
                  </a:cubicBezTo>
                  <a:cubicBezTo>
                    <a:pt x="759" y="39"/>
                    <a:pt x="756" y="59"/>
                    <a:pt x="754" y="81"/>
                  </a:cubicBezTo>
                  <a:close/>
                  <a:moveTo>
                    <a:pt x="826" y="19"/>
                  </a:moveTo>
                  <a:cubicBezTo>
                    <a:pt x="820" y="18"/>
                    <a:pt x="824" y="22"/>
                    <a:pt x="826" y="19"/>
                  </a:cubicBezTo>
                  <a:close/>
                  <a:moveTo>
                    <a:pt x="641" y="21"/>
                  </a:moveTo>
                  <a:cubicBezTo>
                    <a:pt x="619" y="23"/>
                    <a:pt x="596" y="25"/>
                    <a:pt x="580" y="33"/>
                  </a:cubicBezTo>
                  <a:moveTo>
                    <a:pt x="580" y="33"/>
                  </a:moveTo>
                  <a:cubicBezTo>
                    <a:pt x="576" y="32"/>
                    <a:pt x="579" y="36"/>
                    <a:pt x="580" y="33"/>
                  </a:cubicBezTo>
                  <a:moveTo>
                    <a:pt x="580" y="33"/>
                  </a:moveTo>
                  <a:cubicBezTo>
                    <a:pt x="600" y="29"/>
                    <a:pt x="622" y="26"/>
                    <a:pt x="641" y="21"/>
                  </a:cubicBezTo>
                  <a:moveTo>
                    <a:pt x="641" y="21"/>
                  </a:moveTo>
                  <a:cubicBezTo>
                    <a:pt x="646" y="22"/>
                    <a:pt x="642" y="18"/>
                    <a:pt x="641" y="21"/>
                  </a:cubicBezTo>
                  <a:moveTo>
                    <a:pt x="632" y="29"/>
                  </a:moveTo>
                  <a:cubicBezTo>
                    <a:pt x="649" y="25"/>
                    <a:pt x="668" y="24"/>
                    <a:pt x="684" y="20"/>
                  </a:cubicBezTo>
                  <a:cubicBezTo>
                    <a:pt x="666" y="22"/>
                    <a:pt x="644" y="21"/>
                    <a:pt x="632" y="29"/>
                  </a:cubicBezTo>
                  <a:close/>
                  <a:moveTo>
                    <a:pt x="710" y="20"/>
                  </a:moveTo>
                  <a:cubicBezTo>
                    <a:pt x="709" y="20"/>
                    <a:pt x="707" y="19"/>
                    <a:pt x="707" y="21"/>
                  </a:cubicBezTo>
                  <a:cubicBezTo>
                    <a:pt x="708" y="20"/>
                    <a:pt x="710" y="21"/>
                    <a:pt x="710" y="20"/>
                  </a:cubicBezTo>
                  <a:close/>
                  <a:moveTo>
                    <a:pt x="726" y="21"/>
                  </a:moveTo>
                  <a:cubicBezTo>
                    <a:pt x="725" y="20"/>
                    <a:pt x="726" y="21"/>
                    <a:pt x="726" y="21"/>
                  </a:cubicBezTo>
                  <a:close/>
                  <a:moveTo>
                    <a:pt x="739" y="21"/>
                  </a:moveTo>
                  <a:cubicBezTo>
                    <a:pt x="739" y="20"/>
                    <a:pt x="740" y="21"/>
                    <a:pt x="739" y="21"/>
                  </a:cubicBezTo>
                  <a:close/>
                  <a:moveTo>
                    <a:pt x="749" y="21"/>
                  </a:moveTo>
                  <a:cubicBezTo>
                    <a:pt x="725" y="27"/>
                    <a:pt x="705" y="37"/>
                    <a:pt x="686" y="48"/>
                  </a:cubicBezTo>
                  <a:cubicBezTo>
                    <a:pt x="681" y="59"/>
                    <a:pt x="675" y="70"/>
                    <a:pt x="672" y="82"/>
                  </a:cubicBezTo>
                  <a:cubicBezTo>
                    <a:pt x="679" y="82"/>
                    <a:pt x="686" y="82"/>
                    <a:pt x="693" y="82"/>
                  </a:cubicBezTo>
                  <a:cubicBezTo>
                    <a:pt x="709" y="59"/>
                    <a:pt x="727" y="38"/>
                    <a:pt x="749" y="21"/>
                  </a:cubicBezTo>
                  <a:moveTo>
                    <a:pt x="749" y="21"/>
                  </a:moveTo>
                  <a:cubicBezTo>
                    <a:pt x="753" y="22"/>
                    <a:pt x="749" y="18"/>
                    <a:pt x="749" y="21"/>
                  </a:cubicBezTo>
                  <a:moveTo>
                    <a:pt x="793" y="21"/>
                  </a:moveTo>
                  <a:cubicBezTo>
                    <a:pt x="792" y="20"/>
                    <a:pt x="793" y="21"/>
                    <a:pt x="793" y="21"/>
                  </a:cubicBezTo>
                  <a:close/>
                  <a:moveTo>
                    <a:pt x="810" y="20"/>
                  </a:moveTo>
                  <a:cubicBezTo>
                    <a:pt x="809" y="20"/>
                    <a:pt x="808" y="20"/>
                    <a:pt x="808" y="21"/>
                  </a:cubicBezTo>
                  <a:cubicBezTo>
                    <a:pt x="809" y="20"/>
                    <a:pt x="810" y="21"/>
                    <a:pt x="810" y="20"/>
                  </a:cubicBezTo>
                  <a:close/>
                  <a:moveTo>
                    <a:pt x="837" y="21"/>
                  </a:moveTo>
                  <a:cubicBezTo>
                    <a:pt x="837" y="22"/>
                    <a:pt x="839" y="22"/>
                    <a:pt x="839" y="21"/>
                  </a:cubicBezTo>
                  <a:cubicBezTo>
                    <a:pt x="834" y="18"/>
                    <a:pt x="826" y="21"/>
                    <a:pt x="837" y="21"/>
                  </a:cubicBezTo>
                  <a:close/>
                  <a:moveTo>
                    <a:pt x="699" y="22"/>
                  </a:moveTo>
                  <a:cubicBezTo>
                    <a:pt x="667" y="27"/>
                    <a:pt x="629" y="26"/>
                    <a:pt x="610" y="45"/>
                  </a:cubicBezTo>
                  <a:moveTo>
                    <a:pt x="610" y="45"/>
                  </a:moveTo>
                  <a:cubicBezTo>
                    <a:pt x="606" y="44"/>
                    <a:pt x="610" y="47"/>
                    <a:pt x="610" y="45"/>
                  </a:cubicBezTo>
                  <a:moveTo>
                    <a:pt x="699" y="22"/>
                  </a:moveTo>
                  <a:cubicBezTo>
                    <a:pt x="668" y="28"/>
                    <a:pt x="639" y="36"/>
                    <a:pt x="610" y="45"/>
                  </a:cubicBezTo>
                  <a:moveTo>
                    <a:pt x="699" y="22"/>
                  </a:moveTo>
                  <a:cubicBezTo>
                    <a:pt x="703" y="22"/>
                    <a:pt x="699" y="19"/>
                    <a:pt x="699" y="22"/>
                  </a:cubicBezTo>
                  <a:moveTo>
                    <a:pt x="720" y="22"/>
                  </a:moveTo>
                  <a:cubicBezTo>
                    <a:pt x="713" y="23"/>
                    <a:pt x="705" y="22"/>
                    <a:pt x="702" y="26"/>
                  </a:cubicBezTo>
                  <a:cubicBezTo>
                    <a:pt x="708" y="25"/>
                    <a:pt x="714" y="24"/>
                    <a:pt x="720" y="22"/>
                  </a:cubicBezTo>
                  <a:moveTo>
                    <a:pt x="720" y="22"/>
                  </a:moveTo>
                  <a:cubicBezTo>
                    <a:pt x="725" y="23"/>
                    <a:pt x="721" y="19"/>
                    <a:pt x="720" y="22"/>
                  </a:cubicBezTo>
                  <a:moveTo>
                    <a:pt x="690" y="43"/>
                  </a:moveTo>
                  <a:cubicBezTo>
                    <a:pt x="689" y="43"/>
                    <a:pt x="690" y="44"/>
                    <a:pt x="690" y="43"/>
                  </a:cubicBezTo>
                  <a:moveTo>
                    <a:pt x="690" y="43"/>
                  </a:moveTo>
                  <a:cubicBezTo>
                    <a:pt x="705" y="35"/>
                    <a:pt x="721" y="28"/>
                    <a:pt x="737" y="21"/>
                  </a:cubicBezTo>
                  <a:cubicBezTo>
                    <a:pt x="720" y="26"/>
                    <a:pt x="695" y="25"/>
                    <a:pt x="690" y="43"/>
                  </a:cubicBezTo>
                  <a:moveTo>
                    <a:pt x="812" y="81"/>
                  </a:moveTo>
                  <a:cubicBezTo>
                    <a:pt x="830" y="82"/>
                    <a:pt x="849" y="82"/>
                    <a:pt x="867" y="83"/>
                  </a:cubicBezTo>
                  <a:cubicBezTo>
                    <a:pt x="844" y="58"/>
                    <a:pt x="811" y="35"/>
                    <a:pt x="774" y="21"/>
                  </a:cubicBezTo>
                  <a:cubicBezTo>
                    <a:pt x="788" y="40"/>
                    <a:pt x="803" y="58"/>
                    <a:pt x="812" y="81"/>
                  </a:cubicBezTo>
                  <a:close/>
                  <a:moveTo>
                    <a:pt x="852" y="66"/>
                  </a:moveTo>
                  <a:cubicBezTo>
                    <a:pt x="863" y="75"/>
                    <a:pt x="870" y="86"/>
                    <a:pt x="887" y="84"/>
                  </a:cubicBezTo>
                  <a:cubicBezTo>
                    <a:pt x="882" y="71"/>
                    <a:pt x="874" y="61"/>
                    <a:pt x="867" y="49"/>
                  </a:cubicBezTo>
                  <a:cubicBezTo>
                    <a:pt x="840" y="39"/>
                    <a:pt x="812" y="26"/>
                    <a:pt x="783" y="22"/>
                  </a:cubicBezTo>
                  <a:cubicBezTo>
                    <a:pt x="810" y="32"/>
                    <a:pt x="831" y="48"/>
                    <a:pt x="852" y="66"/>
                  </a:cubicBezTo>
                  <a:close/>
                  <a:moveTo>
                    <a:pt x="799" y="22"/>
                  </a:moveTo>
                  <a:cubicBezTo>
                    <a:pt x="821" y="29"/>
                    <a:pt x="844" y="36"/>
                    <a:pt x="863" y="46"/>
                  </a:cubicBezTo>
                  <a:cubicBezTo>
                    <a:pt x="854" y="26"/>
                    <a:pt x="823" y="27"/>
                    <a:pt x="799" y="22"/>
                  </a:cubicBezTo>
                  <a:moveTo>
                    <a:pt x="799" y="22"/>
                  </a:moveTo>
                  <a:cubicBezTo>
                    <a:pt x="797" y="19"/>
                    <a:pt x="793" y="23"/>
                    <a:pt x="799" y="22"/>
                  </a:cubicBezTo>
                  <a:moveTo>
                    <a:pt x="817" y="21"/>
                  </a:moveTo>
                  <a:cubicBezTo>
                    <a:pt x="811" y="19"/>
                    <a:pt x="815" y="24"/>
                    <a:pt x="817" y="21"/>
                  </a:cubicBezTo>
                  <a:close/>
                  <a:moveTo>
                    <a:pt x="928" y="41"/>
                  </a:moveTo>
                  <a:cubicBezTo>
                    <a:pt x="928" y="44"/>
                    <a:pt x="932" y="40"/>
                    <a:pt x="928" y="41"/>
                  </a:cubicBezTo>
                  <a:moveTo>
                    <a:pt x="928" y="41"/>
                  </a:moveTo>
                  <a:cubicBezTo>
                    <a:pt x="909" y="25"/>
                    <a:pt x="871" y="25"/>
                    <a:pt x="844" y="22"/>
                  </a:cubicBezTo>
                  <a:cubicBezTo>
                    <a:pt x="872" y="28"/>
                    <a:pt x="901" y="33"/>
                    <a:pt x="928" y="41"/>
                  </a:cubicBezTo>
                  <a:moveTo>
                    <a:pt x="901" y="21"/>
                  </a:moveTo>
                  <a:cubicBezTo>
                    <a:pt x="900" y="21"/>
                    <a:pt x="899" y="21"/>
                    <a:pt x="899" y="22"/>
                  </a:cubicBezTo>
                  <a:cubicBezTo>
                    <a:pt x="900" y="21"/>
                    <a:pt x="901" y="22"/>
                    <a:pt x="901" y="21"/>
                  </a:cubicBezTo>
                  <a:close/>
                  <a:moveTo>
                    <a:pt x="847" y="28"/>
                  </a:moveTo>
                  <a:cubicBezTo>
                    <a:pt x="848" y="30"/>
                    <a:pt x="849" y="28"/>
                    <a:pt x="847" y="28"/>
                  </a:cubicBezTo>
                  <a:moveTo>
                    <a:pt x="847" y="28"/>
                  </a:moveTo>
                  <a:cubicBezTo>
                    <a:pt x="842" y="22"/>
                    <a:pt x="827" y="22"/>
                    <a:pt x="818" y="23"/>
                  </a:cubicBezTo>
                  <a:cubicBezTo>
                    <a:pt x="829" y="23"/>
                    <a:pt x="837" y="27"/>
                    <a:pt x="847" y="28"/>
                  </a:cubicBezTo>
                  <a:moveTo>
                    <a:pt x="909" y="22"/>
                  </a:moveTo>
                  <a:cubicBezTo>
                    <a:pt x="904" y="21"/>
                    <a:pt x="908" y="24"/>
                    <a:pt x="909" y="22"/>
                  </a:cubicBezTo>
                  <a:close/>
                  <a:moveTo>
                    <a:pt x="916" y="23"/>
                  </a:moveTo>
                  <a:cubicBezTo>
                    <a:pt x="914" y="23"/>
                    <a:pt x="913" y="22"/>
                    <a:pt x="913" y="23"/>
                  </a:cubicBezTo>
                  <a:cubicBezTo>
                    <a:pt x="914" y="23"/>
                    <a:pt x="915" y="24"/>
                    <a:pt x="916" y="23"/>
                  </a:cubicBezTo>
                  <a:close/>
                  <a:moveTo>
                    <a:pt x="922" y="24"/>
                  </a:moveTo>
                  <a:cubicBezTo>
                    <a:pt x="922" y="25"/>
                    <a:pt x="922" y="25"/>
                    <a:pt x="922" y="25"/>
                  </a:cubicBezTo>
                  <a:cubicBezTo>
                    <a:pt x="927" y="25"/>
                    <a:pt x="928" y="27"/>
                    <a:pt x="932" y="26"/>
                  </a:cubicBezTo>
                  <a:moveTo>
                    <a:pt x="932" y="26"/>
                  </a:moveTo>
                  <a:cubicBezTo>
                    <a:pt x="934" y="29"/>
                    <a:pt x="938" y="25"/>
                    <a:pt x="932" y="26"/>
                  </a:cubicBezTo>
                  <a:moveTo>
                    <a:pt x="932" y="26"/>
                  </a:moveTo>
                  <a:cubicBezTo>
                    <a:pt x="932" y="26"/>
                    <a:pt x="932" y="26"/>
                    <a:pt x="932" y="25"/>
                  </a:cubicBezTo>
                  <a:cubicBezTo>
                    <a:pt x="928" y="26"/>
                    <a:pt x="927" y="24"/>
                    <a:pt x="922" y="24"/>
                  </a:cubicBezTo>
                  <a:moveTo>
                    <a:pt x="922" y="24"/>
                  </a:moveTo>
                  <a:cubicBezTo>
                    <a:pt x="919" y="22"/>
                    <a:pt x="915" y="26"/>
                    <a:pt x="922" y="24"/>
                  </a:cubicBezTo>
                  <a:moveTo>
                    <a:pt x="907" y="25"/>
                  </a:moveTo>
                  <a:cubicBezTo>
                    <a:pt x="907" y="26"/>
                    <a:pt x="907" y="26"/>
                    <a:pt x="907" y="26"/>
                  </a:cubicBezTo>
                  <a:cubicBezTo>
                    <a:pt x="934" y="34"/>
                    <a:pt x="965" y="42"/>
                    <a:pt x="990" y="47"/>
                  </a:cubicBezTo>
                  <a:cubicBezTo>
                    <a:pt x="967" y="36"/>
                    <a:pt x="938" y="29"/>
                    <a:pt x="907" y="25"/>
                  </a:cubicBezTo>
                  <a:moveTo>
                    <a:pt x="907" y="25"/>
                  </a:moveTo>
                  <a:cubicBezTo>
                    <a:pt x="907" y="23"/>
                    <a:pt x="903" y="26"/>
                    <a:pt x="907" y="25"/>
                  </a:cubicBezTo>
                  <a:moveTo>
                    <a:pt x="602" y="50"/>
                  </a:moveTo>
                  <a:cubicBezTo>
                    <a:pt x="598" y="55"/>
                    <a:pt x="592" y="59"/>
                    <a:pt x="587" y="64"/>
                  </a:cubicBezTo>
                  <a:cubicBezTo>
                    <a:pt x="583" y="68"/>
                    <a:pt x="576" y="75"/>
                    <a:pt x="577" y="78"/>
                  </a:cubicBezTo>
                  <a:cubicBezTo>
                    <a:pt x="587" y="77"/>
                    <a:pt x="597" y="71"/>
                    <a:pt x="606" y="66"/>
                  </a:cubicBezTo>
                  <a:cubicBezTo>
                    <a:pt x="631" y="53"/>
                    <a:pt x="656" y="41"/>
                    <a:pt x="683" y="32"/>
                  </a:cubicBezTo>
                  <a:cubicBezTo>
                    <a:pt x="687" y="31"/>
                    <a:pt x="696" y="31"/>
                    <a:pt x="695" y="25"/>
                  </a:cubicBezTo>
                  <a:cubicBezTo>
                    <a:pt x="662" y="32"/>
                    <a:pt x="632" y="41"/>
                    <a:pt x="602" y="50"/>
                  </a:cubicBezTo>
                  <a:close/>
                  <a:moveTo>
                    <a:pt x="530" y="58"/>
                  </a:moveTo>
                  <a:cubicBezTo>
                    <a:pt x="526" y="57"/>
                    <a:pt x="529" y="61"/>
                    <a:pt x="530" y="58"/>
                  </a:cubicBezTo>
                  <a:moveTo>
                    <a:pt x="530" y="58"/>
                  </a:moveTo>
                  <a:cubicBezTo>
                    <a:pt x="546" y="53"/>
                    <a:pt x="563" y="47"/>
                    <a:pt x="581" y="42"/>
                  </a:cubicBezTo>
                  <a:cubicBezTo>
                    <a:pt x="598" y="37"/>
                    <a:pt x="617" y="35"/>
                    <a:pt x="631" y="26"/>
                  </a:cubicBezTo>
                  <a:cubicBezTo>
                    <a:pt x="593" y="33"/>
                    <a:pt x="554" y="38"/>
                    <a:pt x="530" y="58"/>
                  </a:cubicBezTo>
                  <a:moveTo>
                    <a:pt x="969" y="73"/>
                  </a:moveTo>
                  <a:cubicBezTo>
                    <a:pt x="947" y="41"/>
                    <a:pt x="895" y="34"/>
                    <a:pt x="850" y="27"/>
                  </a:cubicBezTo>
                  <a:cubicBezTo>
                    <a:pt x="890" y="42"/>
                    <a:pt x="933" y="54"/>
                    <a:pt x="969" y="73"/>
                  </a:cubicBezTo>
                  <a:close/>
                  <a:moveTo>
                    <a:pt x="939" y="27"/>
                  </a:moveTo>
                  <a:cubicBezTo>
                    <a:pt x="938" y="28"/>
                    <a:pt x="937" y="27"/>
                    <a:pt x="937" y="28"/>
                  </a:cubicBezTo>
                  <a:cubicBezTo>
                    <a:pt x="937" y="28"/>
                    <a:pt x="939" y="28"/>
                    <a:pt x="939" y="27"/>
                  </a:cubicBezTo>
                  <a:close/>
                  <a:moveTo>
                    <a:pt x="574" y="32"/>
                  </a:moveTo>
                  <a:cubicBezTo>
                    <a:pt x="574" y="33"/>
                    <a:pt x="573" y="32"/>
                    <a:pt x="574" y="32"/>
                  </a:cubicBezTo>
                  <a:close/>
                  <a:moveTo>
                    <a:pt x="781" y="81"/>
                  </a:moveTo>
                  <a:cubicBezTo>
                    <a:pt x="790" y="80"/>
                    <a:pt x="801" y="82"/>
                    <a:pt x="808" y="80"/>
                  </a:cubicBezTo>
                  <a:cubicBezTo>
                    <a:pt x="798" y="63"/>
                    <a:pt x="789" y="45"/>
                    <a:pt x="776" y="31"/>
                  </a:cubicBezTo>
                  <a:cubicBezTo>
                    <a:pt x="778" y="48"/>
                    <a:pt x="779" y="65"/>
                    <a:pt x="781" y="81"/>
                  </a:cubicBezTo>
                  <a:close/>
                  <a:moveTo>
                    <a:pt x="526" y="47"/>
                  </a:moveTo>
                  <a:cubicBezTo>
                    <a:pt x="524" y="48"/>
                    <a:pt x="526" y="49"/>
                    <a:pt x="526" y="47"/>
                  </a:cubicBezTo>
                  <a:moveTo>
                    <a:pt x="526" y="47"/>
                  </a:moveTo>
                  <a:cubicBezTo>
                    <a:pt x="543" y="43"/>
                    <a:pt x="560" y="40"/>
                    <a:pt x="573" y="32"/>
                  </a:cubicBezTo>
                  <a:cubicBezTo>
                    <a:pt x="557" y="37"/>
                    <a:pt x="537" y="38"/>
                    <a:pt x="526" y="47"/>
                  </a:cubicBezTo>
                  <a:moveTo>
                    <a:pt x="963" y="32"/>
                  </a:moveTo>
                  <a:cubicBezTo>
                    <a:pt x="962" y="32"/>
                    <a:pt x="961" y="32"/>
                    <a:pt x="961" y="33"/>
                  </a:cubicBezTo>
                  <a:cubicBezTo>
                    <a:pt x="961" y="33"/>
                    <a:pt x="963" y="33"/>
                    <a:pt x="963" y="32"/>
                  </a:cubicBezTo>
                  <a:close/>
                  <a:moveTo>
                    <a:pt x="585" y="80"/>
                  </a:moveTo>
                  <a:cubicBezTo>
                    <a:pt x="601" y="82"/>
                    <a:pt x="616" y="87"/>
                    <a:pt x="632" y="84"/>
                  </a:cubicBezTo>
                  <a:cubicBezTo>
                    <a:pt x="648" y="70"/>
                    <a:pt x="665" y="58"/>
                    <a:pt x="683" y="47"/>
                  </a:cubicBezTo>
                  <a:cubicBezTo>
                    <a:pt x="683" y="42"/>
                    <a:pt x="693" y="36"/>
                    <a:pt x="689" y="33"/>
                  </a:cubicBezTo>
                  <a:cubicBezTo>
                    <a:pt x="652" y="46"/>
                    <a:pt x="617" y="61"/>
                    <a:pt x="585" y="80"/>
                  </a:cubicBezTo>
                  <a:close/>
                  <a:moveTo>
                    <a:pt x="966" y="34"/>
                  </a:moveTo>
                  <a:cubicBezTo>
                    <a:pt x="968" y="37"/>
                    <a:pt x="972" y="33"/>
                    <a:pt x="966" y="34"/>
                  </a:cubicBezTo>
                  <a:moveTo>
                    <a:pt x="966" y="34"/>
                  </a:moveTo>
                  <a:cubicBezTo>
                    <a:pt x="965" y="31"/>
                    <a:pt x="961" y="35"/>
                    <a:pt x="966" y="34"/>
                  </a:cubicBezTo>
                  <a:moveTo>
                    <a:pt x="575" y="35"/>
                  </a:moveTo>
                  <a:cubicBezTo>
                    <a:pt x="574" y="35"/>
                    <a:pt x="575" y="36"/>
                    <a:pt x="575" y="35"/>
                  </a:cubicBezTo>
                  <a:close/>
                  <a:moveTo>
                    <a:pt x="859" y="35"/>
                  </a:moveTo>
                  <a:cubicBezTo>
                    <a:pt x="861" y="40"/>
                    <a:pt x="866" y="43"/>
                    <a:pt x="869" y="48"/>
                  </a:cubicBezTo>
                  <a:cubicBezTo>
                    <a:pt x="878" y="53"/>
                    <a:pt x="889" y="57"/>
                    <a:pt x="900" y="64"/>
                  </a:cubicBezTo>
                  <a:cubicBezTo>
                    <a:pt x="909" y="69"/>
                    <a:pt x="921" y="80"/>
                    <a:pt x="930" y="81"/>
                  </a:cubicBezTo>
                  <a:cubicBezTo>
                    <a:pt x="940" y="82"/>
                    <a:pt x="953" y="76"/>
                    <a:pt x="965" y="73"/>
                  </a:cubicBezTo>
                  <a:cubicBezTo>
                    <a:pt x="931" y="59"/>
                    <a:pt x="898" y="44"/>
                    <a:pt x="859" y="35"/>
                  </a:cubicBezTo>
                  <a:moveTo>
                    <a:pt x="859" y="35"/>
                  </a:moveTo>
                  <a:cubicBezTo>
                    <a:pt x="858" y="34"/>
                    <a:pt x="858" y="35"/>
                    <a:pt x="859" y="35"/>
                  </a:cubicBezTo>
                  <a:moveTo>
                    <a:pt x="993" y="63"/>
                  </a:moveTo>
                  <a:cubicBezTo>
                    <a:pt x="997" y="61"/>
                    <a:pt x="1000" y="59"/>
                    <a:pt x="1001" y="55"/>
                  </a:cubicBezTo>
                  <a:cubicBezTo>
                    <a:pt x="977" y="47"/>
                    <a:pt x="949" y="38"/>
                    <a:pt x="924" y="35"/>
                  </a:cubicBezTo>
                  <a:cubicBezTo>
                    <a:pt x="943" y="48"/>
                    <a:pt x="970" y="54"/>
                    <a:pt x="993" y="63"/>
                  </a:cubicBezTo>
                  <a:close/>
                  <a:moveTo>
                    <a:pt x="973" y="35"/>
                  </a:moveTo>
                  <a:cubicBezTo>
                    <a:pt x="972" y="35"/>
                    <a:pt x="970" y="35"/>
                    <a:pt x="970" y="36"/>
                  </a:cubicBezTo>
                  <a:cubicBezTo>
                    <a:pt x="971" y="36"/>
                    <a:pt x="973" y="36"/>
                    <a:pt x="973" y="35"/>
                  </a:cubicBezTo>
                  <a:close/>
                  <a:moveTo>
                    <a:pt x="530" y="61"/>
                  </a:moveTo>
                  <a:cubicBezTo>
                    <a:pt x="542" y="76"/>
                    <a:pt x="556" y="66"/>
                    <a:pt x="573" y="59"/>
                  </a:cubicBezTo>
                  <a:cubicBezTo>
                    <a:pt x="588" y="53"/>
                    <a:pt x="599" y="49"/>
                    <a:pt x="608" y="42"/>
                  </a:cubicBezTo>
                  <a:cubicBezTo>
                    <a:pt x="611" y="39"/>
                    <a:pt x="617" y="37"/>
                    <a:pt x="614" y="36"/>
                  </a:cubicBezTo>
                  <a:cubicBezTo>
                    <a:pt x="585" y="43"/>
                    <a:pt x="557" y="52"/>
                    <a:pt x="530" y="61"/>
                  </a:cubicBezTo>
                  <a:close/>
                  <a:moveTo>
                    <a:pt x="976" y="36"/>
                  </a:moveTo>
                  <a:cubicBezTo>
                    <a:pt x="975" y="36"/>
                    <a:pt x="974" y="36"/>
                    <a:pt x="974" y="37"/>
                  </a:cubicBezTo>
                  <a:cubicBezTo>
                    <a:pt x="975" y="37"/>
                    <a:pt x="976" y="37"/>
                    <a:pt x="976" y="36"/>
                  </a:cubicBezTo>
                  <a:close/>
                  <a:moveTo>
                    <a:pt x="978" y="38"/>
                  </a:moveTo>
                  <a:cubicBezTo>
                    <a:pt x="978" y="37"/>
                    <a:pt x="979" y="39"/>
                    <a:pt x="978" y="38"/>
                  </a:cubicBezTo>
                  <a:close/>
                  <a:moveTo>
                    <a:pt x="982" y="39"/>
                  </a:moveTo>
                  <a:cubicBezTo>
                    <a:pt x="981" y="38"/>
                    <a:pt x="982" y="39"/>
                    <a:pt x="982" y="39"/>
                  </a:cubicBezTo>
                  <a:close/>
                  <a:moveTo>
                    <a:pt x="931" y="43"/>
                  </a:moveTo>
                  <a:cubicBezTo>
                    <a:pt x="931" y="42"/>
                    <a:pt x="932" y="43"/>
                    <a:pt x="931" y="43"/>
                  </a:cubicBezTo>
                  <a:close/>
                  <a:moveTo>
                    <a:pt x="985" y="43"/>
                  </a:moveTo>
                  <a:cubicBezTo>
                    <a:pt x="984" y="42"/>
                    <a:pt x="985" y="43"/>
                    <a:pt x="985" y="43"/>
                  </a:cubicBezTo>
                  <a:close/>
                  <a:moveTo>
                    <a:pt x="1000" y="48"/>
                  </a:moveTo>
                  <a:cubicBezTo>
                    <a:pt x="997" y="46"/>
                    <a:pt x="991" y="42"/>
                    <a:pt x="987" y="44"/>
                  </a:cubicBezTo>
                  <a:cubicBezTo>
                    <a:pt x="992" y="44"/>
                    <a:pt x="996" y="50"/>
                    <a:pt x="1000" y="48"/>
                  </a:cubicBezTo>
                  <a:close/>
                  <a:moveTo>
                    <a:pt x="489" y="60"/>
                  </a:moveTo>
                  <a:cubicBezTo>
                    <a:pt x="488" y="60"/>
                    <a:pt x="487" y="60"/>
                    <a:pt x="486" y="61"/>
                  </a:cubicBezTo>
                  <a:moveTo>
                    <a:pt x="486" y="61"/>
                  </a:moveTo>
                  <a:cubicBezTo>
                    <a:pt x="485" y="61"/>
                    <a:pt x="485" y="61"/>
                    <a:pt x="485" y="62"/>
                  </a:cubicBezTo>
                  <a:moveTo>
                    <a:pt x="485" y="62"/>
                  </a:moveTo>
                  <a:cubicBezTo>
                    <a:pt x="481" y="61"/>
                    <a:pt x="484" y="65"/>
                    <a:pt x="485" y="62"/>
                  </a:cubicBezTo>
                  <a:moveTo>
                    <a:pt x="485" y="62"/>
                  </a:moveTo>
                  <a:cubicBezTo>
                    <a:pt x="486" y="62"/>
                    <a:pt x="486" y="62"/>
                    <a:pt x="486" y="61"/>
                  </a:cubicBezTo>
                  <a:moveTo>
                    <a:pt x="486" y="61"/>
                  </a:moveTo>
                  <a:cubicBezTo>
                    <a:pt x="488" y="61"/>
                    <a:pt x="489" y="61"/>
                    <a:pt x="489" y="60"/>
                  </a:cubicBezTo>
                  <a:moveTo>
                    <a:pt x="489" y="60"/>
                  </a:moveTo>
                  <a:cubicBezTo>
                    <a:pt x="500" y="55"/>
                    <a:pt x="516" y="55"/>
                    <a:pt x="523" y="46"/>
                  </a:cubicBezTo>
                  <a:cubicBezTo>
                    <a:pt x="511" y="50"/>
                    <a:pt x="500" y="54"/>
                    <a:pt x="489" y="60"/>
                  </a:cubicBezTo>
                  <a:moveTo>
                    <a:pt x="542" y="47"/>
                  </a:moveTo>
                  <a:cubicBezTo>
                    <a:pt x="535" y="47"/>
                    <a:pt x="530" y="50"/>
                    <a:pt x="523" y="51"/>
                  </a:cubicBezTo>
                  <a:cubicBezTo>
                    <a:pt x="523" y="54"/>
                    <a:pt x="523" y="56"/>
                    <a:pt x="524" y="57"/>
                  </a:cubicBezTo>
                  <a:cubicBezTo>
                    <a:pt x="531" y="55"/>
                    <a:pt x="537" y="50"/>
                    <a:pt x="542" y="47"/>
                  </a:cubicBezTo>
                  <a:moveTo>
                    <a:pt x="542" y="47"/>
                  </a:moveTo>
                  <a:cubicBezTo>
                    <a:pt x="546" y="47"/>
                    <a:pt x="542" y="44"/>
                    <a:pt x="542" y="47"/>
                  </a:cubicBezTo>
                  <a:moveTo>
                    <a:pt x="1113" y="98"/>
                  </a:moveTo>
                  <a:cubicBezTo>
                    <a:pt x="1113" y="99"/>
                    <a:pt x="1115" y="99"/>
                    <a:pt x="1115" y="99"/>
                  </a:cubicBezTo>
                  <a:moveTo>
                    <a:pt x="1115" y="99"/>
                  </a:moveTo>
                  <a:cubicBezTo>
                    <a:pt x="1116" y="101"/>
                    <a:pt x="1116" y="99"/>
                    <a:pt x="1115" y="99"/>
                  </a:cubicBezTo>
                  <a:moveTo>
                    <a:pt x="1115" y="99"/>
                  </a:moveTo>
                  <a:cubicBezTo>
                    <a:pt x="1115" y="98"/>
                    <a:pt x="1114" y="99"/>
                    <a:pt x="1113" y="98"/>
                  </a:cubicBezTo>
                  <a:moveTo>
                    <a:pt x="1113" y="98"/>
                  </a:moveTo>
                  <a:cubicBezTo>
                    <a:pt x="1081" y="77"/>
                    <a:pt x="1043" y="57"/>
                    <a:pt x="1002" y="48"/>
                  </a:cubicBezTo>
                  <a:cubicBezTo>
                    <a:pt x="1008" y="57"/>
                    <a:pt x="1020" y="58"/>
                    <a:pt x="1029" y="62"/>
                  </a:cubicBezTo>
                  <a:cubicBezTo>
                    <a:pt x="1057" y="72"/>
                    <a:pt x="1086" y="86"/>
                    <a:pt x="1113" y="98"/>
                  </a:cubicBezTo>
                  <a:moveTo>
                    <a:pt x="991" y="49"/>
                  </a:moveTo>
                  <a:cubicBezTo>
                    <a:pt x="991" y="49"/>
                    <a:pt x="992" y="50"/>
                    <a:pt x="991" y="49"/>
                  </a:cubicBezTo>
                  <a:close/>
                  <a:moveTo>
                    <a:pt x="948" y="50"/>
                  </a:moveTo>
                  <a:cubicBezTo>
                    <a:pt x="957" y="57"/>
                    <a:pt x="965" y="65"/>
                    <a:pt x="974" y="71"/>
                  </a:cubicBezTo>
                  <a:cubicBezTo>
                    <a:pt x="979" y="69"/>
                    <a:pt x="987" y="69"/>
                    <a:pt x="990" y="64"/>
                  </a:cubicBezTo>
                  <a:cubicBezTo>
                    <a:pt x="975" y="60"/>
                    <a:pt x="963" y="54"/>
                    <a:pt x="948" y="50"/>
                  </a:cubicBezTo>
                  <a:moveTo>
                    <a:pt x="948" y="50"/>
                  </a:moveTo>
                  <a:cubicBezTo>
                    <a:pt x="948" y="49"/>
                    <a:pt x="947" y="50"/>
                    <a:pt x="948" y="50"/>
                  </a:cubicBezTo>
                  <a:moveTo>
                    <a:pt x="399" y="114"/>
                  </a:moveTo>
                  <a:cubicBezTo>
                    <a:pt x="405" y="112"/>
                    <a:pt x="411" y="111"/>
                    <a:pt x="416" y="110"/>
                  </a:cubicBezTo>
                  <a:cubicBezTo>
                    <a:pt x="433" y="101"/>
                    <a:pt x="450" y="91"/>
                    <a:pt x="468" y="83"/>
                  </a:cubicBezTo>
                  <a:cubicBezTo>
                    <a:pt x="486" y="75"/>
                    <a:pt x="506" y="70"/>
                    <a:pt x="522" y="58"/>
                  </a:cubicBezTo>
                  <a:cubicBezTo>
                    <a:pt x="520" y="58"/>
                    <a:pt x="520" y="56"/>
                    <a:pt x="520" y="53"/>
                  </a:cubicBezTo>
                  <a:cubicBezTo>
                    <a:pt x="473" y="66"/>
                    <a:pt x="432" y="86"/>
                    <a:pt x="399" y="114"/>
                  </a:cubicBezTo>
                  <a:close/>
                  <a:moveTo>
                    <a:pt x="593" y="54"/>
                  </a:moveTo>
                  <a:cubicBezTo>
                    <a:pt x="578" y="59"/>
                    <a:pt x="564" y="65"/>
                    <a:pt x="550" y="71"/>
                  </a:cubicBezTo>
                  <a:cubicBezTo>
                    <a:pt x="556" y="74"/>
                    <a:pt x="564" y="75"/>
                    <a:pt x="570" y="77"/>
                  </a:cubicBezTo>
                  <a:cubicBezTo>
                    <a:pt x="579" y="71"/>
                    <a:pt x="585" y="62"/>
                    <a:pt x="593" y="54"/>
                  </a:cubicBezTo>
                  <a:moveTo>
                    <a:pt x="593" y="54"/>
                  </a:moveTo>
                  <a:cubicBezTo>
                    <a:pt x="594" y="54"/>
                    <a:pt x="593" y="53"/>
                    <a:pt x="593" y="54"/>
                  </a:cubicBezTo>
                  <a:moveTo>
                    <a:pt x="637" y="84"/>
                  </a:moveTo>
                  <a:cubicBezTo>
                    <a:pt x="647" y="83"/>
                    <a:pt x="659" y="84"/>
                    <a:pt x="668" y="82"/>
                  </a:cubicBezTo>
                  <a:cubicBezTo>
                    <a:pt x="669" y="72"/>
                    <a:pt x="679" y="60"/>
                    <a:pt x="678" y="53"/>
                  </a:cubicBezTo>
                  <a:cubicBezTo>
                    <a:pt x="664" y="64"/>
                    <a:pt x="649" y="72"/>
                    <a:pt x="637" y="84"/>
                  </a:cubicBezTo>
                  <a:close/>
                  <a:moveTo>
                    <a:pt x="890" y="84"/>
                  </a:moveTo>
                  <a:cubicBezTo>
                    <a:pt x="901" y="85"/>
                    <a:pt x="916" y="86"/>
                    <a:pt x="924" y="81"/>
                  </a:cubicBezTo>
                  <a:cubicBezTo>
                    <a:pt x="907" y="73"/>
                    <a:pt x="890" y="59"/>
                    <a:pt x="872" y="54"/>
                  </a:cubicBezTo>
                  <a:cubicBezTo>
                    <a:pt x="879" y="63"/>
                    <a:pt x="885" y="73"/>
                    <a:pt x="890" y="84"/>
                  </a:cubicBezTo>
                  <a:close/>
                  <a:moveTo>
                    <a:pt x="1063" y="94"/>
                  </a:moveTo>
                  <a:cubicBezTo>
                    <a:pt x="1063" y="94"/>
                    <a:pt x="1063" y="94"/>
                    <a:pt x="1063" y="95"/>
                  </a:cubicBezTo>
                  <a:cubicBezTo>
                    <a:pt x="1064" y="95"/>
                    <a:pt x="1065" y="96"/>
                    <a:pt x="1066" y="95"/>
                  </a:cubicBezTo>
                  <a:moveTo>
                    <a:pt x="1066" y="95"/>
                  </a:moveTo>
                  <a:cubicBezTo>
                    <a:pt x="1067" y="97"/>
                    <a:pt x="1067" y="95"/>
                    <a:pt x="1066" y="95"/>
                  </a:cubicBezTo>
                  <a:moveTo>
                    <a:pt x="1066" y="95"/>
                  </a:moveTo>
                  <a:cubicBezTo>
                    <a:pt x="1066" y="94"/>
                    <a:pt x="1065" y="94"/>
                    <a:pt x="1063" y="94"/>
                  </a:cubicBezTo>
                  <a:moveTo>
                    <a:pt x="1063" y="94"/>
                  </a:moveTo>
                  <a:cubicBezTo>
                    <a:pt x="1046" y="79"/>
                    <a:pt x="1027" y="67"/>
                    <a:pt x="1006" y="56"/>
                  </a:cubicBezTo>
                  <a:cubicBezTo>
                    <a:pt x="1001" y="58"/>
                    <a:pt x="1000" y="63"/>
                    <a:pt x="996" y="65"/>
                  </a:cubicBezTo>
                  <a:cubicBezTo>
                    <a:pt x="1020" y="73"/>
                    <a:pt x="1041" y="84"/>
                    <a:pt x="1063" y="94"/>
                  </a:cubicBezTo>
                  <a:moveTo>
                    <a:pt x="482" y="60"/>
                  </a:moveTo>
                  <a:cubicBezTo>
                    <a:pt x="482" y="61"/>
                    <a:pt x="481" y="60"/>
                    <a:pt x="482" y="60"/>
                  </a:cubicBezTo>
                  <a:close/>
                  <a:moveTo>
                    <a:pt x="526" y="60"/>
                  </a:moveTo>
                  <a:cubicBezTo>
                    <a:pt x="526" y="61"/>
                    <a:pt x="525" y="60"/>
                    <a:pt x="526" y="60"/>
                  </a:cubicBezTo>
                  <a:close/>
                  <a:moveTo>
                    <a:pt x="479" y="61"/>
                  </a:moveTo>
                  <a:cubicBezTo>
                    <a:pt x="478" y="61"/>
                    <a:pt x="477" y="61"/>
                    <a:pt x="477" y="62"/>
                  </a:cubicBezTo>
                  <a:moveTo>
                    <a:pt x="477" y="62"/>
                  </a:moveTo>
                  <a:cubicBezTo>
                    <a:pt x="441" y="76"/>
                    <a:pt x="407" y="92"/>
                    <a:pt x="377" y="112"/>
                  </a:cubicBezTo>
                  <a:moveTo>
                    <a:pt x="377" y="112"/>
                  </a:moveTo>
                  <a:cubicBezTo>
                    <a:pt x="375" y="112"/>
                    <a:pt x="375" y="113"/>
                    <a:pt x="374" y="114"/>
                  </a:cubicBezTo>
                  <a:moveTo>
                    <a:pt x="374" y="114"/>
                  </a:moveTo>
                  <a:cubicBezTo>
                    <a:pt x="373" y="114"/>
                    <a:pt x="372" y="114"/>
                    <a:pt x="372" y="115"/>
                  </a:cubicBezTo>
                  <a:moveTo>
                    <a:pt x="372" y="115"/>
                  </a:moveTo>
                  <a:cubicBezTo>
                    <a:pt x="371" y="115"/>
                    <a:pt x="371" y="115"/>
                    <a:pt x="370" y="116"/>
                  </a:cubicBezTo>
                  <a:moveTo>
                    <a:pt x="370" y="116"/>
                  </a:moveTo>
                  <a:cubicBezTo>
                    <a:pt x="370" y="115"/>
                    <a:pt x="369" y="116"/>
                    <a:pt x="369" y="117"/>
                  </a:cubicBezTo>
                  <a:moveTo>
                    <a:pt x="369" y="117"/>
                  </a:moveTo>
                  <a:cubicBezTo>
                    <a:pt x="368" y="116"/>
                    <a:pt x="368" y="117"/>
                    <a:pt x="367" y="118"/>
                  </a:cubicBezTo>
                  <a:moveTo>
                    <a:pt x="367" y="118"/>
                  </a:moveTo>
                  <a:cubicBezTo>
                    <a:pt x="366" y="118"/>
                    <a:pt x="368" y="119"/>
                    <a:pt x="367" y="118"/>
                  </a:cubicBezTo>
                  <a:moveTo>
                    <a:pt x="367" y="118"/>
                  </a:moveTo>
                  <a:cubicBezTo>
                    <a:pt x="369" y="118"/>
                    <a:pt x="369" y="117"/>
                    <a:pt x="369" y="117"/>
                  </a:cubicBezTo>
                  <a:moveTo>
                    <a:pt x="369" y="117"/>
                  </a:moveTo>
                  <a:cubicBezTo>
                    <a:pt x="370" y="117"/>
                    <a:pt x="370" y="116"/>
                    <a:pt x="370" y="116"/>
                  </a:cubicBezTo>
                  <a:moveTo>
                    <a:pt x="370" y="116"/>
                  </a:moveTo>
                  <a:cubicBezTo>
                    <a:pt x="371" y="116"/>
                    <a:pt x="372" y="115"/>
                    <a:pt x="372" y="115"/>
                  </a:cubicBezTo>
                  <a:moveTo>
                    <a:pt x="372" y="115"/>
                  </a:moveTo>
                  <a:cubicBezTo>
                    <a:pt x="373" y="115"/>
                    <a:pt x="374" y="114"/>
                    <a:pt x="374" y="114"/>
                  </a:cubicBezTo>
                  <a:moveTo>
                    <a:pt x="374" y="114"/>
                  </a:moveTo>
                  <a:cubicBezTo>
                    <a:pt x="376" y="114"/>
                    <a:pt x="377" y="113"/>
                    <a:pt x="377" y="112"/>
                  </a:cubicBezTo>
                  <a:moveTo>
                    <a:pt x="377" y="112"/>
                  </a:moveTo>
                  <a:cubicBezTo>
                    <a:pt x="409" y="94"/>
                    <a:pt x="445" y="80"/>
                    <a:pt x="477" y="62"/>
                  </a:cubicBezTo>
                  <a:moveTo>
                    <a:pt x="477" y="62"/>
                  </a:moveTo>
                  <a:cubicBezTo>
                    <a:pt x="478" y="62"/>
                    <a:pt x="479" y="62"/>
                    <a:pt x="479" y="61"/>
                  </a:cubicBezTo>
                  <a:moveTo>
                    <a:pt x="479" y="61"/>
                  </a:moveTo>
                  <a:cubicBezTo>
                    <a:pt x="483" y="62"/>
                    <a:pt x="479" y="58"/>
                    <a:pt x="479" y="61"/>
                  </a:cubicBezTo>
                  <a:moveTo>
                    <a:pt x="481" y="64"/>
                  </a:moveTo>
                  <a:cubicBezTo>
                    <a:pt x="480" y="63"/>
                    <a:pt x="481" y="64"/>
                    <a:pt x="481" y="64"/>
                  </a:cubicBezTo>
                  <a:close/>
                  <a:moveTo>
                    <a:pt x="524" y="63"/>
                  </a:moveTo>
                  <a:cubicBezTo>
                    <a:pt x="510" y="69"/>
                    <a:pt x="495" y="80"/>
                    <a:pt x="484" y="90"/>
                  </a:cubicBezTo>
                  <a:cubicBezTo>
                    <a:pt x="480" y="92"/>
                    <a:pt x="475" y="96"/>
                    <a:pt x="476" y="99"/>
                  </a:cubicBezTo>
                  <a:cubicBezTo>
                    <a:pt x="504" y="96"/>
                    <a:pt x="519" y="80"/>
                    <a:pt x="542" y="71"/>
                  </a:cubicBezTo>
                  <a:cubicBezTo>
                    <a:pt x="535" y="69"/>
                    <a:pt x="530" y="65"/>
                    <a:pt x="524" y="63"/>
                  </a:cubicBezTo>
                  <a:close/>
                  <a:moveTo>
                    <a:pt x="479" y="65"/>
                  </a:moveTo>
                  <a:cubicBezTo>
                    <a:pt x="478" y="64"/>
                    <a:pt x="479" y="65"/>
                    <a:pt x="479" y="65"/>
                  </a:cubicBezTo>
                  <a:close/>
                  <a:moveTo>
                    <a:pt x="1028" y="65"/>
                  </a:moveTo>
                  <a:cubicBezTo>
                    <a:pt x="1048" y="78"/>
                    <a:pt x="1066" y="92"/>
                    <a:pt x="1086" y="106"/>
                  </a:cubicBezTo>
                  <a:cubicBezTo>
                    <a:pt x="1106" y="107"/>
                    <a:pt x="1124" y="115"/>
                    <a:pt x="1141" y="117"/>
                  </a:cubicBezTo>
                  <a:cubicBezTo>
                    <a:pt x="1105" y="97"/>
                    <a:pt x="1069" y="79"/>
                    <a:pt x="1028" y="65"/>
                  </a:cubicBezTo>
                  <a:moveTo>
                    <a:pt x="1028" y="65"/>
                  </a:moveTo>
                  <a:cubicBezTo>
                    <a:pt x="1028" y="62"/>
                    <a:pt x="1024" y="66"/>
                    <a:pt x="1028" y="65"/>
                  </a:cubicBezTo>
                  <a:moveTo>
                    <a:pt x="993" y="66"/>
                  </a:moveTo>
                  <a:cubicBezTo>
                    <a:pt x="989" y="70"/>
                    <a:pt x="981" y="71"/>
                    <a:pt x="975" y="74"/>
                  </a:cubicBezTo>
                  <a:cubicBezTo>
                    <a:pt x="984" y="83"/>
                    <a:pt x="999" y="87"/>
                    <a:pt x="1009" y="95"/>
                  </a:cubicBezTo>
                  <a:cubicBezTo>
                    <a:pt x="1032" y="95"/>
                    <a:pt x="1054" y="102"/>
                    <a:pt x="1074" y="102"/>
                  </a:cubicBezTo>
                  <a:cubicBezTo>
                    <a:pt x="1048" y="89"/>
                    <a:pt x="1021" y="77"/>
                    <a:pt x="993" y="66"/>
                  </a:cubicBezTo>
                  <a:close/>
                  <a:moveTo>
                    <a:pt x="504" y="71"/>
                  </a:moveTo>
                  <a:cubicBezTo>
                    <a:pt x="503" y="71"/>
                    <a:pt x="504" y="72"/>
                    <a:pt x="504" y="71"/>
                  </a:cubicBezTo>
                  <a:close/>
                  <a:moveTo>
                    <a:pt x="502" y="72"/>
                  </a:moveTo>
                  <a:cubicBezTo>
                    <a:pt x="476" y="83"/>
                    <a:pt x="450" y="93"/>
                    <a:pt x="428" y="107"/>
                  </a:cubicBezTo>
                  <a:moveTo>
                    <a:pt x="428" y="107"/>
                  </a:moveTo>
                  <a:cubicBezTo>
                    <a:pt x="424" y="106"/>
                    <a:pt x="428" y="110"/>
                    <a:pt x="428" y="107"/>
                  </a:cubicBezTo>
                  <a:moveTo>
                    <a:pt x="428" y="107"/>
                  </a:moveTo>
                  <a:cubicBezTo>
                    <a:pt x="442" y="105"/>
                    <a:pt x="455" y="103"/>
                    <a:pt x="468" y="100"/>
                  </a:cubicBezTo>
                  <a:cubicBezTo>
                    <a:pt x="479" y="91"/>
                    <a:pt x="490" y="82"/>
                    <a:pt x="502" y="72"/>
                  </a:cubicBezTo>
                  <a:moveTo>
                    <a:pt x="502" y="72"/>
                  </a:moveTo>
                  <a:cubicBezTo>
                    <a:pt x="503" y="72"/>
                    <a:pt x="502" y="71"/>
                    <a:pt x="502" y="72"/>
                  </a:cubicBezTo>
                  <a:moveTo>
                    <a:pt x="544" y="73"/>
                  </a:moveTo>
                  <a:cubicBezTo>
                    <a:pt x="530" y="79"/>
                    <a:pt x="513" y="89"/>
                    <a:pt x="501" y="95"/>
                  </a:cubicBezTo>
                  <a:cubicBezTo>
                    <a:pt x="522" y="94"/>
                    <a:pt x="540" y="90"/>
                    <a:pt x="561" y="90"/>
                  </a:cubicBezTo>
                  <a:cubicBezTo>
                    <a:pt x="565" y="87"/>
                    <a:pt x="567" y="83"/>
                    <a:pt x="570" y="79"/>
                  </a:cubicBezTo>
                  <a:cubicBezTo>
                    <a:pt x="561" y="81"/>
                    <a:pt x="551" y="71"/>
                    <a:pt x="544" y="73"/>
                  </a:cubicBezTo>
                  <a:close/>
                  <a:moveTo>
                    <a:pt x="933" y="85"/>
                  </a:moveTo>
                  <a:cubicBezTo>
                    <a:pt x="948" y="90"/>
                    <a:pt x="970" y="89"/>
                    <a:pt x="988" y="92"/>
                  </a:cubicBezTo>
                  <a:cubicBezTo>
                    <a:pt x="981" y="71"/>
                    <a:pt x="952" y="78"/>
                    <a:pt x="933" y="85"/>
                  </a:cubicBezTo>
                  <a:close/>
                  <a:moveTo>
                    <a:pt x="569" y="86"/>
                  </a:moveTo>
                  <a:cubicBezTo>
                    <a:pt x="568" y="86"/>
                    <a:pt x="569" y="87"/>
                    <a:pt x="569" y="86"/>
                  </a:cubicBezTo>
                  <a:moveTo>
                    <a:pt x="569" y="86"/>
                  </a:moveTo>
                  <a:cubicBezTo>
                    <a:pt x="572" y="85"/>
                    <a:pt x="575" y="84"/>
                    <a:pt x="577" y="81"/>
                  </a:cubicBezTo>
                  <a:cubicBezTo>
                    <a:pt x="574" y="81"/>
                    <a:pt x="575" y="79"/>
                    <a:pt x="572" y="80"/>
                  </a:cubicBezTo>
                  <a:cubicBezTo>
                    <a:pt x="572" y="84"/>
                    <a:pt x="569" y="82"/>
                    <a:pt x="569" y="86"/>
                  </a:cubicBezTo>
                  <a:moveTo>
                    <a:pt x="573" y="88"/>
                  </a:moveTo>
                  <a:cubicBezTo>
                    <a:pt x="569" y="87"/>
                    <a:pt x="573" y="91"/>
                    <a:pt x="573" y="88"/>
                  </a:cubicBezTo>
                  <a:moveTo>
                    <a:pt x="573" y="88"/>
                  </a:moveTo>
                  <a:cubicBezTo>
                    <a:pt x="583" y="87"/>
                    <a:pt x="594" y="88"/>
                    <a:pt x="602" y="85"/>
                  </a:cubicBezTo>
                  <a:cubicBezTo>
                    <a:pt x="590" y="84"/>
                    <a:pt x="579" y="79"/>
                    <a:pt x="573" y="88"/>
                  </a:cubicBezTo>
                  <a:moveTo>
                    <a:pt x="1092" y="83"/>
                  </a:moveTo>
                  <a:cubicBezTo>
                    <a:pt x="1092" y="83"/>
                    <a:pt x="1093" y="84"/>
                    <a:pt x="1092" y="83"/>
                  </a:cubicBezTo>
                  <a:close/>
                  <a:moveTo>
                    <a:pt x="695" y="84"/>
                  </a:moveTo>
                  <a:cubicBezTo>
                    <a:pt x="694" y="87"/>
                    <a:pt x="692" y="89"/>
                    <a:pt x="690" y="92"/>
                  </a:cubicBezTo>
                  <a:cubicBezTo>
                    <a:pt x="710" y="92"/>
                    <a:pt x="729" y="93"/>
                    <a:pt x="750" y="93"/>
                  </a:cubicBezTo>
                  <a:cubicBezTo>
                    <a:pt x="750" y="88"/>
                    <a:pt x="752" y="87"/>
                    <a:pt x="751" y="83"/>
                  </a:cubicBezTo>
                  <a:cubicBezTo>
                    <a:pt x="732" y="82"/>
                    <a:pt x="715" y="85"/>
                    <a:pt x="695" y="84"/>
                  </a:cubicBezTo>
                  <a:close/>
                  <a:moveTo>
                    <a:pt x="753" y="94"/>
                  </a:moveTo>
                  <a:cubicBezTo>
                    <a:pt x="763" y="94"/>
                    <a:pt x="770" y="92"/>
                    <a:pt x="779" y="93"/>
                  </a:cubicBezTo>
                  <a:cubicBezTo>
                    <a:pt x="780" y="89"/>
                    <a:pt x="778" y="87"/>
                    <a:pt x="778" y="83"/>
                  </a:cubicBezTo>
                  <a:cubicBezTo>
                    <a:pt x="768" y="84"/>
                    <a:pt x="749" y="77"/>
                    <a:pt x="753" y="94"/>
                  </a:cubicBezTo>
                  <a:close/>
                  <a:moveTo>
                    <a:pt x="781" y="93"/>
                  </a:moveTo>
                  <a:cubicBezTo>
                    <a:pt x="792" y="92"/>
                    <a:pt x="805" y="94"/>
                    <a:pt x="814" y="92"/>
                  </a:cubicBezTo>
                  <a:cubicBezTo>
                    <a:pt x="812" y="90"/>
                    <a:pt x="811" y="87"/>
                    <a:pt x="810" y="84"/>
                  </a:cubicBezTo>
                  <a:cubicBezTo>
                    <a:pt x="800" y="84"/>
                    <a:pt x="792" y="82"/>
                    <a:pt x="781" y="83"/>
                  </a:cubicBezTo>
                  <a:cubicBezTo>
                    <a:pt x="781" y="86"/>
                    <a:pt x="781" y="89"/>
                    <a:pt x="781" y="93"/>
                  </a:cubicBezTo>
                  <a:close/>
                  <a:moveTo>
                    <a:pt x="1094" y="84"/>
                  </a:moveTo>
                  <a:cubicBezTo>
                    <a:pt x="1095" y="85"/>
                    <a:pt x="1094" y="84"/>
                    <a:pt x="1094" y="84"/>
                  </a:cubicBezTo>
                  <a:close/>
                  <a:moveTo>
                    <a:pt x="670" y="85"/>
                  </a:moveTo>
                  <a:cubicBezTo>
                    <a:pt x="671" y="88"/>
                    <a:pt x="668" y="87"/>
                    <a:pt x="669" y="90"/>
                  </a:cubicBezTo>
                  <a:cubicBezTo>
                    <a:pt x="675" y="90"/>
                    <a:pt x="681" y="91"/>
                    <a:pt x="688" y="91"/>
                  </a:cubicBezTo>
                  <a:cubicBezTo>
                    <a:pt x="688" y="88"/>
                    <a:pt x="691" y="86"/>
                    <a:pt x="692" y="84"/>
                  </a:cubicBezTo>
                  <a:cubicBezTo>
                    <a:pt x="685" y="84"/>
                    <a:pt x="678" y="85"/>
                    <a:pt x="670" y="85"/>
                  </a:cubicBezTo>
                  <a:close/>
                  <a:moveTo>
                    <a:pt x="818" y="92"/>
                  </a:moveTo>
                  <a:cubicBezTo>
                    <a:pt x="837" y="91"/>
                    <a:pt x="856" y="90"/>
                    <a:pt x="873" y="88"/>
                  </a:cubicBezTo>
                  <a:cubicBezTo>
                    <a:pt x="858" y="83"/>
                    <a:pt x="832" y="84"/>
                    <a:pt x="814" y="85"/>
                  </a:cubicBezTo>
                  <a:cubicBezTo>
                    <a:pt x="816" y="86"/>
                    <a:pt x="816" y="90"/>
                    <a:pt x="818" y="92"/>
                  </a:cubicBezTo>
                  <a:close/>
                  <a:moveTo>
                    <a:pt x="1096" y="85"/>
                  </a:moveTo>
                  <a:cubicBezTo>
                    <a:pt x="1096" y="85"/>
                    <a:pt x="1097" y="86"/>
                    <a:pt x="1096" y="85"/>
                  </a:cubicBezTo>
                  <a:close/>
                  <a:moveTo>
                    <a:pt x="639" y="88"/>
                  </a:moveTo>
                  <a:cubicBezTo>
                    <a:pt x="648" y="88"/>
                    <a:pt x="656" y="89"/>
                    <a:pt x="665" y="90"/>
                  </a:cubicBezTo>
                  <a:cubicBezTo>
                    <a:pt x="664" y="87"/>
                    <a:pt x="666" y="87"/>
                    <a:pt x="666" y="85"/>
                  </a:cubicBezTo>
                  <a:cubicBezTo>
                    <a:pt x="658" y="87"/>
                    <a:pt x="645" y="84"/>
                    <a:pt x="639" y="88"/>
                  </a:cubicBezTo>
                  <a:close/>
                  <a:moveTo>
                    <a:pt x="931" y="86"/>
                  </a:moveTo>
                  <a:cubicBezTo>
                    <a:pt x="930" y="85"/>
                    <a:pt x="923" y="84"/>
                    <a:pt x="922" y="86"/>
                  </a:cubicBezTo>
                  <a:cubicBezTo>
                    <a:pt x="926" y="85"/>
                    <a:pt x="929" y="89"/>
                    <a:pt x="931" y="86"/>
                  </a:cubicBezTo>
                  <a:close/>
                  <a:moveTo>
                    <a:pt x="988" y="86"/>
                  </a:moveTo>
                  <a:cubicBezTo>
                    <a:pt x="988" y="86"/>
                    <a:pt x="988" y="87"/>
                    <a:pt x="988" y="87"/>
                  </a:cubicBezTo>
                  <a:cubicBezTo>
                    <a:pt x="990" y="88"/>
                    <a:pt x="991" y="90"/>
                    <a:pt x="992" y="93"/>
                  </a:cubicBezTo>
                  <a:cubicBezTo>
                    <a:pt x="995" y="93"/>
                    <a:pt x="998" y="93"/>
                    <a:pt x="1000" y="93"/>
                  </a:cubicBezTo>
                  <a:moveTo>
                    <a:pt x="1000" y="93"/>
                  </a:moveTo>
                  <a:cubicBezTo>
                    <a:pt x="1001" y="94"/>
                    <a:pt x="1001" y="93"/>
                    <a:pt x="1000" y="93"/>
                  </a:cubicBezTo>
                  <a:moveTo>
                    <a:pt x="1000" y="93"/>
                  </a:moveTo>
                  <a:cubicBezTo>
                    <a:pt x="996" y="90"/>
                    <a:pt x="993" y="87"/>
                    <a:pt x="988" y="86"/>
                  </a:cubicBezTo>
                  <a:moveTo>
                    <a:pt x="988" y="86"/>
                  </a:moveTo>
                  <a:cubicBezTo>
                    <a:pt x="987" y="84"/>
                    <a:pt x="986" y="86"/>
                    <a:pt x="988" y="86"/>
                  </a:cubicBezTo>
                  <a:moveTo>
                    <a:pt x="1173" y="127"/>
                  </a:moveTo>
                  <a:cubicBezTo>
                    <a:pt x="1173" y="128"/>
                    <a:pt x="1174" y="128"/>
                    <a:pt x="1175" y="128"/>
                  </a:cubicBezTo>
                  <a:moveTo>
                    <a:pt x="1175" y="128"/>
                  </a:moveTo>
                  <a:cubicBezTo>
                    <a:pt x="1175" y="130"/>
                    <a:pt x="1176" y="128"/>
                    <a:pt x="1175" y="128"/>
                  </a:cubicBezTo>
                  <a:moveTo>
                    <a:pt x="1175" y="128"/>
                  </a:moveTo>
                  <a:cubicBezTo>
                    <a:pt x="1175" y="127"/>
                    <a:pt x="1174" y="127"/>
                    <a:pt x="1173" y="127"/>
                  </a:cubicBezTo>
                  <a:moveTo>
                    <a:pt x="1173" y="127"/>
                  </a:moveTo>
                  <a:cubicBezTo>
                    <a:pt x="1150" y="112"/>
                    <a:pt x="1124" y="95"/>
                    <a:pt x="1098" y="86"/>
                  </a:cubicBezTo>
                  <a:cubicBezTo>
                    <a:pt x="1125" y="98"/>
                    <a:pt x="1141" y="120"/>
                    <a:pt x="1173" y="127"/>
                  </a:cubicBezTo>
                  <a:moveTo>
                    <a:pt x="885" y="86"/>
                  </a:moveTo>
                  <a:cubicBezTo>
                    <a:pt x="882" y="86"/>
                    <a:pt x="877" y="85"/>
                    <a:pt x="875" y="87"/>
                  </a:cubicBezTo>
                  <a:cubicBezTo>
                    <a:pt x="877" y="88"/>
                    <a:pt x="885" y="90"/>
                    <a:pt x="885" y="86"/>
                  </a:cubicBezTo>
                  <a:close/>
                  <a:moveTo>
                    <a:pt x="430" y="89"/>
                  </a:moveTo>
                  <a:cubicBezTo>
                    <a:pt x="429" y="88"/>
                    <a:pt x="430" y="89"/>
                    <a:pt x="430" y="89"/>
                  </a:cubicBezTo>
                  <a:close/>
                  <a:moveTo>
                    <a:pt x="564" y="92"/>
                  </a:moveTo>
                  <a:cubicBezTo>
                    <a:pt x="535" y="128"/>
                    <a:pt x="514" y="173"/>
                    <a:pt x="497" y="221"/>
                  </a:cubicBezTo>
                  <a:cubicBezTo>
                    <a:pt x="502" y="220"/>
                    <a:pt x="508" y="220"/>
                    <a:pt x="513" y="219"/>
                  </a:cubicBezTo>
                  <a:cubicBezTo>
                    <a:pt x="545" y="174"/>
                    <a:pt x="578" y="131"/>
                    <a:pt x="619" y="95"/>
                  </a:cubicBezTo>
                  <a:cubicBezTo>
                    <a:pt x="620" y="94"/>
                    <a:pt x="628" y="90"/>
                    <a:pt x="624" y="89"/>
                  </a:cubicBezTo>
                  <a:cubicBezTo>
                    <a:pt x="604" y="86"/>
                    <a:pt x="584" y="91"/>
                    <a:pt x="564" y="92"/>
                  </a:cubicBezTo>
                  <a:close/>
                  <a:moveTo>
                    <a:pt x="1055" y="192"/>
                  </a:moveTo>
                  <a:cubicBezTo>
                    <a:pt x="1019" y="154"/>
                    <a:pt x="980" y="120"/>
                    <a:pt x="937" y="90"/>
                  </a:cubicBezTo>
                  <a:cubicBezTo>
                    <a:pt x="922" y="89"/>
                    <a:pt x="906" y="86"/>
                    <a:pt x="893" y="90"/>
                  </a:cubicBezTo>
                  <a:cubicBezTo>
                    <a:pt x="901" y="111"/>
                    <a:pt x="911" y="126"/>
                    <a:pt x="923" y="142"/>
                  </a:cubicBezTo>
                  <a:cubicBezTo>
                    <a:pt x="942" y="166"/>
                    <a:pt x="959" y="189"/>
                    <a:pt x="973" y="216"/>
                  </a:cubicBezTo>
                  <a:cubicBezTo>
                    <a:pt x="1006" y="219"/>
                    <a:pt x="1038" y="222"/>
                    <a:pt x="1069" y="226"/>
                  </a:cubicBezTo>
                  <a:cubicBezTo>
                    <a:pt x="1065" y="214"/>
                    <a:pt x="1059" y="204"/>
                    <a:pt x="1055" y="192"/>
                  </a:cubicBezTo>
                  <a:close/>
                  <a:moveTo>
                    <a:pt x="366" y="122"/>
                  </a:moveTo>
                  <a:cubicBezTo>
                    <a:pt x="394" y="118"/>
                    <a:pt x="410" y="101"/>
                    <a:pt x="429" y="89"/>
                  </a:cubicBezTo>
                  <a:cubicBezTo>
                    <a:pt x="407" y="99"/>
                    <a:pt x="386" y="110"/>
                    <a:pt x="366" y="122"/>
                  </a:cubicBezTo>
                  <a:close/>
                  <a:moveTo>
                    <a:pt x="631" y="90"/>
                  </a:moveTo>
                  <a:cubicBezTo>
                    <a:pt x="632" y="88"/>
                    <a:pt x="629" y="90"/>
                    <a:pt x="629" y="91"/>
                  </a:cubicBezTo>
                  <a:cubicBezTo>
                    <a:pt x="589" y="125"/>
                    <a:pt x="552" y="168"/>
                    <a:pt x="523" y="212"/>
                  </a:cubicBezTo>
                  <a:cubicBezTo>
                    <a:pt x="522" y="214"/>
                    <a:pt x="517" y="216"/>
                    <a:pt x="519" y="219"/>
                  </a:cubicBezTo>
                  <a:cubicBezTo>
                    <a:pt x="554" y="215"/>
                    <a:pt x="591" y="214"/>
                    <a:pt x="629" y="212"/>
                  </a:cubicBezTo>
                  <a:cubicBezTo>
                    <a:pt x="645" y="177"/>
                    <a:pt x="650" y="130"/>
                    <a:pt x="663" y="93"/>
                  </a:cubicBezTo>
                  <a:cubicBezTo>
                    <a:pt x="653" y="91"/>
                    <a:pt x="643" y="90"/>
                    <a:pt x="631" y="90"/>
                  </a:cubicBezTo>
                  <a:close/>
                  <a:moveTo>
                    <a:pt x="899" y="111"/>
                  </a:moveTo>
                  <a:cubicBezTo>
                    <a:pt x="900" y="112"/>
                    <a:pt x="900" y="111"/>
                    <a:pt x="899" y="111"/>
                  </a:cubicBezTo>
                  <a:moveTo>
                    <a:pt x="899" y="111"/>
                  </a:moveTo>
                  <a:cubicBezTo>
                    <a:pt x="897" y="103"/>
                    <a:pt x="893" y="97"/>
                    <a:pt x="891" y="90"/>
                  </a:cubicBezTo>
                  <a:cubicBezTo>
                    <a:pt x="886" y="90"/>
                    <a:pt x="882" y="89"/>
                    <a:pt x="880" y="92"/>
                  </a:cubicBezTo>
                  <a:cubicBezTo>
                    <a:pt x="887" y="97"/>
                    <a:pt x="892" y="105"/>
                    <a:pt x="899" y="111"/>
                  </a:cubicBezTo>
                  <a:moveTo>
                    <a:pt x="943" y="91"/>
                  </a:moveTo>
                  <a:cubicBezTo>
                    <a:pt x="979" y="114"/>
                    <a:pt x="1013" y="148"/>
                    <a:pt x="1044" y="177"/>
                  </a:cubicBezTo>
                  <a:cubicBezTo>
                    <a:pt x="1045" y="178"/>
                    <a:pt x="1047" y="183"/>
                    <a:pt x="1049" y="180"/>
                  </a:cubicBezTo>
                  <a:cubicBezTo>
                    <a:pt x="1032" y="150"/>
                    <a:pt x="1014" y="120"/>
                    <a:pt x="991" y="95"/>
                  </a:cubicBezTo>
                  <a:cubicBezTo>
                    <a:pt x="975" y="94"/>
                    <a:pt x="961" y="91"/>
                    <a:pt x="943" y="91"/>
                  </a:cubicBezTo>
                  <a:moveTo>
                    <a:pt x="943" y="91"/>
                  </a:moveTo>
                  <a:cubicBezTo>
                    <a:pt x="943" y="88"/>
                    <a:pt x="939" y="92"/>
                    <a:pt x="943" y="91"/>
                  </a:cubicBezTo>
                  <a:moveTo>
                    <a:pt x="904" y="120"/>
                  </a:moveTo>
                  <a:cubicBezTo>
                    <a:pt x="894" y="111"/>
                    <a:pt x="886" y="98"/>
                    <a:pt x="874" y="91"/>
                  </a:cubicBezTo>
                  <a:cubicBezTo>
                    <a:pt x="857" y="93"/>
                    <a:pt x="838" y="94"/>
                    <a:pt x="820" y="95"/>
                  </a:cubicBezTo>
                  <a:cubicBezTo>
                    <a:pt x="835" y="132"/>
                    <a:pt x="849" y="170"/>
                    <a:pt x="860" y="211"/>
                  </a:cubicBezTo>
                  <a:cubicBezTo>
                    <a:pt x="885" y="210"/>
                    <a:pt x="907" y="212"/>
                    <a:pt x="931" y="214"/>
                  </a:cubicBezTo>
                  <a:cubicBezTo>
                    <a:pt x="924" y="180"/>
                    <a:pt x="914" y="150"/>
                    <a:pt x="904" y="120"/>
                  </a:cubicBezTo>
                  <a:close/>
                  <a:moveTo>
                    <a:pt x="558" y="93"/>
                  </a:moveTo>
                  <a:cubicBezTo>
                    <a:pt x="558" y="92"/>
                    <a:pt x="559" y="93"/>
                    <a:pt x="558" y="93"/>
                  </a:cubicBezTo>
                  <a:close/>
                  <a:moveTo>
                    <a:pt x="492" y="99"/>
                  </a:moveTo>
                  <a:cubicBezTo>
                    <a:pt x="485" y="102"/>
                    <a:pt x="476" y="109"/>
                    <a:pt x="468" y="114"/>
                  </a:cubicBezTo>
                  <a:cubicBezTo>
                    <a:pt x="460" y="119"/>
                    <a:pt x="450" y="123"/>
                    <a:pt x="444" y="128"/>
                  </a:cubicBezTo>
                  <a:cubicBezTo>
                    <a:pt x="432" y="139"/>
                    <a:pt x="421" y="155"/>
                    <a:pt x="411" y="169"/>
                  </a:cubicBezTo>
                  <a:cubicBezTo>
                    <a:pt x="400" y="185"/>
                    <a:pt x="389" y="201"/>
                    <a:pt x="382" y="216"/>
                  </a:cubicBezTo>
                  <a:cubicBezTo>
                    <a:pt x="390" y="219"/>
                    <a:pt x="399" y="220"/>
                    <a:pt x="407" y="223"/>
                  </a:cubicBezTo>
                  <a:cubicBezTo>
                    <a:pt x="452" y="175"/>
                    <a:pt x="501" y="130"/>
                    <a:pt x="558" y="93"/>
                  </a:cubicBezTo>
                  <a:cubicBezTo>
                    <a:pt x="533" y="97"/>
                    <a:pt x="512" y="93"/>
                    <a:pt x="492" y="99"/>
                  </a:cubicBezTo>
                  <a:close/>
                  <a:moveTo>
                    <a:pt x="667" y="93"/>
                  </a:moveTo>
                  <a:cubicBezTo>
                    <a:pt x="661" y="115"/>
                    <a:pt x="652" y="139"/>
                    <a:pt x="650" y="163"/>
                  </a:cubicBezTo>
                  <a:cubicBezTo>
                    <a:pt x="660" y="138"/>
                    <a:pt x="673" y="116"/>
                    <a:pt x="685" y="94"/>
                  </a:cubicBezTo>
                  <a:cubicBezTo>
                    <a:pt x="678" y="94"/>
                    <a:pt x="674" y="92"/>
                    <a:pt x="667" y="93"/>
                  </a:cubicBezTo>
                  <a:close/>
                  <a:moveTo>
                    <a:pt x="639" y="211"/>
                  </a:moveTo>
                  <a:cubicBezTo>
                    <a:pt x="674" y="211"/>
                    <a:pt x="707" y="208"/>
                    <a:pt x="743" y="209"/>
                  </a:cubicBezTo>
                  <a:cubicBezTo>
                    <a:pt x="745" y="170"/>
                    <a:pt x="747" y="132"/>
                    <a:pt x="750" y="95"/>
                  </a:cubicBezTo>
                  <a:cubicBezTo>
                    <a:pt x="729" y="96"/>
                    <a:pt x="708" y="95"/>
                    <a:pt x="689" y="94"/>
                  </a:cubicBezTo>
                  <a:cubicBezTo>
                    <a:pt x="669" y="129"/>
                    <a:pt x="646" y="162"/>
                    <a:pt x="639" y="211"/>
                  </a:cubicBezTo>
                  <a:close/>
                  <a:moveTo>
                    <a:pt x="825" y="120"/>
                  </a:moveTo>
                  <a:cubicBezTo>
                    <a:pt x="823" y="113"/>
                    <a:pt x="819" y="96"/>
                    <a:pt x="811" y="95"/>
                  </a:cubicBezTo>
                  <a:cubicBezTo>
                    <a:pt x="803" y="93"/>
                    <a:pt x="791" y="98"/>
                    <a:pt x="782" y="95"/>
                  </a:cubicBezTo>
                  <a:cubicBezTo>
                    <a:pt x="784" y="133"/>
                    <a:pt x="786" y="171"/>
                    <a:pt x="787" y="209"/>
                  </a:cubicBezTo>
                  <a:cubicBezTo>
                    <a:pt x="811" y="208"/>
                    <a:pt x="832" y="210"/>
                    <a:pt x="855" y="210"/>
                  </a:cubicBezTo>
                  <a:cubicBezTo>
                    <a:pt x="848" y="183"/>
                    <a:pt x="836" y="148"/>
                    <a:pt x="825" y="120"/>
                  </a:cubicBezTo>
                  <a:close/>
                  <a:moveTo>
                    <a:pt x="499" y="96"/>
                  </a:moveTo>
                  <a:cubicBezTo>
                    <a:pt x="499" y="96"/>
                    <a:pt x="500" y="97"/>
                    <a:pt x="499" y="96"/>
                  </a:cubicBezTo>
                  <a:close/>
                  <a:moveTo>
                    <a:pt x="752" y="98"/>
                  </a:moveTo>
                  <a:cubicBezTo>
                    <a:pt x="750" y="135"/>
                    <a:pt x="747" y="171"/>
                    <a:pt x="746" y="209"/>
                  </a:cubicBezTo>
                  <a:cubicBezTo>
                    <a:pt x="758" y="209"/>
                    <a:pt x="771" y="209"/>
                    <a:pt x="784" y="209"/>
                  </a:cubicBezTo>
                  <a:cubicBezTo>
                    <a:pt x="783" y="170"/>
                    <a:pt x="781" y="133"/>
                    <a:pt x="779" y="95"/>
                  </a:cubicBezTo>
                  <a:cubicBezTo>
                    <a:pt x="771" y="97"/>
                    <a:pt x="756" y="92"/>
                    <a:pt x="752" y="98"/>
                  </a:cubicBezTo>
                  <a:close/>
                  <a:moveTo>
                    <a:pt x="1056" y="191"/>
                  </a:moveTo>
                  <a:cubicBezTo>
                    <a:pt x="1069" y="202"/>
                    <a:pt x="1077" y="217"/>
                    <a:pt x="1090" y="228"/>
                  </a:cubicBezTo>
                  <a:cubicBezTo>
                    <a:pt x="1115" y="224"/>
                    <a:pt x="1137" y="218"/>
                    <a:pt x="1159" y="212"/>
                  </a:cubicBezTo>
                  <a:cubicBezTo>
                    <a:pt x="1152" y="199"/>
                    <a:pt x="1138" y="190"/>
                    <a:pt x="1126" y="180"/>
                  </a:cubicBezTo>
                  <a:cubicBezTo>
                    <a:pt x="1101" y="159"/>
                    <a:pt x="1078" y="141"/>
                    <a:pt x="1049" y="122"/>
                  </a:cubicBezTo>
                  <a:cubicBezTo>
                    <a:pt x="1032" y="112"/>
                    <a:pt x="1016" y="96"/>
                    <a:pt x="996" y="96"/>
                  </a:cubicBezTo>
                  <a:cubicBezTo>
                    <a:pt x="1020" y="124"/>
                    <a:pt x="1040" y="155"/>
                    <a:pt x="1056" y="191"/>
                  </a:cubicBezTo>
                  <a:close/>
                  <a:moveTo>
                    <a:pt x="1095" y="150"/>
                  </a:moveTo>
                  <a:cubicBezTo>
                    <a:pt x="1112" y="165"/>
                    <a:pt x="1132" y="180"/>
                    <a:pt x="1149" y="195"/>
                  </a:cubicBezTo>
                  <a:cubicBezTo>
                    <a:pt x="1154" y="200"/>
                    <a:pt x="1159" y="209"/>
                    <a:pt x="1167" y="209"/>
                  </a:cubicBezTo>
                  <a:cubicBezTo>
                    <a:pt x="1146" y="171"/>
                    <a:pt x="1113" y="136"/>
                    <a:pt x="1081" y="107"/>
                  </a:cubicBezTo>
                  <a:cubicBezTo>
                    <a:pt x="1060" y="104"/>
                    <a:pt x="1036" y="99"/>
                    <a:pt x="1015" y="98"/>
                  </a:cubicBezTo>
                  <a:cubicBezTo>
                    <a:pt x="1044" y="113"/>
                    <a:pt x="1069" y="132"/>
                    <a:pt x="1095" y="150"/>
                  </a:cubicBezTo>
                  <a:close/>
                  <a:moveTo>
                    <a:pt x="555" y="99"/>
                  </a:moveTo>
                  <a:cubicBezTo>
                    <a:pt x="506" y="130"/>
                    <a:pt x="457" y="172"/>
                    <a:pt x="418" y="216"/>
                  </a:cubicBezTo>
                  <a:cubicBezTo>
                    <a:pt x="417" y="218"/>
                    <a:pt x="411" y="220"/>
                    <a:pt x="414" y="224"/>
                  </a:cubicBezTo>
                  <a:cubicBezTo>
                    <a:pt x="438" y="232"/>
                    <a:pt x="467" y="223"/>
                    <a:pt x="494" y="221"/>
                  </a:cubicBezTo>
                  <a:cubicBezTo>
                    <a:pt x="510" y="176"/>
                    <a:pt x="530" y="135"/>
                    <a:pt x="555" y="99"/>
                  </a:cubicBezTo>
                  <a:moveTo>
                    <a:pt x="555" y="99"/>
                  </a:moveTo>
                  <a:cubicBezTo>
                    <a:pt x="556" y="99"/>
                    <a:pt x="555" y="98"/>
                    <a:pt x="555" y="99"/>
                  </a:cubicBezTo>
                  <a:moveTo>
                    <a:pt x="484" y="101"/>
                  </a:moveTo>
                  <a:cubicBezTo>
                    <a:pt x="483" y="101"/>
                    <a:pt x="484" y="102"/>
                    <a:pt x="484" y="101"/>
                  </a:cubicBezTo>
                  <a:close/>
                  <a:moveTo>
                    <a:pt x="1118" y="101"/>
                  </a:moveTo>
                  <a:cubicBezTo>
                    <a:pt x="1119" y="103"/>
                    <a:pt x="1119" y="101"/>
                    <a:pt x="1118" y="101"/>
                  </a:cubicBezTo>
                  <a:moveTo>
                    <a:pt x="1118" y="101"/>
                  </a:moveTo>
                  <a:cubicBezTo>
                    <a:pt x="1118" y="100"/>
                    <a:pt x="1117" y="101"/>
                    <a:pt x="1118" y="101"/>
                  </a:cubicBezTo>
                  <a:moveTo>
                    <a:pt x="454" y="119"/>
                  </a:moveTo>
                  <a:cubicBezTo>
                    <a:pt x="452" y="119"/>
                    <a:pt x="454" y="120"/>
                    <a:pt x="454" y="119"/>
                  </a:cubicBezTo>
                  <a:moveTo>
                    <a:pt x="454" y="119"/>
                  </a:moveTo>
                  <a:cubicBezTo>
                    <a:pt x="464" y="113"/>
                    <a:pt x="474" y="108"/>
                    <a:pt x="483" y="101"/>
                  </a:cubicBezTo>
                  <a:cubicBezTo>
                    <a:pt x="466" y="100"/>
                    <a:pt x="462" y="111"/>
                    <a:pt x="454" y="119"/>
                  </a:cubicBezTo>
                  <a:moveTo>
                    <a:pt x="1120" y="103"/>
                  </a:moveTo>
                  <a:cubicBezTo>
                    <a:pt x="1120" y="103"/>
                    <a:pt x="1121" y="104"/>
                    <a:pt x="1120" y="103"/>
                  </a:cubicBezTo>
                  <a:close/>
                  <a:moveTo>
                    <a:pt x="1075" y="104"/>
                  </a:moveTo>
                  <a:cubicBezTo>
                    <a:pt x="1075" y="104"/>
                    <a:pt x="1076" y="105"/>
                    <a:pt x="1075" y="104"/>
                  </a:cubicBezTo>
                  <a:close/>
                  <a:moveTo>
                    <a:pt x="417" y="112"/>
                  </a:moveTo>
                  <a:cubicBezTo>
                    <a:pt x="407" y="115"/>
                    <a:pt x="396" y="125"/>
                    <a:pt x="386" y="131"/>
                  </a:cubicBezTo>
                  <a:cubicBezTo>
                    <a:pt x="357" y="148"/>
                    <a:pt x="335" y="165"/>
                    <a:pt x="317" y="191"/>
                  </a:cubicBezTo>
                  <a:cubicBezTo>
                    <a:pt x="325" y="195"/>
                    <a:pt x="332" y="200"/>
                    <a:pt x="342" y="203"/>
                  </a:cubicBezTo>
                  <a:cubicBezTo>
                    <a:pt x="374" y="176"/>
                    <a:pt x="406" y="149"/>
                    <a:pt x="442" y="127"/>
                  </a:cubicBezTo>
                  <a:cubicBezTo>
                    <a:pt x="445" y="123"/>
                    <a:pt x="449" y="119"/>
                    <a:pt x="453" y="115"/>
                  </a:cubicBezTo>
                  <a:cubicBezTo>
                    <a:pt x="455" y="112"/>
                    <a:pt x="466" y="105"/>
                    <a:pt x="461" y="104"/>
                  </a:cubicBezTo>
                  <a:cubicBezTo>
                    <a:pt x="446" y="109"/>
                    <a:pt x="430" y="107"/>
                    <a:pt x="417" y="112"/>
                  </a:cubicBezTo>
                  <a:close/>
                  <a:moveTo>
                    <a:pt x="1210" y="188"/>
                  </a:moveTo>
                  <a:cubicBezTo>
                    <a:pt x="1213" y="187"/>
                    <a:pt x="1214" y="184"/>
                    <a:pt x="1216" y="183"/>
                  </a:cubicBezTo>
                  <a:cubicBezTo>
                    <a:pt x="1210" y="171"/>
                    <a:pt x="1197" y="162"/>
                    <a:pt x="1185" y="152"/>
                  </a:cubicBezTo>
                  <a:cubicBezTo>
                    <a:pt x="1175" y="143"/>
                    <a:pt x="1164" y="130"/>
                    <a:pt x="1151" y="123"/>
                  </a:cubicBezTo>
                  <a:cubicBezTo>
                    <a:pt x="1135" y="116"/>
                    <a:pt x="1116" y="117"/>
                    <a:pt x="1097" y="110"/>
                  </a:cubicBezTo>
                  <a:cubicBezTo>
                    <a:pt x="1096" y="110"/>
                    <a:pt x="1094" y="110"/>
                    <a:pt x="1094" y="111"/>
                  </a:cubicBezTo>
                  <a:cubicBezTo>
                    <a:pt x="1136" y="132"/>
                    <a:pt x="1174" y="163"/>
                    <a:pt x="1210" y="188"/>
                  </a:cubicBezTo>
                  <a:close/>
                  <a:moveTo>
                    <a:pt x="1090" y="112"/>
                  </a:moveTo>
                  <a:cubicBezTo>
                    <a:pt x="1090" y="112"/>
                    <a:pt x="1090" y="113"/>
                    <a:pt x="1090" y="113"/>
                  </a:cubicBezTo>
                  <a:cubicBezTo>
                    <a:pt x="1124" y="138"/>
                    <a:pt x="1146" y="175"/>
                    <a:pt x="1173" y="207"/>
                  </a:cubicBezTo>
                  <a:cubicBezTo>
                    <a:pt x="1185" y="202"/>
                    <a:pt x="1198" y="198"/>
                    <a:pt x="1206" y="190"/>
                  </a:cubicBezTo>
                  <a:cubicBezTo>
                    <a:pt x="1170" y="161"/>
                    <a:pt x="1132" y="134"/>
                    <a:pt x="1090" y="112"/>
                  </a:cubicBezTo>
                  <a:moveTo>
                    <a:pt x="1090" y="112"/>
                  </a:moveTo>
                  <a:cubicBezTo>
                    <a:pt x="1090" y="110"/>
                    <a:pt x="1089" y="112"/>
                    <a:pt x="1090" y="112"/>
                  </a:cubicBezTo>
                  <a:moveTo>
                    <a:pt x="405" y="116"/>
                  </a:moveTo>
                  <a:cubicBezTo>
                    <a:pt x="389" y="116"/>
                    <a:pt x="383" y="126"/>
                    <a:pt x="374" y="134"/>
                  </a:cubicBezTo>
                  <a:moveTo>
                    <a:pt x="374" y="134"/>
                  </a:moveTo>
                  <a:cubicBezTo>
                    <a:pt x="373" y="134"/>
                    <a:pt x="372" y="135"/>
                    <a:pt x="371" y="136"/>
                  </a:cubicBezTo>
                  <a:moveTo>
                    <a:pt x="371" y="136"/>
                  </a:moveTo>
                  <a:cubicBezTo>
                    <a:pt x="370" y="136"/>
                    <a:pt x="370" y="136"/>
                    <a:pt x="370" y="137"/>
                  </a:cubicBezTo>
                  <a:moveTo>
                    <a:pt x="370" y="137"/>
                  </a:moveTo>
                  <a:cubicBezTo>
                    <a:pt x="369" y="137"/>
                    <a:pt x="370" y="138"/>
                    <a:pt x="370" y="137"/>
                  </a:cubicBezTo>
                  <a:moveTo>
                    <a:pt x="370" y="137"/>
                  </a:moveTo>
                  <a:cubicBezTo>
                    <a:pt x="371" y="137"/>
                    <a:pt x="371" y="136"/>
                    <a:pt x="371" y="136"/>
                  </a:cubicBezTo>
                  <a:moveTo>
                    <a:pt x="371" y="136"/>
                  </a:moveTo>
                  <a:cubicBezTo>
                    <a:pt x="373" y="136"/>
                    <a:pt x="374" y="135"/>
                    <a:pt x="374" y="134"/>
                  </a:cubicBezTo>
                  <a:moveTo>
                    <a:pt x="374" y="134"/>
                  </a:moveTo>
                  <a:cubicBezTo>
                    <a:pt x="385" y="129"/>
                    <a:pt x="395" y="122"/>
                    <a:pt x="405" y="116"/>
                  </a:cubicBezTo>
                  <a:moveTo>
                    <a:pt x="405" y="116"/>
                  </a:moveTo>
                  <a:cubicBezTo>
                    <a:pt x="409" y="117"/>
                    <a:pt x="405" y="113"/>
                    <a:pt x="405" y="116"/>
                  </a:cubicBezTo>
                  <a:moveTo>
                    <a:pt x="1142" y="119"/>
                  </a:moveTo>
                  <a:cubicBezTo>
                    <a:pt x="1142" y="118"/>
                    <a:pt x="1143" y="119"/>
                    <a:pt x="1142" y="119"/>
                  </a:cubicBezTo>
                  <a:close/>
                  <a:moveTo>
                    <a:pt x="365" y="119"/>
                  </a:moveTo>
                  <a:cubicBezTo>
                    <a:pt x="364" y="119"/>
                    <a:pt x="365" y="120"/>
                    <a:pt x="365" y="119"/>
                  </a:cubicBezTo>
                  <a:close/>
                  <a:moveTo>
                    <a:pt x="363" y="120"/>
                  </a:moveTo>
                  <a:cubicBezTo>
                    <a:pt x="361" y="121"/>
                    <a:pt x="363" y="122"/>
                    <a:pt x="363" y="120"/>
                  </a:cubicBezTo>
                  <a:moveTo>
                    <a:pt x="363" y="120"/>
                  </a:moveTo>
                  <a:cubicBezTo>
                    <a:pt x="364" y="120"/>
                    <a:pt x="363" y="119"/>
                    <a:pt x="363" y="120"/>
                  </a:cubicBezTo>
                  <a:moveTo>
                    <a:pt x="326" y="147"/>
                  </a:moveTo>
                  <a:cubicBezTo>
                    <a:pt x="312" y="157"/>
                    <a:pt x="291" y="166"/>
                    <a:pt x="308" y="182"/>
                  </a:cubicBezTo>
                  <a:cubicBezTo>
                    <a:pt x="333" y="161"/>
                    <a:pt x="362" y="143"/>
                    <a:pt x="385" y="120"/>
                  </a:cubicBezTo>
                  <a:cubicBezTo>
                    <a:pt x="360" y="124"/>
                    <a:pt x="343" y="136"/>
                    <a:pt x="326" y="147"/>
                  </a:cubicBezTo>
                  <a:close/>
                  <a:moveTo>
                    <a:pt x="360" y="122"/>
                  </a:moveTo>
                  <a:cubicBezTo>
                    <a:pt x="359" y="122"/>
                    <a:pt x="360" y="123"/>
                    <a:pt x="360" y="122"/>
                  </a:cubicBezTo>
                  <a:close/>
                  <a:moveTo>
                    <a:pt x="365" y="123"/>
                  </a:moveTo>
                  <a:cubicBezTo>
                    <a:pt x="364" y="123"/>
                    <a:pt x="365" y="124"/>
                    <a:pt x="365" y="123"/>
                  </a:cubicBezTo>
                  <a:close/>
                  <a:moveTo>
                    <a:pt x="357" y="124"/>
                  </a:moveTo>
                  <a:cubicBezTo>
                    <a:pt x="356" y="124"/>
                    <a:pt x="358" y="125"/>
                    <a:pt x="357" y="124"/>
                  </a:cubicBezTo>
                  <a:close/>
                  <a:moveTo>
                    <a:pt x="354" y="126"/>
                  </a:moveTo>
                  <a:cubicBezTo>
                    <a:pt x="354" y="126"/>
                    <a:pt x="355" y="127"/>
                    <a:pt x="354" y="126"/>
                  </a:cubicBezTo>
                  <a:close/>
                  <a:moveTo>
                    <a:pt x="910" y="129"/>
                  </a:moveTo>
                  <a:cubicBezTo>
                    <a:pt x="919" y="156"/>
                    <a:pt x="927" y="184"/>
                    <a:pt x="934" y="214"/>
                  </a:cubicBezTo>
                  <a:cubicBezTo>
                    <a:pt x="946" y="215"/>
                    <a:pt x="959" y="215"/>
                    <a:pt x="970" y="216"/>
                  </a:cubicBezTo>
                  <a:cubicBezTo>
                    <a:pt x="952" y="185"/>
                    <a:pt x="933" y="155"/>
                    <a:pt x="910" y="129"/>
                  </a:cubicBezTo>
                  <a:moveTo>
                    <a:pt x="910" y="129"/>
                  </a:moveTo>
                  <a:cubicBezTo>
                    <a:pt x="911" y="125"/>
                    <a:pt x="907" y="129"/>
                    <a:pt x="910" y="129"/>
                  </a:cubicBezTo>
                  <a:moveTo>
                    <a:pt x="1166" y="129"/>
                  </a:moveTo>
                  <a:cubicBezTo>
                    <a:pt x="1166" y="129"/>
                    <a:pt x="1167" y="130"/>
                    <a:pt x="1166" y="129"/>
                  </a:cubicBezTo>
                  <a:close/>
                  <a:moveTo>
                    <a:pt x="1222" y="166"/>
                  </a:moveTo>
                  <a:cubicBezTo>
                    <a:pt x="1218" y="155"/>
                    <a:pt x="1206" y="150"/>
                    <a:pt x="1198" y="144"/>
                  </a:cubicBezTo>
                  <a:cubicBezTo>
                    <a:pt x="1189" y="138"/>
                    <a:pt x="1180" y="130"/>
                    <a:pt x="1168" y="130"/>
                  </a:cubicBezTo>
                  <a:cubicBezTo>
                    <a:pt x="1187" y="141"/>
                    <a:pt x="1204" y="154"/>
                    <a:pt x="1222" y="166"/>
                  </a:cubicBezTo>
                  <a:close/>
                  <a:moveTo>
                    <a:pt x="1165" y="132"/>
                  </a:moveTo>
                  <a:cubicBezTo>
                    <a:pt x="1166" y="133"/>
                    <a:pt x="1165" y="132"/>
                    <a:pt x="1165" y="132"/>
                  </a:cubicBezTo>
                  <a:close/>
                  <a:moveTo>
                    <a:pt x="1169" y="134"/>
                  </a:moveTo>
                  <a:cubicBezTo>
                    <a:pt x="1187" y="147"/>
                    <a:pt x="1204" y="167"/>
                    <a:pt x="1220" y="178"/>
                  </a:cubicBezTo>
                  <a:cubicBezTo>
                    <a:pt x="1220" y="175"/>
                    <a:pt x="1223" y="174"/>
                    <a:pt x="1222" y="170"/>
                  </a:cubicBezTo>
                  <a:cubicBezTo>
                    <a:pt x="1206" y="157"/>
                    <a:pt x="1188" y="145"/>
                    <a:pt x="1169" y="134"/>
                  </a:cubicBezTo>
                  <a:moveTo>
                    <a:pt x="1169" y="134"/>
                  </a:moveTo>
                  <a:cubicBezTo>
                    <a:pt x="1168" y="132"/>
                    <a:pt x="1168" y="134"/>
                    <a:pt x="1169" y="134"/>
                  </a:cubicBezTo>
                  <a:moveTo>
                    <a:pt x="434" y="136"/>
                  </a:moveTo>
                  <a:cubicBezTo>
                    <a:pt x="433" y="136"/>
                    <a:pt x="433" y="136"/>
                    <a:pt x="433" y="137"/>
                  </a:cubicBezTo>
                  <a:moveTo>
                    <a:pt x="433" y="137"/>
                  </a:moveTo>
                  <a:cubicBezTo>
                    <a:pt x="401" y="157"/>
                    <a:pt x="372" y="180"/>
                    <a:pt x="345" y="205"/>
                  </a:cubicBezTo>
                  <a:cubicBezTo>
                    <a:pt x="357" y="209"/>
                    <a:pt x="367" y="213"/>
                    <a:pt x="379" y="215"/>
                  </a:cubicBezTo>
                  <a:cubicBezTo>
                    <a:pt x="394" y="187"/>
                    <a:pt x="413" y="162"/>
                    <a:pt x="433" y="137"/>
                  </a:cubicBezTo>
                  <a:moveTo>
                    <a:pt x="433" y="137"/>
                  </a:moveTo>
                  <a:cubicBezTo>
                    <a:pt x="434" y="137"/>
                    <a:pt x="434" y="136"/>
                    <a:pt x="434" y="136"/>
                  </a:cubicBezTo>
                  <a:moveTo>
                    <a:pt x="434" y="136"/>
                  </a:moveTo>
                  <a:cubicBezTo>
                    <a:pt x="435" y="135"/>
                    <a:pt x="434" y="135"/>
                    <a:pt x="434" y="136"/>
                  </a:cubicBezTo>
                  <a:moveTo>
                    <a:pt x="327" y="142"/>
                  </a:moveTo>
                  <a:cubicBezTo>
                    <a:pt x="327" y="141"/>
                    <a:pt x="328" y="142"/>
                    <a:pt x="327" y="142"/>
                  </a:cubicBezTo>
                  <a:close/>
                  <a:moveTo>
                    <a:pt x="325" y="143"/>
                  </a:moveTo>
                  <a:cubicBezTo>
                    <a:pt x="319" y="146"/>
                    <a:pt x="312" y="150"/>
                    <a:pt x="308" y="156"/>
                  </a:cubicBezTo>
                  <a:moveTo>
                    <a:pt x="308" y="156"/>
                  </a:moveTo>
                  <a:cubicBezTo>
                    <a:pt x="307" y="156"/>
                    <a:pt x="307" y="156"/>
                    <a:pt x="307" y="157"/>
                  </a:cubicBezTo>
                  <a:moveTo>
                    <a:pt x="307" y="157"/>
                  </a:moveTo>
                  <a:cubicBezTo>
                    <a:pt x="306" y="157"/>
                    <a:pt x="306" y="157"/>
                    <a:pt x="306" y="158"/>
                  </a:cubicBezTo>
                  <a:moveTo>
                    <a:pt x="306" y="158"/>
                  </a:moveTo>
                  <a:cubicBezTo>
                    <a:pt x="305" y="158"/>
                    <a:pt x="306" y="159"/>
                    <a:pt x="306" y="158"/>
                  </a:cubicBezTo>
                  <a:moveTo>
                    <a:pt x="306" y="158"/>
                  </a:moveTo>
                  <a:cubicBezTo>
                    <a:pt x="307" y="158"/>
                    <a:pt x="307" y="158"/>
                    <a:pt x="307" y="157"/>
                  </a:cubicBezTo>
                  <a:moveTo>
                    <a:pt x="307" y="157"/>
                  </a:moveTo>
                  <a:cubicBezTo>
                    <a:pt x="308" y="157"/>
                    <a:pt x="308" y="157"/>
                    <a:pt x="308" y="156"/>
                  </a:cubicBezTo>
                  <a:moveTo>
                    <a:pt x="308" y="156"/>
                  </a:moveTo>
                  <a:cubicBezTo>
                    <a:pt x="314" y="152"/>
                    <a:pt x="320" y="147"/>
                    <a:pt x="325" y="143"/>
                  </a:cubicBezTo>
                  <a:moveTo>
                    <a:pt x="325" y="143"/>
                  </a:moveTo>
                  <a:cubicBezTo>
                    <a:pt x="327" y="142"/>
                    <a:pt x="325" y="141"/>
                    <a:pt x="325" y="143"/>
                  </a:cubicBezTo>
                  <a:moveTo>
                    <a:pt x="338" y="163"/>
                  </a:moveTo>
                  <a:cubicBezTo>
                    <a:pt x="337" y="163"/>
                    <a:pt x="337" y="163"/>
                    <a:pt x="337" y="164"/>
                  </a:cubicBezTo>
                  <a:moveTo>
                    <a:pt x="337" y="164"/>
                  </a:moveTo>
                  <a:cubicBezTo>
                    <a:pt x="327" y="170"/>
                    <a:pt x="317" y="176"/>
                    <a:pt x="310" y="185"/>
                  </a:cubicBezTo>
                  <a:cubicBezTo>
                    <a:pt x="312" y="185"/>
                    <a:pt x="312" y="188"/>
                    <a:pt x="315" y="188"/>
                  </a:cubicBezTo>
                  <a:cubicBezTo>
                    <a:pt x="322" y="180"/>
                    <a:pt x="330" y="172"/>
                    <a:pt x="337" y="164"/>
                  </a:cubicBezTo>
                  <a:moveTo>
                    <a:pt x="337" y="164"/>
                  </a:moveTo>
                  <a:cubicBezTo>
                    <a:pt x="338" y="164"/>
                    <a:pt x="338" y="163"/>
                    <a:pt x="338" y="163"/>
                  </a:cubicBezTo>
                  <a:moveTo>
                    <a:pt x="338" y="163"/>
                  </a:moveTo>
                  <a:cubicBezTo>
                    <a:pt x="339" y="162"/>
                    <a:pt x="338" y="162"/>
                    <a:pt x="338" y="163"/>
                  </a:cubicBezTo>
                  <a:moveTo>
                    <a:pt x="648" y="165"/>
                  </a:moveTo>
                  <a:cubicBezTo>
                    <a:pt x="647" y="164"/>
                    <a:pt x="648" y="165"/>
                    <a:pt x="648" y="165"/>
                  </a:cubicBezTo>
                  <a:close/>
                  <a:moveTo>
                    <a:pt x="1279" y="213"/>
                  </a:moveTo>
                  <a:cubicBezTo>
                    <a:pt x="1279" y="213"/>
                    <a:pt x="1280" y="214"/>
                    <a:pt x="1280" y="214"/>
                  </a:cubicBezTo>
                  <a:moveTo>
                    <a:pt x="1280" y="214"/>
                  </a:moveTo>
                  <a:cubicBezTo>
                    <a:pt x="1280" y="214"/>
                    <a:pt x="1281" y="214"/>
                    <a:pt x="1281" y="215"/>
                  </a:cubicBezTo>
                  <a:moveTo>
                    <a:pt x="1281" y="215"/>
                  </a:moveTo>
                  <a:cubicBezTo>
                    <a:pt x="1281" y="215"/>
                    <a:pt x="1282" y="215"/>
                    <a:pt x="1282" y="215"/>
                  </a:cubicBezTo>
                  <a:moveTo>
                    <a:pt x="1282" y="215"/>
                  </a:moveTo>
                  <a:cubicBezTo>
                    <a:pt x="1282" y="216"/>
                    <a:pt x="1283" y="216"/>
                    <a:pt x="1283" y="216"/>
                  </a:cubicBezTo>
                  <a:moveTo>
                    <a:pt x="1283" y="216"/>
                  </a:moveTo>
                  <a:cubicBezTo>
                    <a:pt x="1283" y="217"/>
                    <a:pt x="1284" y="217"/>
                    <a:pt x="1284" y="217"/>
                  </a:cubicBezTo>
                  <a:moveTo>
                    <a:pt x="1284" y="217"/>
                  </a:moveTo>
                  <a:cubicBezTo>
                    <a:pt x="1284" y="218"/>
                    <a:pt x="1285" y="218"/>
                    <a:pt x="1285" y="218"/>
                  </a:cubicBezTo>
                  <a:moveTo>
                    <a:pt x="1285" y="218"/>
                  </a:moveTo>
                  <a:cubicBezTo>
                    <a:pt x="1285" y="219"/>
                    <a:pt x="1286" y="219"/>
                    <a:pt x="1286" y="219"/>
                  </a:cubicBezTo>
                  <a:moveTo>
                    <a:pt x="1286" y="219"/>
                  </a:moveTo>
                  <a:cubicBezTo>
                    <a:pt x="1286" y="220"/>
                    <a:pt x="1287" y="220"/>
                    <a:pt x="1287" y="220"/>
                  </a:cubicBezTo>
                  <a:moveTo>
                    <a:pt x="1287" y="220"/>
                  </a:moveTo>
                  <a:cubicBezTo>
                    <a:pt x="1288" y="222"/>
                    <a:pt x="1288" y="220"/>
                    <a:pt x="1287" y="220"/>
                  </a:cubicBezTo>
                  <a:moveTo>
                    <a:pt x="1287" y="220"/>
                  </a:moveTo>
                  <a:cubicBezTo>
                    <a:pt x="1287" y="219"/>
                    <a:pt x="1287" y="219"/>
                    <a:pt x="1286" y="219"/>
                  </a:cubicBezTo>
                  <a:moveTo>
                    <a:pt x="1286" y="219"/>
                  </a:moveTo>
                  <a:cubicBezTo>
                    <a:pt x="1286" y="219"/>
                    <a:pt x="1286" y="218"/>
                    <a:pt x="1285" y="218"/>
                  </a:cubicBezTo>
                  <a:moveTo>
                    <a:pt x="1285" y="218"/>
                  </a:moveTo>
                  <a:cubicBezTo>
                    <a:pt x="1285" y="218"/>
                    <a:pt x="1285" y="217"/>
                    <a:pt x="1284" y="217"/>
                  </a:cubicBezTo>
                  <a:moveTo>
                    <a:pt x="1284" y="217"/>
                  </a:moveTo>
                  <a:cubicBezTo>
                    <a:pt x="1284" y="217"/>
                    <a:pt x="1284" y="216"/>
                    <a:pt x="1283" y="216"/>
                  </a:cubicBezTo>
                  <a:moveTo>
                    <a:pt x="1283" y="216"/>
                  </a:moveTo>
                  <a:cubicBezTo>
                    <a:pt x="1283" y="216"/>
                    <a:pt x="1283" y="216"/>
                    <a:pt x="1282" y="215"/>
                  </a:cubicBezTo>
                  <a:moveTo>
                    <a:pt x="1282" y="215"/>
                  </a:moveTo>
                  <a:cubicBezTo>
                    <a:pt x="1283" y="215"/>
                    <a:pt x="1282" y="215"/>
                    <a:pt x="1281" y="215"/>
                  </a:cubicBezTo>
                  <a:moveTo>
                    <a:pt x="1281" y="215"/>
                  </a:moveTo>
                  <a:cubicBezTo>
                    <a:pt x="1282" y="214"/>
                    <a:pt x="1281" y="214"/>
                    <a:pt x="1280" y="214"/>
                  </a:cubicBezTo>
                  <a:moveTo>
                    <a:pt x="1280" y="214"/>
                  </a:moveTo>
                  <a:cubicBezTo>
                    <a:pt x="1281" y="213"/>
                    <a:pt x="1280" y="213"/>
                    <a:pt x="1279" y="213"/>
                  </a:cubicBezTo>
                  <a:moveTo>
                    <a:pt x="1279" y="213"/>
                  </a:moveTo>
                  <a:cubicBezTo>
                    <a:pt x="1262" y="195"/>
                    <a:pt x="1245" y="179"/>
                    <a:pt x="1225" y="165"/>
                  </a:cubicBezTo>
                  <a:cubicBezTo>
                    <a:pt x="1226" y="171"/>
                    <a:pt x="1233" y="175"/>
                    <a:pt x="1237" y="178"/>
                  </a:cubicBezTo>
                  <a:cubicBezTo>
                    <a:pt x="1251" y="189"/>
                    <a:pt x="1265" y="201"/>
                    <a:pt x="1279" y="213"/>
                  </a:cubicBezTo>
                  <a:moveTo>
                    <a:pt x="188" y="288"/>
                  </a:moveTo>
                  <a:cubicBezTo>
                    <a:pt x="205" y="283"/>
                    <a:pt x="212" y="269"/>
                    <a:pt x="223" y="257"/>
                  </a:cubicBezTo>
                  <a:cubicBezTo>
                    <a:pt x="250" y="230"/>
                    <a:pt x="277" y="206"/>
                    <a:pt x="305" y="183"/>
                  </a:cubicBezTo>
                  <a:cubicBezTo>
                    <a:pt x="301" y="179"/>
                    <a:pt x="300" y="173"/>
                    <a:pt x="298" y="167"/>
                  </a:cubicBezTo>
                  <a:cubicBezTo>
                    <a:pt x="257" y="204"/>
                    <a:pt x="219" y="243"/>
                    <a:pt x="188" y="288"/>
                  </a:cubicBezTo>
                  <a:close/>
                  <a:moveTo>
                    <a:pt x="1351" y="296"/>
                  </a:moveTo>
                  <a:cubicBezTo>
                    <a:pt x="1351" y="297"/>
                    <a:pt x="1352" y="297"/>
                    <a:pt x="1352" y="297"/>
                  </a:cubicBezTo>
                  <a:moveTo>
                    <a:pt x="1352" y="297"/>
                  </a:moveTo>
                  <a:cubicBezTo>
                    <a:pt x="1353" y="298"/>
                    <a:pt x="1354" y="297"/>
                    <a:pt x="1352" y="297"/>
                  </a:cubicBezTo>
                  <a:moveTo>
                    <a:pt x="1352" y="297"/>
                  </a:moveTo>
                  <a:cubicBezTo>
                    <a:pt x="1353" y="296"/>
                    <a:pt x="1352" y="296"/>
                    <a:pt x="1351" y="296"/>
                  </a:cubicBezTo>
                  <a:moveTo>
                    <a:pt x="1351" y="296"/>
                  </a:moveTo>
                  <a:cubicBezTo>
                    <a:pt x="1351" y="295"/>
                    <a:pt x="1351" y="293"/>
                    <a:pt x="1350" y="293"/>
                  </a:cubicBezTo>
                  <a:cubicBezTo>
                    <a:pt x="1320" y="252"/>
                    <a:pt x="1281" y="217"/>
                    <a:pt x="1241" y="185"/>
                  </a:cubicBezTo>
                  <a:cubicBezTo>
                    <a:pt x="1236" y="181"/>
                    <a:pt x="1231" y="174"/>
                    <a:pt x="1224" y="173"/>
                  </a:cubicBezTo>
                  <a:cubicBezTo>
                    <a:pt x="1218" y="183"/>
                    <a:pt x="1228" y="188"/>
                    <a:pt x="1233" y="194"/>
                  </a:cubicBezTo>
                  <a:cubicBezTo>
                    <a:pt x="1239" y="201"/>
                    <a:pt x="1244" y="208"/>
                    <a:pt x="1250" y="214"/>
                  </a:cubicBezTo>
                  <a:cubicBezTo>
                    <a:pt x="1267" y="233"/>
                    <a:pt x="1280" y="256"/>
                    <a:pt x="1300" y="274"/>
                  </a:cubicBezTo>
                  <a:cubicBezTo>
                    <a:pt x="1319" y="279"/>
                    <a:pt x="1335" y="288"/>
                    <a:pt x="1351" y="296"/>
                  </a:cubicBezTo>
                  <a:moveTo>
                    <a:pt x="1218" y="184"/>
                  </a:moveTo>
                  <a:cubicBezTo>
                    <a:pt x="1217" y="187"/>
                    <a:pt x="1213" y="188"/>
                    <a:pt x="1211" y="191"/>
                  </a:cubicBezTo>
                  <a:cubicBezTo>
                    <a:pt x="1231" y="205"/>
                    <a:pt x="1249" y="226"/>
                    <a:pt x="1267" y="239"/>
                  </a:cubicBezTo>
                  <a:cubicBezTo>
                    <a:pt x="1250" y="220"/>
                    <a:pt x="1237" y="199"/>
                    <a:pt x="1218" y="184"/>
                  </a:cubicBezTo>
                  <a:close/>
                  <a:moveTo>
                    <a:pt x="207" y="280"/>
                  </a:moveTo>
                  <a:cubicBezTo>
                    <a:pt x="206" y="280"/>
                    <a:pt x="207" y="281"/>
                    <a:pt x="207" y="280"/>
                  </a:cubicBezTo>
                  <a:moveTo>
                    <a:pt x="207" y="280"/>
                  </a:moveTo>
                  <a:cubicBezTo>
                    <a:pt x="225" y="274"/>
                    <a:pt x="241" y="267"/>
                    <a:pt x="260" y="263"/>
                  </a:cubicBezTo>
                  <a:cubicBezTo>
                    <a:pt x="272" y="244"/>
                    <a:pt x="285" y="224"/>
                    <a:pt x="299" y="206"/>
                  </a:cubicBezTo>
                  <a:cubicBezTo>
                    <a:pt x="304" y="200"/>
                    <a:pt x="311" y="196"/>
                    <a:pt x="312" y="189"/>
                  </a:cubicBezTo>
                  <a:cubicBezTo>
                    <a:pt x="306" y="183"/>
                    <a:pt x="301" y="190"/>
                    <a:pt x="297" y="193"/>
                  </a:cubicBezTo>
                  <a:cubicBezTo>
                    <a:pt x="268" y="218"/>
                    <a:pt x="231" y="250"/>
                    <a:pt x="207" y="280"/>
                  </a:cubicBezTo>
                  <a:moveTo>
                    <a:pt x="267" y="192"/>
                  </a:moveTo>
                  <a:cubicBezTo>
                    <a:pt x="266" y="192"/>
                    <a:pt x="266" y="193"/>
                    <a:pt x="266" y="193"/>
                  </a:cubicBezTo>
                  <a:moveTo>
                    <a:pt x="266" y="193"/>
                  </a:moveTo>
                  <a:cubicBezTo>
                    <a:pt x="265" y="193"/>
                    <a:pt x="265" y="194"/>
                    <a:pt x="265" y="194"/>
                  </a:cubicBezTo>
                  <a:moveTo>
                    <a:pt x="265" y="194"/>
                  </a:moveTo>
                  <a:cubicBezTo>
                    <a:pt x="264" y="194"/>
                    <a:pt x="264" y="195"/>
                    <a:pt x="264" y="195"/>
                  </a:cubicBezTo>
                  <a:moveTo>
                    <a:pt x="264" y="195"/>
                  </a:moveTo>
                  <a:cubicBezTo>
                    <a:pt x="263" y="195"/>
                    <a:pt x="263" y="196"/>
                    <a:pt x="263" y="196"/>
                  </a:cubicBezTo>
                  <a:moveTo>
                    <a:pt x="263" y="196"/>
                  </a:moveTo>
                  <a:cubicBezTo>
                    <a:pt x="262" y="196"/>
                    <a:pt x="262" y="197"/>
                    <a:pt x="262" y="197"/>
                  </a:cubicBezTo>
                  <a:moveTo>
                    <a:pt x="262" y="197"/>
                  </a:moveTo>
                  <a:cubicBezTo>
                    <a:pt x="261" y="197"/>
                    <a:pt x="261" y="198"/>
                    <a:pt x="261" y="198"/>
                  </a:cubicBezTo>
                  <a:moveTo>
                    <a:pt x="261" y="198"/>
                  </a:moveTo>
                  <a:cubicBezTo>
                    <a:pt x="222" y="229"/>
                    <a:pt x="189" y="265"/>
                    <a:pt x="159" y="305"/>
                  </a:cubicBezTo>
                  <a:moveTo>
                    <a:pt x="159" y="305"/>
                  </a:moveTo>
                  <a:cubicBezTo>
                    <a:pt x="158" y="305"/>
                    <a:pt x="158" y="305"/>
                    <a:pt x="158" y="306"/>
                  </a:cubicBezTo>
                  <a:moveTo>
                    <a:pt x="158" y="306"/>
                  </a:moveTo>
                  <a:cubicBezTo>
                    <a:pt x="157" y="306"/>
                    <a:pt x="158" y="307"/>
                    <a:pt x="158" y="306"/>
                  </a:cubicBezTo>
                  <a:moveTo>
                    <a:pt x="158" y="306"/>
                  </a:moveTo>
                  <a:cubicBezTo>
                    <a:pt x="159" y="306"/>
                    <a:pt x="159" y="305"/>
                    <a:pt x="159" y="305"/>
                  </a:cubicBezTo>
                  <a:moveTo>
                    <a:pt x="159" y="305"/>
                  </a:moveTo>
                  <a:cubicBezTo>
                    <a:pt x="167" y="301"/>
                    <a:pt x="173" y="295"/>
                    <a:pt x="182" y="292"/>
                  </a:cubicBezTo>
                  <a:cubicBezTo>
                    <a:pt x="205" y="258"/>
                    <a:pt x="232" y="227"/>
                    <a:pt x="261" y="198"/>
                  </a:cubicBezTo>
                  <a:moveTo>
                    <a:pt x="261" y="198"/>
                  </a:moveTo>
                  <a:cubicBezTo>
                    <a:pt x="262" y="198"/>
                    <a:pt x="262" y="198"/>
                    <a:pt x="262" y="197"/>
                  </a:cubicBezTo>
                  <a:moveTo>
                    <a:pt x="262" y="197"/>
                  </a:moveTo>
                  <a:cubicBezTo>
                    <a:pt x="263" y="197"/>
                    <a:pt x="263" y="197"/>
                    <a:pt x="263" y="196"/>
                  </a:cubicBezTo>
                  <a:moveTo>
                    <a:pt x="263" y="196"/>
                  </a:moveTo>
                  <a:cubicBezTo>
                    <a:pt x="264" y="196"/>
                    <a:pt x="264" y="196"/>
                    <a:pt x="264" y="195"/>
                  </a:cubicBezTo>
                  <a:moveTo>
                    <a:pt x="264" y="195"/>
                  </a:moveTo>
                  <a:cubicBezTo>
                    <a:pt x="265" y="195"/>
                    <a:pt x="265" y="195"/>
                    <a:pt x="265" y="194"/>
                  </a:cubicBezTo>
                  <a:moveTo>
                    <a:pt x="265" y="194"/>
                  </a:moveTo>
                  <a:cubicBezTo>
                    <a:pt x="266" y="195"/>
                    <a:pt x="266" y="194"/>
                    <a:pt x="266" y="193"/>
                  </a:cubicBezTo>
                  <a:moveTo>
                    <a:pt x="266" y="193"/>
                  </a:moveTo>
                  <a:cubicBezTo>
                    <a:pt x="266" y="194"/>
                    <a:pt x="267" y="193"/>
                    <a:pt x="267" y="192"/>
                  </a:cubicBezTo>
                  <a:moveTo>
                    <a:pt x="267" y="192"/>
                  </a:moveTo>
                  <a:cubicBezTo>
                    <a:pt x="268" y="192"/>
                    <a:pt x="267" y="191"/>
                    <a:pt x="267" y="192"/>
                  </a:cubicBezTo>
                  <a:moveTo>
                    <a:pt x="265" y="261"/>
                  </a:moveTo>
                  <a:cubicBezTo>
                    <a:pt x="263" y="261"/>
                    <a:pt x="265" y="262"/>
                    <a:pt x="265" y="261"/>
                  </a:cubicBezTo>
                  <a:moveTo>
                    <a:pt x="265" y="261"/>
                  </a:moveTo>
                  <a:cubicBezTo>
                    <a:pt x="274" y="259"/>
                    <a:pt x="281" y="256"/>
                    <a:pt x="291" y="255"/>
                  </a:cubicBezTo>
                  <a:cubicBezTo>
                    <a:pt x="305" y="236"/>
                    <a:pt x="324" y="222"/>
                    <a:pt x="340" y="205"/>
                  </a:cubicBezTo>
                  <a:cubicBezTo>
                    <a:pt x="330" y="202"/>
                    <a:pt x="323" y="196"/>
                    <a:pt x="315" y="192"/>
                  </a:cubicBezTo>
                  <a:cubicBezTo>
                    <a:pt x="296" y="214"/>
                    <a:pt x="279" y="236"/>
                    <a:pt x="265" y="261"/>
                  </a:cubicBezTo>
                  <a:moveTo>
                    <a:pt x="1208" y="192"/>
                  </a:moveTo>
                  <a:cubicBezTo>
                    <a:pt x="1198" y="200"/>
                    <a:pt x="1184" y="204"/>
                    <a:pt x="1173" y="211"/>
                  </a:cubicBezTo>
                  <a:cubicBezTo>
                    <a:pt x="1184" y="223"/>
                    <a:pt x="1187" y="240"/>
                    <a:pt x="1203" y="247"/>
                  </a:cubicBezTo>
                  <a:cubicBezTo>
                    <a:pt x="1215" y="253"/>
                    <a:pt x="1231" y="253"/>
                    <a:pt x="1246" y="257"/>
                  </a:cubicBezTo>
                  <a:cubicBezTo>
                    <a:pt x="1260" y="261"/>
                    <a:pt x="1274" y="266"/>
                    <a:pt x="1287" y="269"/>
                  </a:cubicBezTo>
                  <a:cubicBezTo>
                    <a:pt x="1267" y="238"/>
                    <a:pt x="1237" y="216"/>
                    <a:pt x="1208" y="192"/>
                  </a:cubicBezTo>
                  <a:close/>
                  <a:moveTo>
                    <a:pt x="637" y="198"/>
                  </a:moveTo>
                  <a:cubicBezTo>
                    <a:pt x="636" y="202"/>
                    <a:pt x="630" y="210"/>
                    <a:pt x="633" y="212"/>
                  </a:cubicBezTo>
                  <a:cubicBezTo>
                    <a:pt x="638" y="210"/>
                    <a:pt x="636" y="203"/>
                    <a:pt x="637" y="198"/>
                  </a:cubicBezTo>
                  <a:moveTo>
                    <a:pt x="637" y="198"/>
                  </a:moveTo>
                  <a:cubicBezTo>
                    <a:pt x="640" y="198"/>
                    <a:pt x="636" y="194"/>
                    <a:pt x="637" y="198"/>
                  </a:cubicBezTo>
                  <a:moveTo>
                    <a:pt x="1072" y="226"/>
                  </a:moveTo>
                  <a:cubicBezTo>
                    <a:pt x="1076" y="226"/>
                    <a:pt x="1083" y="228"/>
                    <a:pt x="1085" y="227"/>
                  </a:cubicBezTo>
                  <a:cubicBezTo>
                    <a:pt x="1077" y="219"/>
                    <a:pt x="1070" y="209"/>
                    <a:pt x="1062" y="201"/>
                  </a:cubicBezTo>
                  <a:cubicBezTo>
                    <a:pt x="1065" y="210"/>
                    <a:pt x="1069" y="217"/>
                    <a:pt x="1072" y="226"/>
                  </a:cubicBezTo>
                  <a:close/>
                  <a:moveTo>
                    <a:pt x="342" y="207"/>
                  </a:moveTo>
                  <a:cubicBezTo>
                    <a:pt x="327" y="222"/>
                    <a:pt x="310" y="236"/>
                    <a:pt x="296" y="253"/>
                  </a:cubicBezTo>
                  <a:cubicBezTo>
                    <a:pt x="319" y="247"/>
                    <a:pt x="343" y="243"/>
                    <a:pt x="366" y="239"/>
                  </a:cubicBezTo>
                  <a:cubicBezTo>
                    <a:pt x="370" y="231"/>
                    <a:pt x="374" y="225"/>
                    <a:pt x="377" y="217"/>
                  </a:cubicBezTo>
                  <a:cubicBezTo>
                    <a:pt x="364" y="215"/>
                    <a:pt x="354" y="210"/>
                    <a:pt x="342" y="207"/>
                  </a:cubicBezTo>
                  <a:close/>
                  <a:moveTo>
                    <a:pt x="745" y="212"/>
                  </a:moveTo>
                  <a:cubicBezTo>
                    <a:pt x="745" y="226"/>
                    <a:pt x="744" y="240"/>
                    <a:pt x="743" y="254"/>
                  </a:cubicBezTo>
                  <a:cubicBezTo>
                    <a:pt x="757" y="253"/>
                    <a:pt x="774" y="255"/>
                    <a:pt x="786" y="253"/>
                  </a:cubicBezTo>
                  <a:cubicBezTo>
                    <a:pt x="784" y="241"/>
                    <a:pt x="786" y="224"/>
                    <a:pt x="784" y="212"/>
                  </a:cubicBezTo>
                  <a:cubicBezTo>
                    <a:pt x="773" y="210"/>
                    <a:pt x="756" y="210"/>
                    <a:pt x="745" y="212"/>
                  </a:cubicBezTo>
                  <a:close/>
                  <a:moveTo>
                    <a:pt x="1176" y="220"/>
                  </a:moveTo>
                  <a:cubicBezTo>
                    <a:pt x="1176" y="221"/>
                    <a:pt x="1176" y="221"/>
                    <a:pt x="1177" y="221"/>
                  </a:cubicBezTo>
                  <a:moveTo>
                    <a:pt x="1177" y="221"/>
                  </a:moveTo>
                  <a:cubicBezTo>
                    <a:pt x="1177" y="223"/>
                    <a:pt x="1178" y="221"/>
                    <a:pt x="1177" y="221"/>
                  </a:cubicBezTo>
                  <a:moveTo>
                    <a:pt x="1177" y="221"/>
                  </a:moveTo>
                  <a:cubicBezTo>
                    <a:pt x="1177" y="220"/>
                    <a:pt x="1176" y="220"/>
                    <a:pt x="1176" y="220"/>
                  </a:cubicBezTo>
                  <a:moveTo>
                    <a:pt x="1176" y="220"/>
                  </a:moveTo>
                  <a:cubicBezTo>
                    <a:pt x="1174" y="216"/>
                    <a:pt x="1171" y="207"/>
                    <a:pt x="1166" y="213"/>
                  </a:cubicBezTo>
                  <a:cubicBezTo>
                    <a:pt x="1170" y="214"/>
                    <a:pt x="1172" y="218"/>
                    <a:pt x="1176" y="220"/>
                  </a:cubicBezTo>
                  <a:moveTo>
                    <a:pt x="639" y="214"/>
                  </a:moveTo>
                  <a:cubicBezTo>
                    <a:pt x="637" y="225"/>
                    <a:pt x="635" y="238"/>
                    <a:pt x="633" y="251"/>
                  </a:cubicBezTo>
                  <a:cubicBezTo>
                    <a:pt x="669" y="252"/>
                    <a:pt x="704" y="254"/>
                    <a:pt x="741" y="254"/>
                  </a:cubicBezTo>
                  <a:cubicBezTo>
                    <a:pt x="741" y="239"/>
                    <a:pt x="742" y="225"/>
                    <a:pt x="743" y="212"/>
                  </a:cubicBezTo>
                  <a:cubicBezTo>
                    <a:pt x="707" y="211"/>
                    <a:pt x="673" y="213"/>
                    <a:pt x="639" y="214"/>
                  </a:cubicBezTo>
                  <a:close/>
                  <a:moveTo>
                    <a:pt x="787" y="212"/>
                  </a:moveTo>
                  <a:cubicBezTo>
                    <a:pt x="786" y="227"/>
                    <a:pt x="789" y="239"/>
                    <a:pt x="788" y="254"/>
                  </a:cubicBezTo>
                  <a:cubicBezTo>
                    <a:pt x="815" y="254"/>
                    <a:pt x="840" y="252"/>
                    <a:pt x="867" y="252"/>
                  </a:cubicBezTo>
                  <a:cubicBezTo>
                    <a:pt x="863" y="238"/>
                    <a:pt x="860" y="225"/>
                    <a:pt x="856" y="213"/>
                  </a:cubicBezTo>
                  <a:cubicBezTo>
                    <a:pt x="834" y="212"/>
                    <a:pt x="811" y="211"/>
                    <a:pt x="787" y="212"/>
                  </a:cubicBezTo>
                  <a:close/>
                  <a:moveTo>
                    <a:pt x="870" y="251"/>
                  </a:moveTo>
                  <a:cubicBezTo>
                    <a:pt x="891" y="251"/>
                    <a:pt x="917" y="249"/>
                    <a:pt x="938" y="247"/>
                  </a:cubicBezTo>
                  <a:cubicBezTo>
                    <a:pt x="937" y="236"/>
                    <a:pt x="934" y="227"/>
                    <a:pt x="932" y="216"/>
                  </a:cubicBezTo>
                  <a:cubicBezTo>
                    <a:pt x="909" y="214"/>
                    <a:pt x="884" y="214"/>
                    <a:pt x="861" y="213"/>
                  </a:cubicBezTo>
                  <a:cubicBezTo>
                    <a:pt x="864" y="226"/>
                    <a:pt x="868" y="237"/>
                    <a:pt x="870" y="251"/>
                  </a:cubicBezTo>
                  <a:close/>
                  <a:moveTo>
                    <a:pt x="1190" y="244"/>
                  </a:moveTo>
                  <a:cubicBezTo>
                    <a:pt x="1191" y="246"/>
                    <a:pt x="1191" y="244"/>
                    <a:pt x="1190" y="244"/>
                  </a:cubicBezTo>
                  <a:moveTo>
                    <a:pt x="1190" y="244"/>
                  </a:moveTo>
                  <a:cubicBezTo>
                    <a:pt x="1184" y="231"/>
                    <a:pt x="1173" y="222"/>
                    <a:pt x="1162" y="213"/>
                  </a:cubicBezTo>
                  <a:cubicBezTo>
                    <a:pt x="1143" y="221"/>
                    <a:pt x="1120" y="224"/>
                    <a:pt x="1099" y="230"/>
                  </a:cubicBezTo>
                  <a:cubicBezTo>
                    <a:pt x="1131" y="233"/>
                    <a:pt x="1160" y="239"/>
                    <a:pt x="1190" y="244"/>
                  </a:cubicBezTo>
                  <a:moveTo>
                    <a:pt x="632" y="214"/>
                  </a:moveTo>
                  <a:cubicBezTo>
                    <a:pt x="625" y="223"/>
                    <a:pt x="622" y="237"/>
                    <a:pt x="618" y="250"/>
                  </a:cubicBezTo>
                  <a:cubicBezTo>
                    <a:pt x="622" y="250"/>
                    <a:pt x="626" y="250"/>
                    <a:pt x="630" y="250"/>
                  </a:cubicBezTo>
                  <a:cubicBezTo>
                    <a:pt x="631" y="238"/>
                    <a:pt x="633" y="225"/>
                    <a:pt x="635" y="214"/>
                  </a:cubicBezTo>
                  <a:cubicBezTo>
                    <a:pt x="634" y="214"/>
                    <a:pt x="633" y="214"/>
                    <a:pt x="632" y="214"/>
                  </a:cubicBezTo>
                  <a:close/>
                  <a:moveTo>
                    <a:pt x="515" y="222"/>
                  </a:moveTo>
                  <a:cubicBezTo>
                    <a:pt x="512" y="228"/>
                    <a:pt x="507" y="233"/>
                    <a:pt x="505" y="239"/>
                  </a:cubicBezTo>
                  <a:cubicBezTo>
                    <a:pt x="541" y="243"/>
                    <a:pt x="576" y="248"/>
                    <a:pt x="615" y="249"/>
                  </a:cubicBezTo>
                  <a:cubicBezTo>
                    <a:pt x="619" y="237"/>
                    <a:pt x="623" y="226"/>
                    <a:pt x="628" y="215"/>
                  </a:cubicBezTo>
                  <a:cubicBezTo>
                    <a:pt x="589" y="216"/>
                    <a:pt x="552" y="218"/>
                    <a:pt x="515" y="222"/>
                  </a:cubicBezTo>
                  <a:close/>
                  <a:moveTo>
                    <a:pt x="941" y="247"/>
                  </a:moveTo>
                  <a:cubicBezTo>
                    <a:pt x="956" y="246"/>
                    <a:pt x="972" y="245"/>
                    <a:pt x="986" y="242"/>
                  </a:cubicBezTo>
                  <a:cubicBezTo>
                    <a:pt x="980" y="235"/>
                    <a:pt x="978" y="225"/>
                    <a:pt x="971" y="219"/>
                  </a:cubicBezTo>
                  <a:cubicBezTo>
                    <a:pt x="960" y="218"/>
                    <a:pt x="947" y="217"/>
                    <a:pt x="935" y="216"/>
                  </a:cubicBezTo>
                  <a:cubicBezTo>
                    <a:pt x="936" y="227"/>
                    <a:pt x="939" y="236"/>
                    <a:pt x="941" y="247"/>
                  </a:cubicBezTo>
                  <a:close/>
                  <a:moveTo>
                    <a:pt x="370" y="238"/>
                  </a:moveTo>
                  <a:cubicBezTo>
                    <a:pt x="369" y="238"/>
                    <a:pt x="370" y="239"/>
                    <a:pt x="370" y="238"/>
                  </a:cubicBezTo>
                  <a:moveTo>
                    <a:pt x="370" y="238"/>
                  </a:moveTo>
                  <a:cubicBezTo>
                    <a:pt x="384" y="235"/>
                    <a:pt x="401" y="237"/>
                    <a:pt x="406" y="225"/>
                  </a:cubicBezTo>
                  <a:cubicBezTo>
                    <a:pt x="396" y="224"/>
                    <a:pt x="389" y="220"/>
                    <a:pt x="379" y="219"/>
                  </a:cubicBezTo>
                  <a:cubicBezTo>
                    <a:pt x="377" y="226"/>
                    <a:pt x="372" y="230"/>
                    <a:pt x="370" y="238"/>
                  </a:cubicBezTo>
                  <a:moveTo>
                    <a:pt x="989" y="242"/>
                  </a:moveTo>
                  <a:cubicBezTo>
                    <a:pt x="1017" y="239"/>
                    <a:pt x="1047" y="238"/>
                    <a:pt x="1071" y="230"/>
                  </a:cubicBezTo>
                  <a:cubicBezTo>
                    <a:pt x="1042" y="224"/>
                    <a:pt x="1008" y="222"/>
                    <a:pt x="976" y="219"/>
                  </a:cubicBezTo>
                  <a:cubicBezTo>
                    <a:pt x="980" y="227"/>
                    <a:pt x="984" y="235"/>
                    <a:pt x="989" y="242"/>
                  </a:cubicBezTo>
                  <a:close/>
                  <a:moveTo>
                    <a:pt x="497" y="223"/>
                  </a:moveTo>
                  <a:cubicBezTo>
                    <a:pt x="494" y="227"/>
                    <a:pt x="494" y="233"/>
                    <a:pt x="491" y="238"/>
                  </a:cubicBezTo>
                  <a:cubicBezTo>
                    <a:pt x="495" y="237"/>
                    <a:pt x="497" y="239"/>
                    <a:pt x="502" y="239"/>
                  </a:cubicBezTo>
                  <a:cubicBezTo>
                    <a:pt x="504" y="232"/>
                    <a:pt x="509" y="228"/>
                    <a:pt x="511" y="222"/>
                  </a:cubicBezTo>
                  <a:cubicBezTo>
                    <a:pt x="507" y="223"/>
                    <a:pt x="503" y="224"/>
                    <a:pt x="497" y="223"/>
                  </a:cubicBezTo>
                  <a:close/>
                  <a:moveTo>
                    <a:pt x="1178" y="224"/>
                  </a:moveTo>
                  <a:cubicBezTo>
                    <a:pt x="1177" y="224"/>
                    <a:pt x="1178" y="225"/>
                    <a:pt x="1178" y="224"/>
                  </a:cubicBezTo>
                  <a:close/>
                  <a:moveTo>
                    <a:pt x="445" y="231"/>
                  </a:moveTo>
                  <a:cubicBezTo>
                    <a:pt x="460" y="233"/>
                    <a:pt x="475" y="235"/>
                    <a:pt x="489" y="238"/>
                  </a:cubicBezTo>
                  <a:cubicBezTo>
                    <a:pt x="490" y="232"/>
                    <a:pt x="492" y="229"/>
                    <a:pt x="493" y="224"/>
                  </a:cubicBezTo>
                  <a:cubicBezTo>
                    <a:pt x="477" y="226"/>
                    <a:pt x="459" y="226"/>
                    <a:pt x="445" y="231"/>
                  </a:cubicBezTo>
                  <a:close/>
                  <a:moveTo>
                    <a:pt x="421" y="230"/>
                  </a:moveTo>
                  <a:cubicBezTo>
                    <a:pt x="423" y="230"/>
                    <a:pt x="429" y="229"/>
                    <a:pt x="424" y="229"/>
                  </a:cubicBezTo>
                  <a:cubicBezTo>
                    <a:pt x="419" y="228"/>
                    <a:pt x="414" y="227"/>
                    <a:pt x="409" y="226"/>
                  </a:cubicBezTo>
                  <a:cubicBezTo>
                    <a:pt x="407" y="229"/>
                    <a:pt x="404" y="230"/>
                    <a:pt x="403" y="233"/>
                  </a:cubicBezTo>
                  <a:cubicBezTo>
                    <a:pt x="409" y="232"/>
                    <a:pt x="416" y="231"/>
                    <a:pt x="421" y="230"/>
                  </a:cubicBezTo>
                  <a:close/>
                  <a:moveTo>
                    <a:pt x="1079" y="230"/>
                  </a:moveTo>
                  <a:cubicBezTo>
                    <a:pt x="1078" y="229"/>
                    <a:pt x="1073" y="228"/>
                    <a:pt x="1073" y="230"/>
                  </a:cubicBezTo>
                  <a:cubicBezTo>
                    <a:pt x="1074" y="231"/>
                    <a:pt x="1078" y="232"/>
                    <a:pt x="1079" y="230"/>
                  </a:cubicBezTo>
                  <a:close/>
                  <a:moveTo>
                    <a:pt x="309" y="418"/>
                  </a:moveTo>
                  <a:cubicBezTo>
                    <a:pt x="307" y="419"/>
                    <a:pt x="309" y="419"/>
                    <a:pt x="309" y="418"/>
                  </a:cubicBezTo>
                  <a:moveTo>
                    <a:pt x="309" y="418"/>
                  </a:moveTo>
                  <a:cubicBezTo>
                    <a:pt x="345" y="412"/>
                    <a:pt x="381" y="406"/>
                    <a:pt x="418" y="401"/>
                  </a:cubicBezTo>
                  <a:cubicBezTo>
                    <a:pt x="436" y="359"/>
                    <a:pt x="455" y="318"/>
                    <a:pt x="477" y="281"/>
                  </a:cubicBezTo>
                  <a:cubicBezTo>
                    <a:pt x="479" y="266"/>
                    <a:pt x="484" y="253"/>
                    <a:pt x="488" y="239"/>
                  </a:cubicBezTo>
                  <a:cubicBezTo>
                    <a:pt x="458" y="236"/>
                    <a:pt x="431" y="227"/>
                    <a:pt x="401" y="236"/>
                  </a:cubicBezTo>
                  <a:cubicBezTo>
                    <a:pt x="376" y="263"/>
                    <a:pt x="355" y="294"/>
                    <a:pt x="333" y="324"/>
                  </a:cubicBezTo>
                  <a:cubicBezTo>
                    <a:pt x="324" y="355"/>
                    <a:pt x="314" y="384"/>
                    <a:pt x="309" y="418"/>
                  </a:cubicBezTo>
                  <a:moveTo>
                    <a:pt x="1092" y="232"/>
                  </a:moveTo>
                  <a:cubicBezTo>
                    <a:pt x="1137" y="288"/>
                    <a:pt x="1175" y="350"/>
                    <a:pt x="1208" y="417"/>
                  </a:cubicBezTo>
                  <a:cubicBezTo>
                    <a:pt x="1224" y="419"/>
                    <a:pt x="1240" y="426"/>
                    <a:pt x="1256" y="425"/>
                  </a:cubicBezTo>
                  <a:cubicBezTo>
                    <a:pt x="1244" y="360"/>
                    <a:pt x="1220" y="299"/>
                    <a:pt x="1192" y="247"/>
                  </a:cubicBezTo>
                  <a:cubicBezTo>
                    <a:pt x="1159" y="242"/>
                    <a:pt x="1128" y="235"/>
                    <a:pt x="1092" y="232"/>
                  </a:cubicBezTo>
                  <a:moveTo>
                    <a:pt x="1092" y="232"/>
                  </a:moveTo>
                  <a:cubicBezTo>
                    <a:pt x="1092" y="230"/>
                    <a:pt x="1091" y="232"/>
                    <a:pt x="1092" y="232"/>
                  </a:cubicBezTo>
                  <a:moveTo>
                    <a:pt x="1104" y="252"/>
                  </a:moveTo>
                  <a:cubicBezTo>
                    <a:pt x="1096" y="241"/>
                    <a:pt x="1089" y="225"/>
                    <a:pt x="1075" y="235"/>
                  </a:cubicBezTo>
                  <a:cubicBezTo>
                    <a:pt x="1096" y="285"/>
                    <a:pt x="1109" y="342"/>
                    <a:pt x="1119" y="403"/>
                  </a:cubicBezTo>
                  <a:cubicBezTo>
                    <a:pt x="1148" y="406"/>
                    <a:pt x="1178" y="413"/>
                    <a:pt x="1205" y="415"/>
                  </a:cubicBezTo>
                  <a:cubicBezTo>
                    <a:pt x="1178" y="360"/>
                    <a:pt x="1141" y="300"/>
                    <a:pt x="1104" y="252"/>
                  </a:cubicBezTo>
                  <a:close/>
                  <a:moveTo>
                    <a:pt x="990" y="245"/>
                  </a:moveTo>
                  <a:cubicBezTo>
                    <a:pt x="1015" y="293"/>
                    <a:pt x="1038" y="342"/>
                    <a:pt x="1057" y="395"/>
                  </a:cubicBezTo>
                  <a:cubicBezTo>
                    <a:pt x="1077" y="398"/>
                    <a:pt x="1097" y="399"/>
                    <a:pt x="1116" y="403"/>
                  </a:cubicBezTo>
                  <a:cubicBezTo>
                    <a:pt x="1108" y="349"/>
                    <a:pt x="1096" y="297"/>
                    <a:pt x="1080" y="252"/>
                  </a:cubicBezTo>
                  <a:cubicBezTo>
                    <a:pt x="1078" y="246"/>
                    <a:pt x="1076" y="238"/>
                    <a:pt x="1070" y="235"/>
                  </a:cubicBezTo>
                  <a:cubicBezTo>
                    <a:pt x="1044" y="239"/>
                    <a:pt x="1018" y="243"/>
                    <a:pt x="990" y="245"/>
                  </a:cubicBezTo>
                  <a:close/>
                  <a:moveTo>
                    <a:pt x="368" y="240"/>
                  </a:moveTo>
                  <a:cubicBezTo>
                    <a:pt x="357" y="263"/>
                    <a:pt x="345" y="288"/>
                    <a:pt x="339" y="312"/>
                  </a:cubicBezTo>
                  <a:cubicBezTo>
                    <a:pt x="353" y="289"/>
                    <a:pt x="373" y="265"/>
                    <a:pt x="390" y="245"/>
                  </a:cubicBezTo>
                  <a:cubicBezTo>
                    <a:pt x="392" y="243"/>
                    <a:pt x="395" y="239"/>
                    <a:pt x="394" y="237"/>
                  </a:cubicBezTo>
                  <a:cubicBezTo>
                    <a:pt x="386" y="238"/>
                    <a:pt x="378" y="240"/>
                    <a:pt x="368" y="240"/>
                  </a:cubicBezTo>
                  <a:close/>
                  <a:moveTo>
                    <a:pt x="483" y="268"/>
                  </a:moveTo>
                  <a:cubicBezTo>
                    <a:pt x="480" y="268"/>
                    <a:pt x="484" y="272"/>
                    <a:pt x="483" y="268"/>
                  </a:cubicBezTo>
                  <a:moveTo>
                    <a:pt x="483" y="268"/>
                  </a:moveTo>
                  <a:cubicBezTo>
                    <a:pt x="489" y="260"/>
                    <a:pt x="494" y="251"/>
                    <a:pt x="499" y="241"/>
                  </a:cubicBezTo>
                  <a:cubicBezTo>
                    <a:pt x="496" y="241"/>
                    <a:pt x="494" y="240"/>
                    <a:pt x="490" y="240"/>
                  </a:cubicBezTo>
                  <a:cubicBezTo>
                    <a:pt x="488" y="250"/>
                    <a:pt x="484" y="258"/>
                    <a:pt x="483" y="268"/>
                  </a:cubicBezTo>
                  <a:moveTo>
                    <a:pt x="327" y="249"/>
                  </a:moveTo>
                  <a:cubicBezTo>
                    <a:pt x="315" y="252"/>
                    <a:pt x="301" y="252"/>
                    <a:pt x="294" y="256"/>
                  </a:cubicBezTo>
                  <a:cubicBezTo>
                    <a:pt x="288" y="259"/>
                    <a:pt x="279" y="270"/>
                    <a:pt x="273" y="277"/>
                  </a:cubicBezTo>
                  <a:cubicBezTo>
                    <a:pt x="242" y="313"/>
                    <a:pt x="211" y="348"/>
                    <a:pt x="198" y="402"/>
                  </a:cubicBezTo>
                  <a:cubicBezTo>
                    <a:pt x="222" y="411"/>
                    <a:pt x="245" y="420"/>
                    <a:pt x="271" y="426"/>
                  </a:cubicBezTo>
                  <a:cubicBezTo>
                    <a:pt x="285" y="399"/>
                    <a:pt x="300" y="372"/>
                    <a:pt x="316" y="347"/>
                  </a:cubicBezTo>
                  <a:cubicBezTo>
                    <a:pt x="321" y="339"/>
                    <a:pt x="328" y="330"/>
                    <a:pt x="332" y="322"/>
                  </a:cubicBezTo>
                  <a:cubicBezTo>
                    <a:pt x="344" y="296"/>
                    <a:pt x="348" y="268"/>
                    <a:pt x="365" y="243"/>
                  </a:cubicBezTo>
                  <a:cubicBezTo>
                    <a:pt x="364" y="243"/>
                    <a:pt x="365" y="241"/>
                    <a:pt x="364" y="241"/>
                  </a:cubicBezTo>
                  <a:cubicBezTo>
                    <a:pt x="353" y="243"/>
                    <a:pt x="340" y="246"/>
                    <a:pt x="327" y="249"/>
                  </a:cubicBezTo>
                  <a:close/>
                  <a:moveTo>
                    <a:pt x="504" y="242"/>
                  </a:moveTo>
                  <a:cubicBezTo>
                    <a:pt x="472" y="274"/>
                    <a:pt x="465" y="338"/>
                    <a:pt x="457" y="396"/>
                  </a:cubicBezTo>
                  <a:cubicBezTo>
                    <a:pt x="495" y="392"/>
                    <a:pt x="535" y="389"/>
                    <a:pt x="575" y="385"/>
                  </a:cubicBezTo>
                  <a:cubicBezTo>
                    <a:pt x="587" y="340"/>
                    <a:pt x="599" y="294"/>
                    <a:pt x="614" y="252"/>
                  </a:cubicBezTo>
                  <a:cubicBezTo>
                    <a:pt x="576" y="250"/>
                    <a:pt x="540" y="246"/>
                    <a:pt x="504" y="242"/>
                  </a:cubicBezTo>
                  <a:close/>
                  <a:moveTo>
                    <a:pt x="1194" y="244"/>
                  </a:moveTo>
                  <a:cubicBezTo>
                    <a:pt x="1194" y="245"/>
                    <a:pt x="1194" y="245"/>
                    <a:pt x="1195" y="245"/>
                  </a:cubicBezTo>
                  <a:moveTo>
                    <a:pt x="1195" y="245"/>
                  </a:moveTo>
                  <a:cubicBezTo>
                    <a:pt x="1196" y="247"/>
                    <a:pt x="1196" y="245"/>
                    <a:pt x="1195" y="245"/>
                  </a:cubicBezTo>
                  <a:moveTo>
                    <a:pt x="1195" y="245"/>
                  </a:moveTo>
                  <a:cubicBezTo>
                    <a:pt x="1195" y="244"/>
                    <a:pt x="1195" y="244"/>
                    <a:pt x="1194" y="244"/>
                  </a:cubicBezTo>
                  <a:moveTo>
                    <a:pt x="1194" y="244"/>
                  </a:moveTo>
                  <a:cubicBezTo>
                    <a:pt x="1193" y="243"/>
                    <a:pt x="1193" y="244"/>
                    <a:pt x="1194" y="244"/>
                  </a:cubicBezTo>
                  <a:moveTo>
                    <a:pt x="942" y="250"/>
                  </a:moveTo>
                  <a:cubicBezTo>
                    <a:pt x="949" y="294"/>
                    <a:pt x="955" y="339"/>
                    <a:pt x="960" y="386"/>
                  </a:cubicBezTo>
                  <a:cubicBezTo>
                    <a:pt x="991" y="389"/>
                    <a:pt x="1024" y="391"/>
                    <a:pt x="1054" y="395"/>
                  </a:cubicBezTo>
                  <a:cubicBezTo>
                    <a:pt x="1035" y="342"/>
                    <a:pt x="1013" y="293"/>
                    <a:pt x="988" y="246"/>
                  </a:cubicBezTo>
                  <a:cubicBezTo>
                    <a:pt x="972" y="247"/>
                    <a:pt x="957" y="249"/>
                    <a:pt x="942" y="250"/>
                  </a:cubicBezTo>
                  <a:close/>
                  <a:moveTo>
                    <a:pt x="1259" y="424"/>
                  </a:moveTo>
                  <a:cubicBezTo>
                    <a:pt x="1279" y="419"/>
                    <a:pt x="1296" y="412"/>
                    <a:pt x="1314" y="407"/>
                  </a:cubicBezTo>
                  <a:cubicBezTo>
                    <a:pt x="1282" y="347"/>
                    <a:pt x="1242" y="296"/>
                    <a:pt x="1198" y="249"/>
                  </a:cubicBezTo>
                  <a:cubicBezTo>
                    <a:pt x="1197" y="249"/>
                    <a:pt x="1196" y="249"/>
                    <a:pt x="1196" y="250"/>
                  </a:cubicBezTo>
                  <a:cubicBezTo>
                    <a:pt x="1224" y="301"/>
                    <a:pt x="1245" y="359"/>
                    <a:pt x="1259" y="424"/>
                  </a:cubicBezTo>
                  <a:close/>
                  <a:moveTo>
                    <a:pt x="871" y="255"/>
                  </a:moveTo>
                  <a:cubicBezTo>
                    <a:pt x="883" y="296"/>
                    <a:pt x="891" y="339"/>
                    <a:pt x="899" y="383"/>
                  </a:cubicBezTo>
                  <a:cubicBezTo>
                    <a:pt x="918" y="384"/>
                    <a:pt x="938" y="384"/>
                    <a:pt x="957" y="386"/>
                  </a:cubicBezTo>
                  <a:cubicBezTo>
                    <a:pt x="953" y="345"/>
                    <a:pt x="948" y="301"/>
                    <a:pt x="942" y="264"/>
                  </a:cubicBezTo>
                  <a:cubicBezTo>
                    <a:pt x="941" y="260"/>
                    <a:pt x="941" y="252"/>
                    <a:pt x="936" y="250"/>
                  </a:cubicBezTo>
                  <a:cubicBezTo>
                    <a:pt x="915" y="253"/>
                    <a:pt x="892" y="252"/>
                    <a:pt x="871" y="255"/>
                  </a:cubicBezTo>
                  <a:close/>
                  <a:moveTo>
                    <a:pt x="1317" y="405"/>
                  </a:moveTo>
                  <a:cubicBezTo>
                    <a:pt x="1328" y="400"/>
                    <a:pt x="1340" y="395"/>
                    <a:pt x="1350" y="388"/>
                  </a:cubicBezTo>
                  <a:cubicBezTo>
                    <a:pt x="1332" y="347"/>
                    <a:pt x="1314" y="307"/>
                    <a:pt x="1289" y="273"/>
                  </a:cubicBezTo>
                  <a:cubicBezTo>
                    <a:pt x="1263" y="264"/>
                    <a:pt x="1231" y="255"/>
                    <a:pt x="1204" y="251"/>
                  </a:cubicBezTo>
                  <a:cubicBezTo>
                    <a:pt x="1247" y="297"/>
                    <a:pt x="1284" y="348"/>
                    <a:pt x="1317" y="405"/>
                  </a:cubicBezTo>
                  <a:close/>
                  <a:moveTo>
                    <a:pt x="616" y="253"/>
                  </a:moveTo>
                  <a:cubicBezTo>
                    <a:pt x="602" y="296"/>
                    <a:pt x="589" y="340"/>
                    <a:pt x="578" y="385"/>
                  </a:cubicBezTo>
                  <a:cubicBezTo>
                    <a:pt x="591" y="385"/>
                    <a:pt x="603" y="384"/>
                    <a:pt x="617" y="383"/>
                  </a:cubicBezTo>
                  <a:cubicBezTo>
                    <a:pt x="619" y="338"/>
                    <a:pt x="624" y="295"/>
                    <a:pt x="630" y="253"/>
                  </a:cubicBezTo>
                  <a:cubicBezTo>
                    <a:pt x="625" y="254"/>
                    <a:pt x="618" y="252"/>
                    <a:pt x="616" y="253"/>
                  </a:cubicBezTo>
                  <a:close/>
                  <a:moveTo>
                    <a:pt x="632" y="256"/>
                  </a:moveTo>
                  <a:cubicBezTo>
                    <a:pt x="628" y="298"/>
                    <a:pt x="623" y="339"/>
                    <a:pt x="621" y="383"/>
                  </a:cubicBezTo>
                  <a:cubicBezTo>
                    <a:pt x="658" y="381"/>
                    <a:pt x="697" y="381"/>
                    <a:pt x="735" y="380"/>
                  </a:cubicBezTo>
                  <a:cubicBezTo>
                    <a:pt x="737" y="339"/>
                    <a:pt x="739" y="298"/>
                    <a:pt x="740" y="257"/>
                  </a:cubicBezTo>
                  <a:cubicBezTo>
                    <a:pt x="704" y="257"/>
                    <a:pt x="670" y="255"/>
                    <a:pt x="634" y="254"/>
                  </a:cubicBezTo>
                  <a:cubicBezTo>
                    <a:pt x="634" y="252"/>
                    <a:pt x="632" y="254"/>
                    <a:pt x="632" y="256"/>
                  </a:cubicBezTo>
                  <a:close/>
                  <a:moveTo>
                    <a:pt x="788" y="257"/>
                  </a:moveTo>
                  <a:cubicBezTo>
                    <a:pt x="789" y="297"/>
                    <a:pt x="790" y="338"/>
                    <a:pt x="790" y="380"/>
                  </a:cubicBezTo>
                  <a:cubicBezTo>
                    <a:pt x="825" y="380"/>
                    <a:pt x="860" y="381"/>
                    <a:pt x="894" y="383"/>
                  </a:cubicBezTo>
                  <a:cubicBezTo>
                    <a:pt x="888" y="338"/>
                    <a:pt x="878" y="296"/>
                    <a:pt x="868" y="255"/>
                  </a:cubicBezTo>
                  <a:cubicBezTo>
                    <a:pt x="841" y="255"/>
                    <a:pt x="815" y="257"/>
                    <a:pt x="788" y="257"/>
                  </a:cubicBezTo>
                  <a:close/>
                  <a:moveTo>
                    <a:pt x="744" y="257"/>
                  </a:moveTo>
                  <a:cubicBezTo>
                    <a:pt x="740" y="296"/>
                    <a:pt x="740" y="339"/>
                    <a:pt x="738" y="380"/>
                  </a:cubicBezTo>
                  <a:cubicBezTo>
                    <a:pt x="755" y="380"/>
                    <a:pt x="771" y="380"/>
                    <a:pt x="788" y="380"/>
                  </a:cubicBezTo>
                  <a:cubicBezTo>
                    <a:pt x="788" y="338"/>
                    <a:pt x="786" y="298"/>
                    <a:pt x="786" y="257"/>
                  </a:cubicBezTo>
                  <a:cubicBezTo>
                    <a:pt x="772" y="257"/>
                    <a:pt x="758" y="257"/>
                    <a:pt x="744" y="257"/>
                  </a:cubicBezTo>
                  <a:close/>
                  <a:moveTo>
                    <a:pt x="286" y="259"/>
                  </a:moveTo>
                  <a:cubicBezTo>
                    <a:pt x="277" y="260"/>
                    <a:pt x="270" y="263"/>
                    <a:pt x="262" y="264"/>
                  </a:cubicBezTo>
                  <a:cubicBezTo>
                    <a:pt x="249" y="285"/>
                    <a:pt x="237" y="306"/>
                    <a:pt x="227" y="329"/>
                  </a:cubicBezTo>
                  <a:moveTo>
                    <a:pt x="227" y="329"/>
                  </a:moveTo>
                  <a:cubicBezTo>
                    <a:pt x="226" y="329"/>
                    <a:pt x="227" y="330"/>
                    <a:pt x="226" y="331"/>
                  </a:cubicBezTo>
                  <a:moveTo>
                    <a:pt x="226" y="331"/>
                  </a:moveTo>
                  <a:cubicBezTo>
                    <a:pt x="225" y="331"/>
                    <a:pt x="226" y="332"/>
                    <a:pt x="226" y="331"/>
                  </a:cubicBezTo>
                  <a:moveTo>
                    <a:pt x="226" y="331"/>
                  </a:moveTo>
                  <a:cubicBezTo>
                    <a:pt x="227" y="331"/>
                    <a:pt x="227" y="330"/>
                    <a:pt x="227" y="329"/>
                  </a:cubicBezTo>
                  <a:moveTo>
                    <a:pt x="286" y="259"/>
                  </a:moveTo>
                  <a:cubicBezTo>
                    <a:pt x="266" y="281"/>
                    <a:pt x="246" y="305"/>
                    <a:pt x="227" y="329"/>
                  </a:cubicBezTo>
                  <a:moveTo>
                    <a:pt x="286" y="259"/>
                  </a:moveTo>
                  <a:cubicBezTo>
                    <a:pt x="287" y="258"/>
                    <a:pt x="286" y="258"/>
                    <a:pt x="286" y="259"/>
                  </a:cubicBezTo>
                  <a:moveTo>
                    <a:pt x="257" y="266"/>
                  </a:moveTo>
                  <a:cubicBezTo>
                    <a:pt x="237" y="271"/>
                    <a:pt x="219" y="278"/>
                    <a:pt x="201" y="286"/>
                  </a:cubicBezTo>
                  <a:cubicBezTo>
                    <a:pt x="180" y="309"/>
                    <a:pt x="160" y="334"/>
                    <a:pt x="143" y="361"/>
                  </a:cubicBezTo>
                  <a:cubicBezTo>
                    <a:pt x="152" y="377"/>
                    <a:pt x="168" y="386"/>
                    <a:pt x="184" y="394"/>
                  </a:cubicBezTo>
                  <a:cubicBezTo>
                    <a:pt x="194" y="377"/>
                    <a:pt x="205" y="359"/>
                    <a:pt x="218" y="344"/>
                  </a:cubicBezTo>
                  <a:cubicBezTo>
                    <a:pt x="228" y="316"/>
                    <a:pt x="243" y="291"/>
                    <a:pt x="257" y="266"/>
                  </a:cubicBezTo>
                  <a:moveTo>
                    <a:pt x="257" y="266"/>
                  </a:moveTo>
                  <a:cubicBezTo>
                    <a:pt x="258" y="266"/>
                    <a:pt x="257" y="265"/>
                    <a:pt x="257" y="266"/>
                  </a:cubicBezTo>
                  <a:moveTo>
                    <a:pt x="1292" y="270"/>
                  </a:moveTo>
                  <a:cubicBezTo>
                    <a:pt x="1293" y="272"/>
                    <a:pt x="1293" y="270"/>
                    <a:pt x="1292" y="270"/>
                  </a:cubicBezTo>
                  <a:moveTo>
                    <a:pt x="1292" y="270"/>
                  </a:moveTo>
                  <a:cubicBezTo>
                    <a:pt x="1291" y="269"/>
                    <a:pt x="1291" y="270"/>
                    <a:pt x="1292" y="270"/>
                  </a:cubicBezTo>
                  <a:moveTo>
                    <a:pt x="1295" y="275"/>
                  </a:moveTo>
                  <a:cubicBezTo>
                    <a:pt x="1316" y="310"/>
                    <a:pt x="1336" y="347"/>
                    <a:pt x="1351" y="387"/>
                  </a:cubicBezTo>
                  <a:cubicBezTo>
                    <a:pt x="1360" y="383"/>
                    <a:pt x="1368" y="378"/>
                    <a:pt x="1373" y="371"/>
                  </a:cubicBezTo>
                  <a:cubicBezTo>
                    <a:pt x="1349" y="337"/>
                    <a:pt x="1324" y="306"/>
                    <a:pt x="1298" y="275"/>
                  </a:cubicBezTo>
                  <a:cubicBezTo>
                    <a:pt x="1297" y="275"/>
                    <a:pt x="1296" y="275"/>
                    <a:pt x="1295" y="275"/>
                  </a:cubicBezTo>
                  <a:moveTo>
                    <a:pt x="1295" y="275"/>
                  </a:moveTo>
                  <a:cubicBezTo>
                    <a:pt x="1294" y="274"/>
                    <a:pt x="1294" y="275"/>
                    <a:pt x="1295" y="275"/>
                  </a:cubicBezTo>
                  <a:moveTo>
                    <a:pt x="1375" y="370"/>
                  </a:moveTo>
                  <a:cubicBezTo>
                    <a:pt x="1380" y="364"/>
                    <a:pt x="1385" y="359"/>
                    <a:pt x="1387" y="350"/>
                  </a:cubicBezTo>
                  <a:cubicBezTo>
                    <a:pt x="1378" y="334"/>
                    <a:pt x="1367" y="319"/>
                    <a:pt x="1357" y="303"/>
                  </a:cubicBezTo>
                  <a:cubicBezTo>
                    <a:pt x="1341" y="294"/>
                    <a:pt x="1322" y="283"/>
                    <a:pt x="1303" y="279"/>
                  </a:cubicBezTo>
                  <a:cubicBezTo>
                    <a:pt x="1330" y="307"/>
                    <a:pt x="1352" y="339"/>
                    <a:pt x="1375" y="370"/>
                  </a:cubicBezTo>
                  <a:close/>
                  <a:moveTo>
                    <a:pt x="194" y="289"/>
                  </a:moveTo>
                  <a:cubicBezTo>
                    <a:pt x="177" y="295"/>
                    <a:pt x="173" y="313"/>
                    <a:pt x="164" y="326"/>
                  </a:cubicBezTo>
                  <a:moveTo>
                    <a:pt x="164" y="326"/>
                  </a:moveTo>
                  <a:cubicBezTo>
                    <a:pt x="163" y="326"/>
                    <a:pt x="163" y="326"/>
                    <a:pt x="163" y="327"/>
                  </a:cubicBezTo>
                  <a:moveTo>
                    <a:pt x="163" y="327"/>
                  </a:moveTo>
                  <a:cubicBezTo>
                    <a:pt x="162" y="327"/>
                    <a:pt x="162" y="328"/>
                    <a:pt x="162" y="329"/>
                  </a:cubicBezTo>
                  <a:moveTo>
                    <a:pt x="162" y="329"/>
                  </a:moveTo>
                  <a:cubicBezTo>
                    <a:pt x="161" y="329"/>
                    <a:pt x="162" y="330"/>
                    <a:pt x="162" y="329"/>
                  </a:cubicBezTo>
                  <a:moveTo>
                    <a:pt x="162" y="329"/>
                  </a:moveTo>
                  <a:cubicBezTo>
                    <a:pt x="163" y="329"/>
                    <a:pt x="163" y="328"/>
                    <a:pt x="163" y="327"/>
                  </a:cubicBezTo>
                  <a:moveTo>
                    <a:pt x="163" y="327"/>
                  </a:moveTo>
                  <a:cubicBezTo>
                    <a:pt x="164" y="327"/>
                    <a:pt x="164" y="326"/>
                    <a:pt x="164" y="326"/>
                  </a:cubicBezTo>
                  <a:moveTo>
                    <a:pt x="164" y="326"/>
                  </a:moveTo>
                  <a:cubicBezTo>
                    <a:pt x="174" y="314"/>
                    <a:pt x="184" y="302"/>
                    <a:pt x="194" y="289"/>
                  </a:cubicBezTo>
                  <a:moveTo>
                    <a:pt x="194" y="289"/>
                  </a:moveTo>
                  <a:cubicBezTo>
                    <a:pt x="195" y="289"/>
                    <a:pt x="194" y="288"/>
                    <a:pt x="194" y="289"/>
                  </a:cubicBezTo>
                  <a:moveTo>
                    <a:pt x="472" y="295"/>
                  </a:moveTo>
                  <a:cubicBezTo>
                    <a:pt x="472" y="295"/>
                    <a:pt x="471" y="295"/>
                    <a:pt x="471" y="295"/>
                  </a:cubicBezTo>
                  <a:cubicBezTo>
                    <a:pt x="454" y="329"/>
                    <a:pt x="436" y="362"/>
                    <a:pt x="422" y="400"/>
                  </a:cubicBezTo>
                  <a:moveTo>
                    <a:pt x="422" y="400"/>
                  </a:moveTo>
                  <a:cubicBezTo>
                    <a:pt x="421" y="400"/>
                    <a:pt x="422" y="401"/>
                    <a:pt x="422" y="400"/>
                  </a:cubicBezTo>
                  <a:moveTo>
                    <a:pt x="422" y="400"/>
                  </a:moveTo>
                  <a:cubicBezTo>
                    <a:pt x="434" y="400"/>
                    <a:pt x="442" y="397"/>
                    <a:pt x="454" y="397"/>
                  </a:cubicBezTo>
                  <a:cubicBezTo>
                    <a:pt x="458" y="361"/>
                    <a:pt x="466" y="329"/>
                    <a:pt x="472" y="295"/>
                  </a:cubicBezTo>
                  <a:moveTo>
                    <a:pt x="472" y="295"/>
                  </a:moveTo>
                  <a:cubicBezTo>
                    <a:pt x="475" y="295"/>
                    <a:pt x="471" y="291"/>
                    <a:pt x="472" y="295"/>
                  </a:cubicBezTo>
                  <a:moveTo>
                    <a:pt x="178" y="297"/>
                  </a:moveTo>
                  <a:cubicBezTo>
                    <a:pt x="158" y="308"/>
                    <a:pt x="126" y="328"/>
                    <a:pt x="141" y="359"/>
                  </a:cubicBezTo>
                  <a:cubicBezTo>
                    <a:pt x="153" y="338"/>
                    <a:pt x="165" y="317"/>
                    <a:pt x="178" y="297"/>
                  </a:cubicBezTo>
                  <a:moveTo>
                    <a:pt x="178" y="297"/>
                  </a:moveTo>
                  <a:cubicBezTo>
                    <a:pt x="180" y="296"/>
                    <a:pt x="178" y="296"/>
                    <a:pt x="178" y="297"/>
                  </a:cubicBezTo>
                  <a:moveTo>
                    <a:pt x="1364" y="309"/>
                  </a:moveTo>
                  <a:cubicBezTo>
                    <a:pt x="1364" y="309"/>
                    <a:pt x="1364" y="310"/>
                    <a:pt x="1365" y="310"/>
                  </a:cubicBezTo>
                  <a:moveTo>
                    <a:pt x="1365" y="310"/>
                  </a:moveTo>
                  <a:cubicBezTo>
                    <a:pt x="1365" y="310"/>
                    <a:pt x="1365" y="310"/>
                    <a:pt x="1366" y="311"/>
                  </a:cubicBezTo>
                  <a:moveTo>
                    <a:pt x="1366" y="311"/>
                  </a:moveTo>
                  <a:cubicBezTo>
                    <a:pt x="1366" y="312"/>
                    <a:pt x="1366" y="312"/>
                    <a:pt x="1367" y="312"/>
                  </a:cubicBezTo>
                  <a:moveTo>
                    <a:pt x="1367" y="312"/>
                  </a:moveTo>
                  <a:cubicBezTo>
                    <a:pt x="1367" y="313"/>
                    <a:pt x="1367" y="313"/>
                    <a:pt x="1368" y="313"/>
                  </a:cubicBezTo>
                  <a:moveTo>
                    <a:pt x="1368" y="313"/>
                  </a:moveTo>
                  <a:cubicBezTo>
                    <a:pt x="1374" y="324"/>
                    <a:pt x="1380" y="335"/>
                    <a:pt x="1388" y="345"/>
                  </a:cubicBezTo>
                  <a:cubicBezTo>
                    <a:pt x="1386" y="330"/>
                    <a:pt x="1375" y="324"/>
                    <a:pt x="1368" y="313"/>
                  </a:cubicBezTo>
                  <a:moveTo>
                    <a:pt x="1368" y="313"/>
                  </a:moveTo>
                  <a:cubicBezTo>
                    <a:pt x="1368" y="313"/>
                    <a:pt x="1367" y="312"/>
                    <a:pt x="1367" y="312"/>
                  </a:cubicBezTo>
                  <a:moveTo>
                    <a:pt x="1367" y="312"/>
                  </a:moveTo>
                  <a:cubicBezTo>
                    <a:pt x="1367" y="311"/>
                    <a:pt x="1367" y="311"/>
                    <a:pt x="1366" y="311"/>
                  </a:cubicBezTo>
                  <a:moveTo>
                    <a:pt x="1366" y="311"/>
                  </a:moveTo>
                  <a:cubicBezTo>
                    <a:pt x="1366" y="310"/>
                    <a:pt x="1365" y="310"/>
                    <a:pt x="1365" y="310"/>
                  </a:cubicBezTo>
                  <a:moveTo>
                    <a:pt x="1365" y="310"/>
                  </a:moveTo>
                  <a:cubicBezTo>
                    <a:pt x="1365" y="309"/>
                    <a:pt x="1365" y="309"/>
                    <a:pt x="1364" y="309"/>
                  </a:cubicBezTo>
                  <a:moveTo>
                    <a:pt x="1364" y="309"/>
                  </a:moveTo>
                  <a:cubicBezTo>
                    <a:pt x="1363" y="307"/>
                    <a:pt x="1363" y="309"/>
                    <a:pt x="1364" y="309"/>
                  </a:cubicBezTo>
                  <a:moveTo>
                    <a:pt x="1379" y="323"/>
                  </a:moveTo>
                  <a:cubicBezTo>
                    <a:pt x="1380" y="324"/>
                    <a:pt x="1380" y="323"/>
                    <a:pt x="1379" y="323"/>
                  </a:cubicBezTo>
                  <a:moveTo>
                    <a:pt x="1379" y="323"/>
                  </a:moveTo>
                  <a:cubicBezTo>
                    <a:pt x="1379" y="322"/>
                    <a:pt x="1378" y="323"/>
                    <a:pt x="1379" y="323"/>
                  </a:cubicBezTo>
                  <a:moveTo>
                    <a:pt x="160" y="332"/>
                  </a:moveTo>
                  <a:cubicBezTo>
                    <a:pt x="159" y="332"/>
                    <a:pt x="160" y="333"/>
                    <a:pt x="160" y="332"/>
                  </a:cubicBezTo>
                  <a:moveTo>
                    <a:pt x="160" y="332"/>
                  </a:moveTo>
                  <a:cubicBezTo>
                    <a:pt x="161" y="331"/>
                    <a:pt x="160" y="330"/>
                    <a:pt x="160" y="332"/>
                  </a:cubicBezTo>
                  <a:moveTo>
                    <a:pt x="224" y="334"/>
                  </a:moveTo>
                  <a:cubicBezTo>
                    <a:pt x="224" y="333"/>
                    <a:pt x="225" y="334"/>
                    <a:pt x="224" y="334"/>
                  </a:cubicBezTo>
                  <a:close/>
                  <a:moveTo>
                    <a:pt x="326" y="336"/>
                  </a:moveTo>
                  <a:cubicBezTo>
                    <a:pt x="307" y="364"/>
                    <a:pt x="290" y="395"/>
                    <a:pt x="274" y="426"/>
                  </a:cubicBezTo>
                  <a:cubicBezTo>
                    <a:pt x="285" y="423"/>
                    <a:pt x="296" y="421"/>
                    <a:pt x="306" y="419"/>
                  </a:cubicBezTo>
                  <a:cubicBezTo>
                    <a:pt x="311" y="390"/>
                    <a:pt x="319" y="364"/>
                    <a:pt x="326" y="336"/>
                  </a:cubicBezTo>
                  <a:moveTo>
                    <a:pt x="326" y="336"/>
                  </a:moveTo>
                  <a:cubicBezTo>
                    <a:pt x="329" y="336"/>
                    <a:pt x="325" y="332"/>
                    <a:pt x="326" y="336"/>
                  </a:cubicBezTo>
                  <a:moveTo>
                    <a:pt x="44" y="524"/>
                  </a:moveTo>
                  <a:cubicBezTo>
                    <a:pt x="49" y="523"/>
                    <a:pt x="54" y="514"/>
                    <a:pt x="59" y="510"/>
                  </a:cubicBezTo>
                  <a:cubicBezTo>
                    <a:pt x="80" y="455"/>
                    <a:pt x="109" y="407"/>
                    <a:pt x="139" y="360"/>
                  </a:cubicBezTo>
                  <a:cubicBezTo>
                    <a:pt x="134" y="356"/>
                    <a:pt x="135" y="347"/>
                    <a:pt x="133" y="339"/>
                  </a:cubicBezTo>
                  <a:cubicBezTo>
                    <a:pt x="97" y="394"/>
                    <a:pt x="66" y="454"/>
                    <a:pt x="44" y="524"/>
                  </a:cubicBezTo>
                  <a:close/>
                  <a:moveTo>
                    <a:pt x="1483" y="528"/>
                  </a:moveTo>
                  <a:cubicBezTo>
                    <a:pt x="1482" y="532"/>
                    <a:pt x="1486" y="529"/>
                    <a:pt x="1483" y="528"/>
                  </a:cubicBezTo>
                  <a:moveTo>
                    <a:pt x="1483" y="528"/>
                  </a:moveTo>
                  <a:cubicBezTo>
                    <a:pt x="1460" y="465"/>
                    <a:pt x="1432" y="396"/>
                    <a:pt x="1393" y="347"/>
                  </a:cubicBezTo>
                  <a:cubicBezTo>
                    <a:pt x="1393" y="347"/>
                    <a:pt x="1391" y="343"/>
                    <a:pt x="1390" y="345"/>
                  </a:cubicBezTo>
                  <a:cubicBezTo>
                    <a:pt x="1401" y="371"/>
                    <a:pt x="1415" y="395"/>
                    <a:pt x="1425" y="421"/>
                  </a:cubicBezTo>
                  <a:cubicBezTo>
                    <a:pt x="1436" y="447"/>
                    <a:pt x="1448" y="473"/>
                    <a:pt x="1455" y="503"/>
                  </a:cubicBezTo>
                  <a:cubicBezTo>
                    <a:pt x="1466" y="510"/>
                    <a:pt x="1474" y="519"/>
                    <a:pt x="1483" y="528"/>
                  </a:cubicBezTo>
                  <a:moveTo>
                    <a:pt x="1376" y="374"/>
                  </a:moveTo>
                  <a:cubicBezTo>
                    <a:pt x="1396" y="402"/>
                    <a:pt x="1417" y="437"/>
                    <a:pt x="1432" y="470"/>
                  </a:cubicBezTo>
                  <a:cubicBezTo>
                    <a:pt x="1437" y="481"/>
                    <a:pt x="1440" y="496"/>
                    <a:pt x="1452" y="499"/>
                  </a:cubicBezTo>
                  <a:cubicBezTo>
                    <a:pt x="1435" y="446"/>
                    <a:pt x="1415" y="397"/>
                    <a:pt x="1389" y="354"/>
                  </a:cubicBezTo>
                  <a:cubicBezTo>
                    <a:pt x="1386" y="362"/>
                    <a:pt x="1380" y="367"/>
                    <a:pt x="1376" y="374"/>
                  </a:cubicBezTo>
                  <a:close/>
                  <a:moveTo>
                    <a:pt x="212" y="356"/>
                  </a:moveTo>
                  <a:cubicBezTo>
                    <a:pt x="212" y="355"/>
                    <a:pt x="213" y="356"/>
                    <a:pt x="212" y="356"/>
                  </a:cubicBezTo>
                  <a:close/>
                  <a:moveTo>
                    <a:pt x="211" y="358"/>
                  </a:moveTo>
                  <a:cubicBezTo>
                    <a:pt x="202" y="370"/>
                    <a:pt x="193" y="382"/>
                    <a:pt x="186" y="396"/>
                  </a:cubicBezTo>
                  <a:cubicBezTo>
                    <a:pt x="190" y="396"/>
                    <a:pt x="192" y="399"/>
                    <a:pt x="196" y="400"/>
                  </a:cubicBezTo>
                  <a:cubicBezTo>
                    <a:pt x="201" y="386"/>
                    <a:pt x="206" y="372"/>
                    <a:pt x="211" y="358"/>
                  </a:cubicBezTo>
                  <a:moveTo>
                    <a:pt x="211" y="358"/>
                  </a:moveTo>
                  <a:cubicBezTo>
                    <a:pt x="212" y="357"/>
                    <a:pt x="211" y="356"/>
                    <a:pt x="211" y="358"/>
                  </a:cubicBezTo>
                  <a:moveTo>
                    <a:pt x="94" y="487"/>
                  </a:moveTo>
                  <a:cubicBezTo>
                    <a:pt x="109" y="477"/>
                    <a:pt x="127" y="470"/>
                    <a:pt x="146" y="463"/>
                  </a:cubicBezTo>
                  <a:cubicBezTo>
                    <a:pt x="156" y="439"/>
                    <a:pt x="170" y="418"/>
                    <a:pt x="182" y="396"/>
                  </a:cubicBezTo>
                  <a:cubicBezTo>
                    <a:pt x="166" y="389"/>
                    <a:pt x="152" y="378"/>
                    <a:pt x="141" y="365"/>
                  </a:cubicBezTo>
                  <a:cubicBezTo>
                    <a:pt x="123" y="403"/>
                    <a:pt x="103" y="444"/>
                    <a:pt x="94" y="487"/>
                  </a:cubicBezTo>
                  <a:close/>
                  <a:moveTo>
                    <a:pt x="132" y="376"/>
                  </a:moveTo>
                  <a:cubicBezTo>
                    <a:pt x="132" y="375"/>
                    <a:pt x="133" y="376"/>
                    <a:pt x="132" y="376"/>
                  </a:cubicBezTo>
                  <a:close/>
                  <a:moveTo>
                    <a:pt x="1374" y="375"/>
                  </a:moveTo>
                  <a:cubicBezTo>
                    <a:pt x="1368" y="382"/>
                    <a:pt x="1359" y="386"/>
                    <a:pt x="1352" y="391"/>
                  </a:cubicBezTo>
                  <a:cubicBezTo>
                    <a:pt x="1362" y="413"/>
                    <a:pt x="1369" y="437"/>
                    <a:pt x="1375" y="462"/>
                  </a:cubicBezTo>
                  <a:cubicBezTo>
                    <a:pt x="1398" y="469"/>
                    <a:pt x="1420" y="482"/>
                    <a:pt x="1439" y="490"/>
                  </a:cubicBezTo>
                  <a:cubicBezTo>
                    <a:pt x="1419" y="450"/>
                    <a:pt x="1399" y="409"/>
                    <a:pt x="1374" y="375"/>
                  </a:cubicBezTo>
                  <a:close/>
                  <a:moveTo>
                    <a:pt x="131" y="378"/>
                  </a:moveTo>
                  <a:cubicBezTo>
                    <a:pt x="131" y="378"/>
                    <a:pt x="131" y="378"/>
                    <a:pt x="130" y="378"/>
                  </a:cubicBezTo>
                  <a:cubicBezTo>
                    <a:pt x="106" y="418"/>
                    <a:pt x="82" y="459"/>
                    <a:pt x="64" y="505"/>
                  </a:cubicBezTo>
                  <a:moveTo>
                    <a:pt x="64" y="505"/>
                  </a:moveTo>
                  <a:cubicBezTo>
                    <a:pt x="63" y="506"/>
                    <a:pt x="64" y="507"/>
                    <a:pt x="64" y="505"/>
                  </a:cubicBezTo>
                  <a:moveTo>
                    <a:pt x="64" y="505"/>
                  </a:moveTo>
                  <a:cubicBezTo>
                    <a:pt x="73" y="500"/>
                    <a:pt x="80" y="494"/>
                    <a:pt x="90" y="489"/>
                  </a:cubicBezTo>
                  <a:cubicBezTo>
                    <a:pt x="100" y="448"/>
                    <a:pt x="116" y="413"/>
                    <a:pt x="131" y="378"/>
                  </a:cubicBezTo>
                  <a:moveTo>
                    <a:pt x="131" y="378"/>
                  </a:moveTo>
                  <a:cubicBezTo>
                    <a:pt x="133" y="377"/>
                    <a:pt x="131" y="377"/>
                    <a:pt x="131" y="378"/>
                  </a:cubicBezTo>
                  <a:moveTo>
                    <a:pt x="620" y="385"/>
                  </a:moveTo>
                  <a:cubicBezTo>
                    <a:pt x="619" y="415"/>
                    <a:pt x="617" y="444"/>
                    <a:pt x="616" y="473"/>
                  </a:cubicBezTo>
                  <a:cubicBezTo>
                    <a:pt x="654" y="475"/>
                    <a:pt x="693" y="476"/>
                    <a:pt x="732" y="477"/>
                  </a:cubicBezTo>
                  <a:cubicBezTo>
                    <a:pt x="733" y="445"/>
                    <a:pt x="734" y="414"/>
                    <a:pt x="735" y="383"/>
                  </a:cubicBezTo>
                  <a:cubicBezTo>
                    <a:pt x="695" y="382"/>
                    <a:pt x="658" y="384"/>
                    <a:pt x="620" y="385"/>
                  </a:cubicBezTo>
                  <a:close/>
                  <a:moveTo>
                    <a:pt x="739" y="383"/>
                  </a:moveTo>
                  <a:cubicBezTo>
                    <a:pt x="736" y="412"/>
                    <a:pt x="736" y="445"/>
                    <a:pt x="735" y="477"/>
                  </a:cubicBezTo>
                  <a:cubicBezTo>
                    <a:pt x="753" y="477"/>
                    <a:pt x="771" y="477"/>
                    <a:pt x="789" y="477"/>
                  </a:cubicBezTo>
                  <a:cubicBezTo>
                    <a:pt x="789" y="445"/>
                    <a:pt x="787" y="415"/>
                    <a:pt x="788" y="383"/>
                  </a:cubicBezTo>
                  <a:cubicBezTo>
                    <a:pt x="772" y="383"/>
                    <a:pt x="755" y="383"/>
                    <a:pt x="739" y="383"/>
                  </a:cubicBezTo>
                  <a:close/>
                  <a:moveTo>
                    <a:pt x="792" y="383"/>
                  </a:moveTo>
                  <a:cubicBezTo>
                    <a:pt x="790" y="412"/>
                    <a:pt x="791" y="446"/>
                    <a:pt x="791" y="477"/>
                  </a:cubicBezTo>
                  <a:cubicBezTo>
                    <a:pt x="831" y="476"/>
                    <a:pt x="871" y="475"/>
                    <a:pt x="910" y="473"/>
                  </a:cubicBezTo>
                  <a:cubicBezTo>
                    <a:pt x="905" y="443"/>
                    <a:pt x="901" y="414"/>
                    <a:pt x="895" y="385"/>
                  </a:cubicBezTo>
                  <a:cubicBezTo>
                    <a:pt x="862" y="384"/>
                    <a:pt x="827" y="382"/>
                    <a:pt x="792" y="383"/>
                  </a:cubicBezTo>
                  <a:close/>
                  <a:moveTo>
                    <a:pt x="616" y="385"/>
                  </a:moveTo>
                  <a:cubicBezTo>
                    <a:pt x="616" y="385"/>
                    <a:pt x="615" y="385"/>
                    <a:pt x="615" y="385"/>
                  </a:cubicBezTo>
                  <a:cubicBezTo>
                    <a:pt x="603" y="387"/>
                    <a:pt x="589" y="387"/>
                    <a:pt x="577" y="388"/>
                  </a:cubicBezTo>
                  <a:cubicBezTo>
                    <a:pt x="571" y="416"/>
                    <a:pt x="564" y="441"/>
                    <a:pt x="559" y="470"/>
                  </a:cubicBezTo>
                  <a:cubicBezTo>
                    <a:pt x="578" y="470"/>
                    <a:pt x="595" y="472"/>
                    <a:pt x="613" y="473"/>
                  </a:cubicBezTo>
                  <a:cubicBezTo>
                    <a:pt x="612" y="443"/>
                    <a:pt x="617" y="409"/>
                    <a:pt x="616" y="385"/>
                  </a:cubicBezTo>
                  <a:close/>
                  <a:moveTo>
                    <a:pt x="914" y="473"/>
                  </a:moveTo>
                  <a:cubicBezTo>
                    <a:pt x="930" y="472"/>
                    <a:pt x="946" y="470"/>
                    <a:pt x="963" y="470"/>
                  </a:cubicBezTo>
                  <a:cubicBezTo>
                    <a:pt x="960" y="443"/>
                    <a:pt x="960" y="414"/>
                    <a:pt x="957" y="388"/>
                  </a:cubicBezTo>
                  <a:cubicBezTo>
                    <a:pt x="937" y="388"/>
                    <a:pt x="919" y="386"/>
                    <a:pt x="900" y="385"/>
                  </a:cubicBezTo>
                  <a:cubicBezTo>
                    <a:pt x="904" y="415"/>
                    <a:pt x="910" y="442"/>
                    <a:pt x="914" y="473"/>
                  </a:cubicBezTo>
                  <a:close/>
                  <a:moveTo>
                    <a:pt x="456" y="399"/>
                  </a:moveTo>
                  <a:cubicBezTo>
                    <a:pt x="454" y="419"/>
                    <a:pt x="451" y="438"/>
                    <a:pt x="450" y="459"/>
                  </a:cubicBezTo>
                  <a:cubicBezTo>
                    <a:pt x="486" y="462"/>
                    <a:pt x="520" y="467"/>
                    <a:pt x="557" y="469"/>
                  </a:cubicBezTo>
                  <a:cubicBezTo>
                    <a:pt x="561" y="441"/>
                    <a:pt x="569" y="416"/>
                    <a:pt x="574" y="388"/>
                  </a:cubicBezTo>
                  <a:cubicBezTo>
                    <a:pt x="534" y="391"/>
                    <a:pt x="494" y="394"/>
                    <a:pt x="456" y="399"/>
                  </a:cubicBezTo>
                  <a:close/>
                  <a:moveTo>
                    <a:pt x="960" y="389"/>
                  </a:moveTo>
                  <a:cubicBezTo>
                    <a:pt x="962" y="415"/>
                    <a:pt x="964" y="441"/>
                    <a:pt x="965" y="469"/>
                  </a:cubicBezTo>
                  <a:cubicBezTo>
                    <a:pt x="1003" y="467"/>
                    <a:pt x="1042" y="464"/>
                    <a:pt x="1076" y="457"/>
                  </a:cubicBezTo>
                  <a:cubicBezTo>
                    <a:pt x="1068" y="438"/>
                    <a:pt x="1062" y="417"/>
                    <a:pt x="1055" y="397"/>
                  </a:cubicBezTo>
                  <a:cubicBezTo>
                    <a:pt x="1023" y="395"/>
                    <a:pt x="993" y="391"/>
                    <a:pt x="960" y="389"/>
                  </a:cubicBezTo>
                  <a:close/>
                  <a:moveTo>
                    <a:pt x="1349" y="392"/>
                  </a:moveTo>
                  <a:cubicBezTo>
                    <a:pt x="1340" y="398"/>
                    <a:pt x="1329" y="402"/>
                    <a:pt x="1319" y="407"/>
                  </a:cubicBezTo>
                  <a:cubicBezTo>
                    <a:pt x="1327" y="421"/>
                    <a:pt x="1335" y="436"/>
                    <a:pt x="1343" y="451"/>
                  </a:cubicBezTo>
                  <a:cubicBezTo>
                    <a:pt x="1354" y="453"/>
                    <a:pt x="1362" y="458"/>
                    <a:pt x="1373" y="460"/>
                  </a:cubicBezTo>
                  <a:cubicBezTo>
                    <a:pt x="1366" y="439"/>
                    <a:pt x="1359" y="407"/>
                    <a:pt x="1349" y="392"/>
                  </a:cubicBezTo>
                  <a:close/>
                  <a:moveTo>
                    <a:pt x="184" y="398"/>
                  </a:moveTo>
                  <a:cubicBezTo>
                    <a:pt x="173" y="419"/>
                    <a:pt x="160" y="439"/>
                    <a:pt x="150" y="461"/>
                  </a:cubicBezTo>
                  <a:cubicBezTo>
                    <a:pt x="160" y="458"/>
                    <a:pt x="170" y="454"/>
                    <a:pt x="181" y="451"/>
                  </a:cubicBezTo>
                  <a:cubicBezTo>
                    <a:pt x="185" y="434"/>
                    <a:pt x="190" y="419"/>
                    <a:pt x="195" y="403"/>
                  </a:cubicBezTo>
                  <a:cubicBezTo>
                    <a:pt x="191" y="401"/>
                    <a:pt x="188" y="399"/>
                    <a:pt x="184" y="398"/>
                  </a:cubicBezTo>
                  <a:close/>
                  <a:moveTo>
                    <a:pt x="1079" y="458"/>
                  </a:moveTo>
                  <a:cubicBezTo>
                    <a:pt x="1094" y="457"/>
                    <a:pt x="1108" y="454"/>
                    <a:pt x="1123" y="453"/>
                  </a:cubicBezTo>
                  <a:cubicBezTo>
                    <a:pt x="1122" y="436"/>
                    <a:pt x="1119" y="421"/>
                    <a:pt x="1117" y="405"/>
                  </a:cubicBezTo>
                  <a:cubicBezTo>
                    <a:pt x="1097" y="404"/>
                    <a:pt x="1077" y="398"/>
                    <a:pt x="1058" y="399"/>
                  </a:cubicBezTo>
                  <a:cubicBezTo>
                    <a:pt x="1066" y="417"/>
                    <a:pt x="1071" y="439"/>
                    <a:pt x="1079" y="458"/>
                  </a:cubicBezTo>
                  <a:close/>
                  <a:moveTo>
                    <a:pt x="420" y="403"/>
                  </a:moveTo>
                  <a:cubicBezTo>
                    <a:pt x="414" y="419"/>
                    <a:pt x="407" y="435"/>
                    <a:pt x="401" y="453"/>
                  </a:cubicBezTo>
                  <a:cubicBezTo>
                    <a:pt x="417" y="454"/>
                    <a:pt x="431" y="457"/>
                    <a:pt x="447" y="458"/>
                  </a:cubicBezTo>
                  <a:cubicBezTo>
                    <a:pt x="449" y="438"/>
                    <a:pt x="451" y="418"/>
                    <a:pt x="454" y="399"/>
                  </a:cubicBezTo>
                  <a:cubicBezTo>
                    <a:pt x="453" y="399"/>
                    <a:pt x="453" y="399"/>
                    <a:pt x="452" y="399"/>
                  </a:cubicBezTo>
                  <a:cubicBezTo>
                    <a:pt x="442" y="401"/>
                    <a:pt x="431" y="402"/>
                    <a:pt x="420" y="403"/>
                  </a:cubicBezTo>
                  <a:close/>
                  <a:moveTo>
                    <a:pt x="185" y="450"/>
                  </a:moveTo>
                  <a:cubicBezTo>
                    <a:pt x="210" y="440"/>
                    <a:pt x="240" y="435"/>
                    <a:pt x="266" y="427"/>
                  </a:cubicBezTo>
                  <a:cubicBezTo>
                    <a:pt x="241" y="421"/>
                    <a:pt x="219" y="413"/>
                    <a:pt x="198" y="404"/>
                  </a:cubicBezTo>
                  <a:cubicBezTo>
                    <a:pt x="193" y="418"/>
                    <a:pt x="187" y="436"/>
                    <a:pt x="185" y="450"/>
                  </a:cubicBezTo>
                  <a:close/>
                  <a:moveTo>
                    <a:pt x="308" y="421"/>
                  </a:moveTo>
                  <a:cubicBezTo>
                    <a:pt x="307" y="425"/>
                    <a:pt x="307" y="430"/>
                    <a:pt x="305" y="434"/>
                  </a:cubicBezTo>
                  <a:cubicBezTo>
                    <a:pt x="335" y="441"/>
                    <a:pt x="366" y="447"/>
                    <a:pt x="398" y="452"/>
                  </a:cubicBezTo>
                  <a:cubicBezTo>
                    <a:pt x="401" y="444"/>
                    <a:pt x="405" y="436"/>
                    <a:pt x="408" y="428"/>
                  </a:cubicBezTo>
                  <a:cubicBezTo>
                    <a:pt x="411" y="419"/>
                    <a:pt x="416" y="410"/>
                    <a:pt x="414" y="404"/>
                  </a:cubicBezTo>
                  <a:cubicBezTo>
                    <a:pt x="378" y="409"/>
                    <a:pt x="343" y="415"/>
                    <a:pt x="308" y="421"/>
                  </a:cubicBezTo>
                  <a:close/>
                  <a:moveTo>
                    <a:pt x="1126" y="452"/>
                  </a:moveTo>
                  <a:cubicBezTo>
                    <a:pt x="1156" y="447"/>
                    <a:pt x="1185" y="442"/>
                    <a:pt x="1213" y="435"/>
                  </a:cubicBezTo>
                  <a:cubicBezTo>
                    <a:pt x="1212" y="429"/>
                    <a:pt x="1208" y="425"/>
                    <a:pt x="1206" y="419"/>
                  </a:cubicBezTo>
                  <a:cubicBezTo>
                    <a:pt x="1178" y="415"/>
                    <a:pt x="1148" y="407"/>
                    <a:pt x="1119" y="407"/>
                  </a:cubicBezTo>
                  <a:cubicBezTo>
                    <a:pt x="1123" y="420"/>
                    <a:pt x="1123" y="437"/>
                    <a:pt x="1126" y="452"/>
                  </a:cubicBezTo>
                  <a:close/>
                  <a:moveTo>
                    <a:pt x="1317" y="408"/>
                  </a:moveTo>
                  <a:cubicBezTo>
                    <a:pt x="1298" y="416"/>
                    <a:pt x="1277" y="420"/>
                    <a:pt x="1260" y="429"/>
                  </a:cubicBezTo>
                  <a:cubicBezTo>
                    <a:pt x="1288" y="434"/>
                    <a:pt x="1313" y="441"/>
                    <a:pt x="1338" y="449"/>
                  </a:cubicBezTo>
                  <a:cubicBezTo>
                    <a:pt x="1332" y="434"/>
                    <a:pt x="1323" y="423"/>
                    <a:pt x="1317" y="408"/>
                  </a:cubicBezTo>
                  <a:close/>
                  <a:moveTo>
                    <a:pt x="1216" y="434"/>
                  </a:moveTo>
                  <a:cubicBezTo>
                    <a:pt x="1226" y="433"/>
                    <a:pt x="1237" y="431"/>
                    <a:pt x="1245" y="427"/>
                  </a:cubicBezTo>
                  <a:cubicBezTo>
                    <a:pt x="1232" y="426"/>
                    <a:pt x="1220" y="420"/>
                    <a:pt x="1209" y="421"/>
                  </a:cubicBezTo>
                  <a:cubicBezTo>
                    <a:pt x="1213" y="424"/>
                    <a:pt x="1214" y="430"/>
                    <a:pt x="1216" y="434"/>
                  </a:cubicBezTo>
                  <a:close/>
                  <a:moveTo>
                    <a:pt x="279" y="427"/>
                  </a:moveTo>
                  <a:cubicBezTo>
                    <a:pt x="285" y="431"/>
                    <a:pt x="295" y="431"/>
                    <a:pt x="303" y="433"/>
                  </a:cubicBezTo>
                  <a:cubicBezTo>
                    <a:pt x="303" y="429"/>
                    <a:pt x="305" y="426"/>
                    <a:pt x="305" y="422"/>
                  </a:cubicBezTo>
                  <a:cubicBezTo>
                    <a:pt x="296" y="423"/>
                    <a:pt x="289" y="426"/>
                    <a:pt x="279" y="427"/>
                  </a:cubicBezTo>
                  <a:close/>
                  <a:moveTo>
                    <a:pt x="1218" y="437"/>
                  </a:moveTo>
                  <a:cubicBezTo>
                    <a:pt x="1240" y="486"/>
                    <a:pt x="1259" y="538"/>
                    <a:pt x="1277" y="593"/>
                  </a:cubicBezTo>
                  <a:cubicBezTo>
                    <a:pt x="1275" y="533"/>
                    <a:pt x="1270" y="478"/>
                    <a:pt x="1257" y="430"/>
                  </a:cubicBezTo>
                  <a:cubicBezTo>
                    <a:pt x="1244" y="429"/>
                    <a:pt x="1232" y="435"/>
                    <a:pt x="1218" y="437"/>
                  </a:cubicBezTo>
                  <a:close/>
                  <a:moveTo>
                    <a:pt x="183" y="453"/>
                  </a:moveTo>
                  <a:cubicBezTo>
                    <a:pt x="169" y="514"/>
                    <a:pt x="159" y="583"/>
                    <a:pt x="163" y="659"/>
                  </a:cubicBezTo>
                  <a:cubicBezTo>
                    <a:pt x="171" y="655"/>
                    <a:pt x="179" y="652"/>
                    <a:pt x="188" y="650"/>
                  </a:cubicBezTo>
                  <a:cubicBezTo>
                    <a:pt x="208" y="570"/>
                    <a:pt x="235" y="496"/>
                    <a:pt x="270" y="430"/>
                  </a:cubicBezTo>
                  <a:cubicBezTo>
                    <a:pt x="269" y="430"/>
                    <a:pt x="268" y="430"/>
                    <a:pt x="268" y="430"/>
                  </a:cubicBezTo>
                  <a:cubicBezTo>
                    <a:pt x="239" y="437"/>
                    <a:pt x="210" y="444"/>
                    <a:pt x="183" y="453"/>
                  </a:cubicBezTo>
                  <a:close/>
                  <a:moveTo>
                    <a:pt x="192" y="648"/>
                  </a:moveTo>
                  <a:cubicBezTo>
                    <a:pt x="190" y="649"/>
                    <a:pt x="192" y="650"/>
                    <a:pt x="192" y="648"/>
                  </a:cubicBezTo>
                  <a:moveTo>
                    <a:pt x="192" y="648"/>
                  </a:moveTo>
                  <a:cubicBezTo>
                    <a:pt x="223" y="640"/>
                    <a:pt x="254" y="630"/>
                    <a:pt x="289" y="623"/>
                  </a:cubicBezTo>
                  <a:cubicBezTo>
                    <a:pt x="287" y="555"/>
                    <a:pt x="293" y="494"/>
                    <a:pt x="302" y="436"/>
                  </a:cubicBezTo>
                  <a:cubicBezTo>
                    <a:pt x="292" y="434"/>
                    <a:pt x="283" y="431"/>
                    <a:pt x="272" y="430"/>
                  </a:cubicBezTo>
                  <a:cubicBezTo>
                    <a:pt x="239" y="496"/>
                    <a:pt x="211" y="568"/>
                    <a:pt x="192" y="648"/>
                  </a:cubicBezTo>
                  <a:moveTo>
                    <a:pt x="1275" y="515"/>
                  </a:moveTo>
                  <a:cubicBezTo>
                    <a:pt x="1279" y="557"/>
                    <a:pt x="1276" y="605"/>
                    <a:pt x="1288" y="636"/>
                  </a:cubicBezTo>
                  <a:cubicBezTo>
                    <a:pt x="1316" y="643"/>
                    <a:pt x="1341" y="652"/>
                    <a:pt x="1367" y="660"/>
                  </a:cubicBezTo>
                  <a:cubicBezTo>
                    <a:pt x="1377" y="657"/>
                    <a:pt x="1386" y="652"/>
                    <a:pt x="1397" y="648"/>
                  </a:cubicBezTo>
                  <a:cubicBezTo>
                    <a:pt x="1395" y="622"/>
                    <a:pt x="1398" y="600"/>
                    <a:pt x="1394" y="577"/>
                  </a:cubicBezTo>
                  <a:cubicBezTo>
                    <a:pt x="1392" y="567"/>
                    <a:pt x="1386" y="555"/>
                    <a:pt x="1382" y="545"/>
                  </a:cubicBezTo>
                  <a:cubicBezTo>
                    <a:pt x="1370" y="512"/>
                    <a:pt x="1354" y="481"/>
                    <a:pt x="1340" y="452"/>
                  </a:cubicBezTo>
                  <a:cubicBezTo>
                    <a:pt x="1314" y="444"/>
                    <a:pt x="1288" y="437"/>
                    <a:pt x="1261" y="431"/>
                  </a:cubicBezTo>
                  <a:cubicBezTo>
                    <a:pt x="1266" y="456"/>
                    <a:pt x="1272" y="485"/>
                    <a:pt x="1275" y="515"/>
                  </a:cubicBezTo>
                  <a:close/>
                  <a:moveTo>
                    <a:pt x="305" y="437"/>
                  </a:moveTo>
                  <a:cubicBezTo>
                    <a:pt x="295" y="493"/>
                    <a:pt x="288" y="559"/>
                    <a:pt x="293" y="623"/>
                  </a:cubicBezTo>
                  <a:cubicBezTo>
                    <a:pt x="311" y="617"/>
                    <a:pt x="332" y="615"/>
                    <a:pt x="351" y="610"/>
                  </a:cubicBezTo>
                  <a:cubicBezTo>
                    <a:pt x="364" y="556"/>
                    <a:pt x="379" y="504"/>
                    <a:pt x="397" y="455"/>
                  </a:cubicBezTo>
                  <a:cubicBezTo>
                    <a:pt x="366" y="449"/>
                    <a:pt x="335" y="444"/>
                    <a:pt x="305" y="437"/>
                  </a:cubicBezTo>
                  <a:close/>
                  <a:moveTo>
                    <a:pt x="1126" y="455"/>
                  </a:moveTo>
                  <a:cubicBezTo>
                    <a:pt x="1131" y="501"/>
                    <a:pt x="1133" y="551"/>
                    <a:pt x="1133" y="603"/>
                  </a:cubicBezTo>
                  <a:cubicBezTo>
                    <a:pt x="1182" y="612"/>
                    <a:pt x="1231" y="620"/>
                    <a:pt x="1277" y="633"/>
                  </a:cubicBezTo>
                  <a:cubicBezTo>
                    <a:pt x="1279" y="602"/>
                    <a:pt x="1270" y="583"/>
                    <a:pt x="1263" y="561"/>
                  </a:cubicBezTo>
                  <a:cubicBezTo>
                    <a:pt x="1248" y="517"/>
                    <a:pt x="1234" y="477"/>
                    <a:pt x="1215" y="438"/>
                  </a:cubicBezTo>
                  <a:cubicBezTo>
                    <a:pt x="1214" y="438"/>
                    <a:pt x="1214" y="438"/>
                    <a:pt x="1213" y="438"/>
                  </a:cubicBezTo>
                  <a:cubicBezTo>
                    <a:pt x="1185" y="445"/>
                    <a:pt x="1156" y="450"/>
                    <a:pt x="1126" y="455"/>
                  </a:cubicBezTo>
                  <a:close/>
                  <a:moveTo>
                    <a:pt x="179" y="454"/>
                  </a:moveTo>
                  <a:cubicBezTo>
                    <a:pt x="168" y="457"/>
                    <a:pt x="158" y="461"/>
                    <a:pt x="147" y="465"/>
                  </a:cubicBezTo>
                  <a:cubicBezTo>
                    <a:pt x="123" y="516"/>
                    <a:pt x="101" y="568"/>
                    <a:pt x="85" y="627"/>
                  </a:cubicBezTo>
                  <a:cubicBezTo>
                    <a:pt x="108" y="640"/>
                    <a:pt x="131" y="652"/>
                    <a:pt x="159" y="660"/>
                  </a:cubicBezTo>
                  <a:cubicBezTo>
                    <a:pt x="157" y="583"/>
                    <a:pt x="168" y="513"/>
                    <a:pt x="179" y="454"/>
                  </a:cubicBezTo>
                  <a:close/>
                  <a:moveTo>
                    <a:pt x="1392" y="564"/>
                  </a:moveTo>
                  <a:cubicBezTo>
                    <a:pt x="1388" y="528"/>
                    <a:pt x="1381" y="495"/>
                    <a:pt x="1374" y="463"/>
                  </a:cubicBezTo>
                  <a:cubicBezTo>
                    <a:pt x="1363" y="461"/>
                    <a:pt x="1354" y="457"/>
                    <a:pt x="1345" y="454"/>
                  </a:cubicBezTo>
                  <a:cubicBezTo>
                    <a:pt x="1362" y="489"/>
                    <a:pt x="1378" y="525"/>
                    <a:pt x="1392" y="564"/>
                  </a:cubicBezTo>
                  <a:close/>
                  <a:moveTo>
                    <a:pt x="401" y="455"/>
                  </a:moveTo>
                  <a:cubicBezTo>
                    <a:pt x="382" y="503"/>
                    <a:pt x="367" y="556"/>
                    <a:pt x="354" y="610"/>
                  </a:cubicBezTo>
                  <a:cubicBezTo>
                    <a:pt x="383" y="605"/>
                    <a:pt x="412" y="600"/>
                    <a:pt x="442" y="597"/>
                  </a:cubicBezTo>
                  <a:cubicBezTo>
                    <a:pt x="442" y="550"/>
                    <a:pt x="443" y="504"/>
                    <a:pt x="447" y="461"/>
                  </a:cubicBezTo>
                  <a:cubicBezTo>
                    <a:pt x="432" y="459"/>
                    <a:pt x="415" y="458"/>
                    <a:pt x="401" y="455"/>
                  </a:cubicBezTo>
                  <a:close/>
                  <a:moveTo>
                    <a:pt x="1080" y="461"/>
                  </a:moveTo>
                  <a:cubicBezTo>
                    <a:pt x="1093" y="507"/>
                    <a:pt x="1106" y="553"/>
                    <a:pt x="1116" y="601"/>
                  </a:cubicBezTo>
                  <a:cubicBezTo>
                    <a:pt x="1121" y="602"/>
                    <a:pt x="1125" y="602"/>
                    <a:pt x="1130" y="603"/>
                  </a:cubicBezTo>
                  <a:cubicBezTo>
                    <a:pt x="1130" y="551"/>
                    <a:pt x="1129" y="501"/>
                    <a:pt x="1123" y="455"/>
                  </a:cubicBezTo>
                  <a:cubicBezTo>
                    <a:pt x="1108" y="457"/>
                    <a:pt x="1094" y="459"/>
                    <a:pt x="1080" y="461"/>
                  </a:cubicBezTo>
                  <a:close/>
                  <a:moveTo>
                    <a:pt x="445" y="596"/>
                  </a:moveTo>
                  <a:cubicBezTo>
                    <a:pt x="475" y="592"/>
                    <a:pt x="505" y="589"/>
                    <a:pt x="535" y="586"/>
                  </a:cubicBezTo>
                  <a:cubicBezTo>
                    <a:pt x="542" y="548"/>
                    <a:pt x="548" y="509"/>
                    <a:pt x="556" y="472"/>
                  </a:cubicBezTo>
                  <a:cubicBezTo>
                    <a:pt x="519" y="469"/>
                    <a:pt x="483" y="466"/>
                    <a:pt x="449" y="461"/>
                  </a:cubicBezTo>
                  <a:cubicBezTo>
                    <a:pt x="446" y="504"/>
                    <a:pt x="444" y="549"/>
                    <a:pt x="445" y="596"/>
                  </a:cubicBezTo>
                  <a:close/>
                  <a:moveTo>
                    <a:pt x="965" y="472"/>
                  </a:moveTo>
                  <a:cubicBezTo>
                    <a:pt x="967" y="507"/>
                    <a:pt x="966" y="546"/>
                    <a:pt x="966" y="584"/>
                  </a:cubicBezTo>
                  <a:cubicBezTo>
                    <a:pt x="1016" y="589"/>
                    <a:pt x="1065" y="594"/>
                    <a:pt x="1113" y="600"/>
                  </a:cubicBezTo>
                  <a:cubicBezTo>
                    <a:pt x="1102" y="553"/>
                    <a:pt x="1092" y="503"/>
                    <a:pt x="1075" y="461"/>
                  </a:cubicBezTo>
                  <a:cubicBezTo>
                    <a:pt x="1039" y="466"/>
                    <a:pt x="1003" y="470"/>
                    <a:pt x="965" y="472"/>
                  </a:cubicBezTo>
                  <a:close/>
                  <a:moveTo>
                    <a:pt x="1388" y="521"/>
                  </a:moveTo>
                  <a:cubicBezTo>
                    <a:pt x="1391" y="540"/>
                    <a:pt x="1392" y="559"/>
                    <a:pt x="1396" y="577"/>
                  </a:cubicBezTo>
                  <a:cubicBezTo>
                    <a:pt x="1400" y="600"/>
                    <a:pt x="1412" y="620"/>
                    <a:pt x="1416" y="640"/>
                  </a:cubicBezTo>
                  <a:cubicBezTo>
                    <a:pt x="1437" y="628"/>
                    <a:pt x="1459" y="617"/>
                    <a:pt x="1473" y="599"/>
                  </a:cubicBezTo>
                  <a:cubicBezTo>
                    <a:pt x="1470" y="557"/>
                    <a:pt x="1454" y="529"/>
                    <a:pt x="1442" y="496"/>
                  </a:cubicBezTo>
                  <a:cubicBezTo>
                    <a:pt x="1421" y="484"/>
                    <a:pt x="1400" y="473"/>
                    <a:pt x="1376" y="465"/>
                  </a:cubicBezTo>
                  <a:cubicBezTo>
                    <a:pt x="1381" y="483"/>
                    <a:pt x="1385" y="502"/>
                    <a:pt x="1388" y="521"/>
                  </a:cubicBezTo>
                  <a:close/>
                  <a:moveTo>
                    <a:pt x="91" y="491"/>
                  </a:moveTo>
                  <a:cubicBezTo>
                    <a:pt x="82" y="531"/>
                    <a:pt x="72" y="570"/>
                    <a:pt x="69" y="616"/>
                  </a:cubicBezTo>
                  <a:cubicBezTo>
                    <a:pt x="73" y="619"/>
                    <a:pt x="78" y="623"/>
                    <a:pt x="83" y="625"/>
                  </a:cubicBezTo>
                  <a:cubicBezTo>
                    <a:pt x="98" y="568"/>
                    <a:pt x="121" y="515"/>
                    <a:pt x="142" y="467"/>
                  </a:cubicBezTo>
                  <a:cubicBezTo>
                    <a:pt x="124" y="474"/>
                    <a:pt x="107" y="482"/>
                    <a:pt x="91" y="491"/>
                  </a:cubicBezTo>
                  <a:close/>
                  <a:moveTo>
                    <a:pt x="558" y="472"/>
                  </a:moveTo>
                  <a:cubicBezTo>
                    <a:pt x="551" y="509"/>
                    <a:pt x="545" y="548"/>
                    <a:pt x="538" y="586"/>
                  </a:cubicBezTo>
                  <a:cubicBezTo>
                    <a:pt x="562" y="584"/>
                    <a:pt x="586" y="582"/>
                    <a:pt x="611" y="581"/>
                  </a:cubicBezTo>
                  <a:cubicBezTo>
                    <a:pt x="611" y="545"/>
                    <a:pt x="613" y="511"/>
                    <a:pt x="612" y="476"/>
                  </a:cubicBezTo>
                  <a:cubicBezTo>
                    <a:pt x="594" y="474"/>
                    <a:pt x="576" y="474"/>
                    <a:pt x="558" y="472"/>
                  </a:cubicBezTo>
                  <a:close/>
                  <a:moveTo>
                    <a:pt x="915" y="476"/>
                  </a:moveTo>
                  <a:cubicBezTo>
                    <a:pt x="919" y="511"/>
                    <a:pt x="925" y="546"/>
                    <a:pt x="928" y="582"/>
                  </a:cubicBezTo>
                  <a:cubicBezTo>
                    <a:pt x="941" y="582"/>
                    <a:pt x="952" y="584"/>
                    <a:pt x="965" y="584"/>
                  </a:cubicBezTo>
                  <a:cubicBezTo>
                    <a:pt x="965" y="546"/>
                    <a:pt x="963" y="510"/>
                    <a:pt x="963" y="473"/>
                  </a:cubicBezTo>
                  <a:cubicBezTo>
                    <a:pt x="946" y="473"/>
                    <a:pt x="930" y="474"/>
                    <a:pt x="915" y="476"/>
                  </a:cubicBezTo>
                  <a:close/>
                  <a:moveTo>
                    <a:pt x="617" y="476"/>
                  </a:moveTo>
                  <a:cubicBezTo>
                    <a:pt x="614" y="508"/>
                    <a:pt x="615" y="545"/>
                    <a:pt x="615" y="580"/>
                  </a:cubicBezTo>
                  <a:cubicBezTo>
                    <a:pt x="653" y="579"/>
                    <a:pt x="691" y="577"/>
                    <a:pt x="729" y="576"/>
                  </a:cubicBezTo>
                  <a:cubicBezTo>
                    <a:pt x="731" y="545"/>
                    <a:pt x="731" y="511"/>
                    <a:pt x="732" y="479"/>
                  </a:cubicBezTo>
                  <a:cubicBezTo>
                    <a:pt x="693" y="479"/>
                    <a:pt x="654" y="478"/>
                    <a:pt x="617" y="476"/>
                  </a:cubicBezTo>
                  <a:close/>
                  <a:moveTo>
                    <a:pt x="791" y="479"/>
                  </a:moveTo>
                  <a:cubicBezTo>
                    <a:pt x="791" y="513"/>
                    <a:pt x="791" y="544"/>
                    <a:pt x="791" y="576"/>
                  </a:cubicBezTo>
                  <a:cubicBezTo>
                    <a:pt x="836" y="577"/>
                    <a:pt x="881" y="579"/>
                    <a:pt x="924" y="581"/>
                  </a:cubicBezTo>
                  <a:cubicBezTo>
                    <a:pt x="920" y="546"/>
                    <a:pt x="915" y="511"/>
                    <a:pt x="911" y="476"/>
                  </a:cubicBezTo>
                  <a:cubicBezTo>
                    <a:pt x="872" y="478"/>
                    <a:pt x="831" y="479"/>
                    <a:pt x="791" y="479"/>
                  </a:cubicBezTo>
                  <a:close/>
                  <a:moveTo>
                    <a:pt x="736" y="479"/>
                  </a:moveTo>
                  <a:cubicBezTo>
                    <a:pt x="732" y="509"/>
                    <a:pt x="734" y="545"/>
                    <a:pt x="732" y="576"/>
                  </a:cubicBezTo>
                  <a:cubicBezTo>
                    <a:pt x="751" y="576"/>
                    <a:pt x="770" y="576"/>
                    <a:pt x="789" y="576"/>
                  </a:cubicBezTo>
                  <a:cubicBezTo>
                    <a:pt x="789" y="544"/>
                    <a:pt x="789" y="512"/>
                    <a:pt x="789" y="479"/>
                  </a:cubicBezTo>
                  <a:cubicBezTo>
                    <a:pt x="771" y="479"/>
                    <a:pt x="754" y="479"/>
                    <a:pt x="736" y="479"/>
                  </a:cubicBezTo>
                  <a:close/>
                  <a:moveTo>
                    <a:pt x="60" y="512"/>
                  </a:moveTo>
                  <a:cubicBezTo>
                    <a:pt x="53" y="535"/>
                    <a:pt x="44" y="556"/>
                    <a:pt x="37" y="580"/>
                  </a:cubicBezTo>
                  <a:cubicBezTo>
                    <a:pt x="45" y="593"/>
                    <a:pt x="53" y="606"/>
                    <a:pt x="67" y="613"/>
                  </a:cubicBezTo>
                  <a:cubicBezTo>
                    <a:pt x="69" y="569"/>
                    <a:pt x="81" y="529"/>
                    <a:pt x="87" y="493"/>
                  </a:cubicBezTo>
                  <a:cubicBezTo>
                    <a:pt x="78" y="499"/>
                    <a:pt x="69" y="505"/>
                    <a:pt x="60" y="512"/>
                  </a:cubicBezTo>
                  <a:close/>
                  <a:moveTo>
                    <a:pt x="1462" y="539"/>
                  </a:moveTo>
                  <a:cubicBezTo>
                    <a:pt x="1461" y="543"/>
                    <a:pt x="1465" y="539"/>
                    <a:pt x="1462" y="539"/>
                  </a:cubicBezTo>
                  <a:moveTo>
                    <a:pt x="1462" y="539"/>
                  </a:moveTo>
                  <a:cubicBezTo>
                    <a:pt x="1458" y="526"/>
                    <a:pt x="1458" y="502"/>
                    <a:pt x="1446" y="501"/>
                  </a:cubicBezTo>
                  <a:cubicBezTo>
                    <a:pt x="1452" y="512"/>
                    <a:pt x="1456" y="526"/>
                    <a:pt x="1462" y="539"/>
                  </a:cubicBezTo>
                  <a:moveTo>
                    <a:pt x="1480" y="592"/>
                  </a:moveTo>
                  <a:cubicBezTo>
                    <a:pt x="1504" y="563"/>
                    <a:pt x="1482" y="521"/>
                    <a:pt x="1457" y="507"/>
                  </a:cubicBezTo>
                  <a:cubicBezTo>
                    <a:pt x="1465" y="535"/>
                    <a:pt x="1469" y="567"/>
                    <a:pt x="1480" y="592"/>
                  </a:cubicBezTo>
                  <a:close/>
                  <a:moveTo>
                    <a:pt x="36" y="575"/>
                  </a:moveTo>
                  <a:cubicBezTo>
                    <a:pt x="40" y="555"/>
                    <a:pt x="51" y="536"/>
                    <a:pt x="54" y="517"/>
                  </a:cubicBezTo>
                  <a:cubicBezTo>
                    <a:pt x="42" y="529"/>
                    <a:pt x="28" y="553"/>
                    <a:pt x="36" y="575"/>
                  </a:cubicBezTo>
                  <a:close/>
                  <a:moveTo>
                    <a:pt x="1463" y="544"/>
                  </a:moveTo>
                  <a:cubicBezTo>
                    <a:pt x="1462" y="543"/>
                    <a:pt x="1463" y="544"/>
                    <a:pt x="1463" y="544"/>
                  </a:cubicBezTo>
                  <a:close/>
                  <a:moveTo>
                    <a:pt x="1480" y="597"/>
                  </a:moveTo>
                  <a:cubicBezTo>
                    <a:pt x="1494" y="642"/>
                    <a:pt x="1503" y="692"/>
                    <a:pt x="1508" y="747"/>
                  </a:cubicBezTo>
                  <a:cubicBezTo>
                    <a:pt x="1512" y="753"/>
                    <a:pt x="1516" y="760"/>
                    <a:pt x="1519" y="767"/>
                  </a:cubicBezTo>
                  <a:cubicBezTo>
                    <a:pt x="1521" y="690"/>
                    <a:pt x="1511" y="622"/>
                    <a:pt x="1494" y="563"/>
                  </a:cubicBezTo>
                  <a:cubicBezTo>
                    <a:pt x="1493" y="578"/>
                    <a:pt x="1486" y="587"/>
                    <a:pt x="1480" y="597"/>
                  </a:cubicBezTo>
                  <a:close/>
                  <a:moveTo>
                    <a:pt x="17" y="654"/>
                  </a:moveTo>
                  <a:cubicBezTo>
                    <a:pt x="21" y="628"/>
                    <a:pt x="28" y="604"/>
                    <a:pt x="34" y="580"/>
                  </a:cubicBezTo>
                  <a:cubicBezTo>
                    <a:pt x="33" y="577"/>
                    <a:pt x="32" y="573"/>
                    <a:pt x="30" y="570"/>
                  </a:cubicBezTo>
                  <a:cubicBezTo>
                    <a:pt x="26" y="597"/>
                    <a:pt x="18" y="626"/>
                    <a:pt x="17" y="654"/>
                  </a:cubicBezTo>
                  <a:close/>
                  <a:moveTo>
                    <a:pt x="615" y="583"/>
                  </a:moveTo>
                  <a:cubicBezTo>
                    <a:pt x="616" y="635"/>
                    <a:pt x="617" y="686"/>
                    <a:pt x="620" y="736"/>
                  </a:cubicBezTo>
                  <a:cubicBezTo>
                    <a:pt x="655" y="737"/>
                    <a:pt x="690" y="739"/>
                    <a:pt x="726" y="739"/>
                  </a:cubicBezTo>
                  <a:cubicBezTo>
                    <a:pt x="728" y="686"/>
                    <a:pt x="729" y="633"/>
                    <a:pt x="729" y="579"/>
                  </a:cubicBezTo>
                  <a:cubicBezTo>
                    <a:pt x="690" y="580"/>
                    <a:pt x="652" y="581"/>
                    <a:pt x="615" y="583"/>
                  </a:cubicBezTo>
                  <a:close/>
                  <a:moveTo>
                    <a:pt x="729" y="739"/>
                  </a:moveTo>
                  <a:cubicBezTo>
                    <a:pt x="750" y="738"/>
                    <a:pt x="769" y="740"/>
                    <a:pt x="788" y="739"/>
                  </a:cubicBezTo>
                  <a:cubicBezTo>
                    <a:pt x="788" y="685"/>
                    <a:pt x="790" y="633"/>
                    <a:pt x="789" y="579"/>
                  </a:cubicBezTo>
                  <a:cubicBezTo>
                    <a:pt x="770" y="579"/>
                    <a:pt x="752" y="579"/>
                    <a:pt x="733" y="579"/>
                  </a:cubicBezTo>
                  <a:cubicBezTo>
                    <a:pt x="730" y="630"/>
                    <a:pt x="731" y="686"/>
                    <a:pt x="729" y="739"/>
                  </a:cubicBezTo>
                  <a:close/>
                  <a:moveTo>
                    <a:pt x="791" y="582"/>
                  </a:moveTo>
                  <a:cubicBezTo>
                    <a:pt x="791" y="634"/>
                    <a:pt x="791" y="687"/>
                    <a:pt x="791" y="739"/>
                  </a:cubicBezTo>
                  <a:cubicBezTo>
                    <a:pt x="842" y="739"/>
                    <a:pt x="890" y="736"/>
                    <a:pt x="938" y="734"/>
                  </a:cubicBezTo>
                  <a:cubicBezTo>
                    <a:pt x="934" y="683"/>
                    <a:pt x="930" y="633"/>
                    <a:pt x="924" y="584"/>
                  </a:cubicBezTo>
                  <a:cubicBezTo>
                    <a:pt x="881" y="581"/>
                    <a:pt x="837" y="580"/>
                    <a:pt x="792" y="579"/>
                  </a:cubicBezTo>
                  <a:cubicBezTo>
                    <a:pt x="791" y="579"/>
                    <a:pt x="791" y="581"/>
                    <a:pt x="791" y="582"/>
                  </a:cubicBezTo>
                  <a:close/>
                  <a:moveTo>
                    <a:pt x="538" y="588"/>
                  </a:moveTo>
                  <a:cubicBezTo>
                    <a:pt x="531" y="634"/>
                    <a:pt x="526" y="681"/>
                    <a:pt x="521" y="729"/>
                  </a:cubicBezTo>
                  <a:cubicBezTo>
                    <a:pt x="552" y="732"/>
                    <a:pt x="584" y="734"/>
                    <a:pt x="616" y="736"/>
                  </a:cubicBezTo>
                  <a:cubicBezTo>
                    <a:pt x="612" y="686"/>
                    <a:pt x="615" y="630"/>
                    <a:pt x="609" y="583"/>
                  </a:cubicBezTo>
                  <a:cubicBezTo>
                    <a:pt x="586" y="585"/>
                    <a:pt x="562" y="587"/>
                    <a:pt x="538" y="588"/>
                  </a:cubicBezTo>
                  <a:close/>
                  <a:moveTo>
                    <a:pt x="929" y="584"/>
                  </a:moveTo>
                  <a:cubicBezTo>
                    <a:pt x="933" y="634"/>
                    <a:pt x="939" y="682"/>
                    <a:pt x="942" y="734"/>
                  </a:cubicBezTo>
                  <a:cubicBezTo>
                    <a:pt x="946" y="733"/>
                    <a:pt x="953" y="733"/>
                    <a:pt x="959" y="733"/>
                  </a:cubicBezTo>
                  <a:cubicBezTo>
                    <a:pt x="962" y="685"/>
                    <a:pt x="963" y="636"/>
                    <a:pt x="965" y="587"/>
                  </a:cubicBezTo>
                  <a:cubicBezTo>
                    <a:pt x="953" y="585"/>
                    <a:pt x="941" y="585"/>
                    <a:pt x="929" y="584"/>
                  </a:cubicBezTo>
                  <a:close/>
                  <a:moveTo>
                    <a:pt x="13" y="752"/>
                  </a:moveTo>
                  <a:cubicBezTo>
                    <a:pt x="25" y="732"/>
                    <a:pt x="46" y="719"/>
                    <a:pt x="63" y="704"/>
                  </a:cubicBezTo>
                  <a:cubicBezTo>
                    <a:pt x="63" y="674"/>
                    <a:pt x="63" y="645"/>
                    <a:pt x="66" y="618"/>
                  </a:cubicBezTo>
                  <a:cubicBezTo>
                    <a:pt x="54" y="609"/>
                    <a:pt x="45" y="597"/>
                    <a:pt x="35" y="585"/>
                  </a:cubicBezTo>
                  <a:cubicBezTo>
                    <a:pt x="23" y="635"/>
                    <a:pt x="7" y="690"/>
                    <a:pt x="13" y="752"/>
                  </a:cubicBezTo>
                  <a:close/>
                  <a:moveTo>
                    <a:pt x="967" y="587"/>
                  </a:moveTo>
                  <a:cubicBezTo>
                    <a:pt x="965" y="635"/>
                    <a:pt x="965" y="686"/>
                    <a:pt x="961" y="732"/>
                  </a:cubicBezTo>
                  <a:cubicBezTo>
                    <a:pt x="1017" y="729"/>
                    <a:pt x="1071" y="723"/>
                    <a:pt x="1123" y="716"/>
                  </a:cubicBezTo>
                  <a:cubicBezTo>
                    <a:pt x="1132" y="675"/>
                    <a:pt x="1121" y="639"/>
                    <a:pt x="1114" y="603"/>
                  </a:cubicBezTo>
                  <a:cubicBezTo>
                    <a:pt x="1067" y="597"/>
                    <a:pt x="1018" y="591"/>
                    <a:pt x="967" y="587"/>
                  </a:cubicBezTo>
                  <a:close/>
                  <a:moveTo>
                    <a:pt x="1476" y="597"/>
                  </a:moveTo>
                  <a:cubicBezTo>
                    <a:pt x="1478" y="594"/>
                    <a:pt x="1476" y="589"/>
                    <a:pt x="1474" y="587"/>
                  </a:cubicBezTo>
                  <a:cubicBezTo>
                    <a:pt x="1475" y="590"/>
                    <a:pt x="1475" y="594"/>
                    <a:pt x="1476" y="597"/>
                  </a:cubicBezTo>
                  <a:close/>
                  <a:moveTo>
                    <a:pt x="445" y="599"/>
                  </a:moveTo>
                  <a:cubicBezTo>
                    <a:pt x="446" y="641"/>
                    <a:pt x="448" y="683"/>
                    <a:pt x="452" y="722"/>
                  </a:cubicBezTo>
                  <a:cubicBezTo>
                    <a:pt x="474" y="725"/>
                    <a:pt x="496" y="727"/>
                    <a:pt x="518" y="729"/>
                  </a:cubicBezTo>
                  <a:cubicBezTo>
                    <a:pt x="523" y="682"/>
                    <a:pt x="528" y="634"/>
                    <a:pt x="535" y="589"/>
                  </a:cubicBezTo>
                  <a:cubicBezTo>
                    <a:pt x="504" y="591"/>
                    <a:pt x="475" y="595"/>
                    <a:pt x="445" y="599"/>
                  </a:cubicBezTo>
                  <a:close/>
                  <a:moveTo>
                    <a:pt x="1398" y="592"/>
                  </a:moveTo>
                  <a:cubicBezTo>
                    <a:pt x="1398" y="610"/>
                    <a:pt x="1399" y="628"/>
                    <a:pt x="1399" y="647"/>
                  </a:cubicBezTo>
                  <a:cubicBezTo>
                    <a:pt x="1404" y="644"/>
                    <a:pt x="1410" y="644"/>
                    <a:pt x="1412" y="640"/>
                  </a:cubicBezTo>
                  <a:cubicBezTo>
                    <a:pt x="1407" y="624"/>
                    <a:pt x="1403" y="607"/>
                    <a:pt x="1398" y="592"/>
                  </a:cubicBezTo>
                  <a:moveTo>
                    <a:pt x="1398" y="592"/>
                  </a:moveTo>
                  <a:cubicBezTo>
                    <a:pt x="1399" y="587"/>
                    <a:pt x="1395" y="591"/>
                    <a:pt x="1398" y="592"/>
                  </a:cubicBezTo>
                  <a:moveTo>
                    <a:pt x="354" y="612"/>
                  </a:moveTo>
                  <a:cubicBezTo>
                    <a:pt x="346" y="641"/>
                    <a:pt x="341" y="673"/>
                    <a:pt x="335" y="705"/>
                  </a:cubicBezTo>
                  <a:cubicBezTo>
                    <a:pt x="372" y="712"/>
                    <a:pt x="409" y="718"/>
                    <a:pt x="449" y="721"/>
                  </a:cubicBezTo>
                  <a:cubicBezTo>
                    <a:pt x="445" y="682"/>
                    <a:pt x="445" y="639"/>
                    <a:pt x="441" y="599"/>
                  </a:cubicBezTo>
                  <a:cubicBezTo>
                    <a:pt x="412" y="603"/>
                    <a:pt x="383" y="607"/>
                    <a:pt x="354" y="612"/>
                  </a:cubicBezTo>
                  <a:close/>
                  <a:moveTo>
                    <a:pt x="1483" y="721"/>
                  </a:moveTo>
                  <a:cubicBezTo>
                    <a:pt x="1487" y="724"/>
                    <a:pt x="1490" y="729"/>
                    <a:pt x="1494" y="733"/>
                  </a:cubicBezTo>
                  <a:cubicBezTo>
                    <a:pt x="1498" y="736"/>
                    <a:pt x="1504" y="743"/>
                    <a:pt x="1505" y="742"/>
                  </a:cubicBezTo>
                  <a:cubicBezTo>
                    <a:pt x="1499" y="690"/>
                    <a:pt x="1492" y="641"/>
                    <a:pt x="1477" y="599"/>
                  </a:cubicBezTo>
                  <a:cubicBezTo>
                    <a:pt x="1480" y="635"/>
                    <a:pt x="1484" y="678"/>
                    <a:pt x="1483" y="721"/>
                  </a:cubicBezTo>
                  <a:close/>
                  <a:moveTo>
                    <a:pt x="1416" y="642"/>
                  </a:moveTo>
                  <a:cubicBezTo>
                    <a:pt x="1419" y="657"/>
                    <a:pt x="1423" y="671"/>
                    <a:pt x="1425" y="686"/>
                  </a:cubicBezTo>
                  <a:cubicBezTo>
                    <a:pt x="1441" y="692"/>
                    <a:pt x="1456" y="703"/>
                    <a:pt x="1468" y="711"/>
                  </a:cubicBezTo>
                  <a:cubicBezTo>
                    <a:pt x="1472" y="714"/>
                    <a:pt x="1478" y="718"/>
                    <a:pt x="1480" y="718"/>
                  </a:cubicBezTo>
                  <a:cubicBezTo>
                    <a:pt x="1480" y="677"/>
                    <a:pt x="1480" y="637"/>
                    <a:pt x="1473" y="603"/>
                  </a:cubicBezTo>
                  <a:cubicBezTo>
                    <a:pt x="1457" y="619"/>
                    <a:pt x="1438" y="632"/>
                    <a:pt x="1416" y="642"/>
                  </a:cubicBezTo>
                  <a:close/>
                  <a:moveTo>
                    <a:pt x="1128" y="658"/>
                  </a:moveTo>
                  <a:cubicBezTo>
                    <a:pt x="1128" y="640"/>
                    <a:pt x="1129" y="623"/>
                    <a:pt x="1130" y="605"/>
                  </a:cubicBezTo>
                  <a:cubicBezTo>
                    <a:pt x="1124" y="606"/>
                    <a:pt x="1122" y="604"/>
                    <a:pt x="1117" y="604"/>
                  </a:cubicBezTo>
                  <a:cubicBezTo>
                    <a:pt x="1120" y="623"/>
                    <a:pt x="1124" y="640"/>
                    <a:pt x="1128" y="658"/>
                  </a:cubicBezTo>
                  <a:close/>
                  <a:moveTo>
                    <a:pt x="1134" y="606"/>
                  </a:moveTo>
                  <a:cubicBezTo>
                    <a:pt x="1132" y="607"/>
                    <a:pt x="1132" y="607"/>
                    <a:pt x="1132" y="609"/>
                  </a:cubicBezTo>
                  <a:cubicBezTo>
                    <a:pt x="1131" y="648"/>
                    <a:pt x="1128" y="682"/>
                    <a:pt x="1136" y="714"/>
                  </a:cubicBezTo>
                  <a:cubicBezTo>
                    <a:pt x="1184" y="707"/>
                    <a:pt x="1230" y="698"/>
                    <a:pt x="1274" y="688"/>
                  </a:cubicBezTo>
                  <a:cubicBezTo>
                    <a:pt x="1276" y="671"/>
                    <a:pt x="1276" y="653"/>
                    <a:pt x="1277" y="635"/>
                  </a:cubicBezTo>
                  <a:cubicBezTo>
                    <a:pt x="1230" y="624"/>
                    <a:pt x="1183" y="614"/>
                    <a:pt x="1134" y="606"/>
                  </a:cubicBezTo>
                  <a:close/>
                  <a:moveTo>
                    <a:pt x="349" y="613"/>
                  </a:moveTo>
                  <a:cubicBezTo>
                    <a:pt x="330" y="617"/>
                    <a:pt x="311" y="621"/>
                    <a:pt x="292" y="624"/>
                  </a:cubicBezTo>
                  <a:cubicBezTo>
                    <a:pt x="292" y="650"/>
                    <a:pt x="293" y="674"/>
                    <a:pt x="295" y="697"/>
                  </a:cubicBezTo>
                  <a:cubicBezTo>
                    <a:pt x="307" y="700"/>
                    <a:pt x="319" y="703"/>
                    <a:pt x="332" y="704"/>
                  </a:cubicBezTo>
                  <a:cubicBezTo>
                    <a:pt x="337" y="674"/>
                    <a:pt x="345" y="641"/>
                    <a:pt x="349" y="613"/>
                  </a:cubicBezTo>
                  <a:close/>
                  <a:moveTo>
                    <a:pt x="1279" y="634"/>
                  </a:moveTo>
                  <a:cubicBezTo>
                    <a:pt x="1282" y="634"/>
                    <a:pt x="1283" y="634"/>
                    <a:pt x="1284" y="635"/>
                  </a:cubicBezTo>
                  <a:cubicBezTo>
                    <a:pt x="1283" y="628"/>
                    <a:pt x="1282" y="622"/>
                    <a:pt x="1279" y="617"/>
                  </a:cubicBezTo>
                  <a:cubicBezTo>
                    <a:pt x="1279" y="623"/>
                    <a:pt x="1279" y="628"/>
                    <a:pt x="1279" y="634"/>
                  </a:cubicBezTo>
                  <a:close/>
                  <a:moveTo>
                    <a:pt x="67" y="699"/>
                  </a:moveTo>
                  <a:cubicBezTo>
                    <a:pt x="70" y="674"/>
                    <a:pt x="76" y="651"/>
                    <a:pt x="82" y="628"/>
                  </a:cubicBezTo>
                  <a:cubicBezTo>
                    <a:pt x="77" y="626"/>
                    <a:pt x="74" y="621"/>
                    <a:pt x="68" y="620"/>
                  </a:cubicBezTo>
                  <a:cubicBezTo>
                    <a:pt x="67" y="645"/>
                    <a:pt x="64" y="674"/>
                    <a:pt x="67" y="699"/>
                  </a:cubicBezTo>
                  <a:close/>
                  <a:moveTo>
                    <a:pt x="288" y="625"/>
                  </a:moveTo>
                  <a:cubicBezTo>
                    <a:pt x="255" y="634"/>
                    <a:pt x="221" y="642"/>
                    <a:pt x="190" y="652"/>
                  </a:cubicBezTo>
                  <a:cubicBezTo>
                    <a:pt x="189" y="659"/>
                    <a:pt x="188" y="664"/>
                    <a:pt x="186" y="670"/>
                  </a:cubicBezTo>
                  <a:cubicBezTo>
                    <a:pt x="220" y="680"/>
                    <a:pt x="255" y="690"/>
                    <a:pt x="293" y="696"/>
                  </a:cubicBezTo>
                  <a:cubicBezTo>
                    <a:pt x="290" y="673"/>
                    <a:pt x="291" y="648"/>
                    <a:pt x="288" y="625"/>
                  </a:cubicBezTo>
                  <a:close/>
                  <a:moveTo>
                    <a:pt x="69" y="701"/>
                  </a:moveTo>
                  <a:cubicBezTo>
                    <a:pt x="95" y="687"/>
                    <a:pt x="122" y="673"/>
                    <a:pt x="152" y="663"/>
                  </a:cubicBezTo>
                  <a:cubicBezTo>
                    <a:pt x="130" y="651"/>
                    <a:pt x="104" y="643"/>
                    <a:pt x="84" y="629"/>
                  </a:cubicBezTo>
                  <a:cubicBezTo>
                    <a:pt x="79" y="653"/>
                    <a:pt x="73" y="676"/>
                    <a:pt x="69" y="701"/>
                  </a:cubicBezTo>
                  <a:close/>
                  <a:moveTo>
                    <a:pt x="1277" y="687"/>
                  </a:moveTo>
                  <a:cubicBezTo>
                    <a:pt x="1283" y="685"/>
                    <a:pt x="1289" y="684"/>
                    <a:pt x="1296" y="682"/>
                  </a:cubicBezTo>
                  <a:cubicBezTo>
                    <a:pt x="1292" y="667"/>
                    <a:pt x="1290" y="652"/>
                    <a:pt x="1285" y="638"/>
                  </a:cubicBezTo>
                  <a:cubicBezTo>
                    <a:pt x="1284" y="637"/>
                    <a:pt x="1281" y="637"/>
                    <a:pt x="1279" y="636"/>
                  </a:cubicBezTo>
                  <a:cubicBezTo>
                    <a:pt x="1278" y="652"/>
                    <a:pt x="1278" y="670"/>
                    <a:pt x="1277" y="687"/>
                  </a:cubicBezTo>
                  <a:close/>
                  <a:moveTo>
                    <a:pt x="1298" y="681"/>
                  </a:moveTo>
                  <a:cubicBezTo>
                    <a:pt x="1320" y="675"/>
                    <a:pt x="1342" y="670"/>
                    <a:pt x="1362" y="661"/>
                  </a:cubicBezTo>
                  <a:cubicBezTo>
                    <a:pt x="1338" y="654"/>
                    <a:pt x="1315" y="645"/>
                    <a:pt x="1289" y="639"/>
                  </a:cubicBezTo>
                  <a:cubicBezTo>
                    <a:pt x="1291" y="653"/>
                    <a:pt x="1296" y="666"/>
                    <a:pt x="1298" y="681"/>
                  </a:cubicBezTo>
                  <a:close/>
                  <a:moveTo>
                    <a:pt x="1399" y="649"/>
                  </a:moveTo>
                  <a:cubicBezTo>
                    <a:pt x="1399" y="657"/>
                    <a:pt x="1399" y="665"/>
                    <a:pt x="1399" y="673"/>
                  </a:cubicBezTo>
                  <a:cubicBezTo>
                    <a:pt x="1407" y="677"/>
                    <a:pt x="1415" y="680"/>
                    <a:pt x="1422" y="684"/>
                  </a:cubicBezTo>
                  <a:cubicBezTo>
                    <a:pt x="1419" y="671"/>
                    <a:pt x="1418" y="655"/>
                    <a:pt x="1412" y="644"/>
                  </a:cubicBezTo>
                  <a:cubicBezTo>
                    <a:pt x="1409" y="646"/>
                    <a:pt x="1404" y="648"/>
                    <a:pt x="1399" y="649"/>
                  </a:cubicBezTo>
                  <a:close/>
                  <a:moveTo>
                    <a:pt x="1371" y="662"/>
                  </a:moveTo>
                  <a:cubicBezTo>
                    <a:pt x="1379" y="665"/>
                    <a:pt x="1388" y="668"/>
                    <a:pt x="1397" y="672"/>
                  </a:cubicBezTo>
                  <a:cubicBezTo>
                    <a:pt x="1396" y="666"/>
                    <a:pt x="1398" y="656"/>
                    <a:pt x="1396" y="651"/>
                  </a:cubicBezTo>
                  <a:cubicBezTo>
                    <a:pt x="1388" y="655"/>
                    <a:pt x="1379" y="658"/>
                    <a:pt x="1371" y="662"/>
                  </a:cubicBezTo>
                  <a:close/>
                  <a:moveTo>
                    <a:pt x="162" y="662"/>
                  </a:moveTo>
                  <a:cubicBezTo>
                    <a:pt x="169" y="664"/>
                    <a:pt x="175" y="668"/>
                    <a:pt x="184" y="669"/>
                  </a:cubicBezTo>
                  <a:cubicBezTo>
                    <a:pt x="184" y="663"/>
                    <a:pt x="187" y="659"/>
                    <a:pt x="187" y="653"/>
                  </a:cubicBezTo>
                  <a:cubicBezTo>
                    <a:pt x="178" y="656"/>
                    <a:pt x="170" y="658"/>
                    <a:pt x="162" y="662"/>
                  </a:cubicBezTo>
                  <a:close/>
                  <a:moveTo>
                    <a:pt x="109" y="683"/>
                  </a:moveTo>
                  <a:cubicBezTo>
                    <a:pt x="98" y="688"/>
                    <a:pt x="72" y="698"/>
                    <a:pt x="68" y="707"/>
                  </a:cubicBezTo>
                  <a:cubicBezTo>
                    <a:pt x="63" y="717"/>
                    <a:pt x="68" y="742"/>
                    <a:pt x="70" y="755"/>
                  </a:cubicBezTo>
                  <a:cubicBezTo>
                    <a:pt x="76" y="807"/>
                    <a:pt x="83" y="853"/>
                    <a:pt x="96" y="893"/>
                  </a:cubicBezTo>
                  <a:cubicBezTo>
                    <a:pt x="107" y="898"/>
                    <a:pt x="117" y="903"/>
                    <a:pt x="127" y="908"/>
                  </a:cubicBezTo>
                  <a:cubicBezTo>
                    <a:pt x="138" y="901"/>
                    <a:pt x="150" y="898"/>
                    <a:pt x="158" y="889"/>
                  </a:cubicBezTo>
                  <a:cubicBezTo>
                    <a:pt x="157" y="859"/>
                    <a:pt x="160" y="834"/>
                    <a:pt x="162" y="808"/>
                  </a:cubicBezTo>
                  <a:cubicBezTo>
                    <a:pt x="163" y="790"/>
                    <a:pt x="168" y="772"/>
                    <a:pt x="168" y="756"/>
                  </a:cubicBezTo>
                  <a:cubicBezTo>
                    <a:pt x="168" y="741"/>
                    <a:pt x="163" y="727"/>
                    <a:pt x="162" y="712"/>
                  </a:cubicBezTo>
                  <a:cubicBezTo>
                    <a:pt x="161" y="696"/>
                    <a:pt x="161" y="681"/>
                    <a:pt x="159" y="665"/>
                  </a:cubicBezTo>
                  <a:cubicBezTo>
                    <a:pt x="159" y="664"/>
                    <a:pt x="159" y="664"/>
                    <a:pt x="158" y="664"/>
                  </a:cubicBezTo>
                  <a:cubicBezTo>
                    <a:pt x="145" y="667"/>
                    <a:pt x="128" y="674"/>
                    <a:pt x="109" y="683"/>
                  </a:cubicBezTo>
                  <a:close/>
                  <a:moveTo>
                    <a:pt x="1367" y="664"/>
                  </a:moveTo>
                  <a:cubicBezTo>
                    <a:pt x="1347" y="670"/>
                    <a:pt x="1321" y="678"/>
                    <a:pt x="1299" y="685"/>
                  </a:cubicBezTo>
                  <a:cubicBezTo>
                    <a:pt x="1311" y="742"/>
                    <a:pt x="1319" y="805"/>
                    <a:pt x="1322" y="872"/>
                  </a:cubicBezTo>
                  <a:cubicBezTo>
                    <a:pt x="1336" y="877"/>
                    <a:pt x="1347" y="884"/>
                    <a:pt x="1362" y="888"/>
                  </a:cubicBezTo>
                  <a:cubicBezTo>
                    <a:pt x="1380" y="824"/>
                    <a:pt x="1394" y="754"/>
                    <a:pt x="1397" y="674"/>
                  </a:cubicBezTo>
                  <a:cubicBezTo>
                    <a:pt x="1386" y="672"/>
                    <a:pt x="1378" y="666"/>
                    <a:pt x="1367" y="664"/>
                  </a:cubicBezTo>
                  <a:close/>
                  <a:moveTo>
                    <a:pt x="170" y="745"/>
                  </a:moveTo>
                  <a:cubicBezTo>
                    <a:pt x="172" y="719"/>
                    <a:pt x="178" y="695"/>
                    <a:pt x="183" y="671"/>
                  </a:cubicBezTo>
                  <a:cubicBezTo>
                    <a:pt x="175" y="670"/>
                    <a:pt x="169" y="667"/>
                    <a:pt x="162" y="665"/>
                  </a:cubicBezTo>
                  <a:cubicBezTo>
                    <a:pt x="164" y="692"/>
                    <a:pt x="164" y="722"/>
                    <a:pt x="170" y="745"/>
                  </a:cubicBezTo>
                  <a:close/>
                  <a:moveTo>
                    <a:pt x="185" y="672"/>
                  </a:moveTo>
                  <a:cubicBezTo>
                    <a:pt x="185" y="673"/>
                    <a:pt x="185" y="674"/>
                    <a:pt x="185" y="675"/>
                  </a:cubicBezTo>
                  <a:cubicBezTo>
                    <a:pt x="182" y="704"/>
                    <a:pt x="169" y="731"/>
                    <a:pt x="171" y="761"/>
                  </a:cubicBezTo>
                  <a:cubicBezTo>
                    <a:pt x="172" y="801"/>
                    <a:pt x="188" y="839"/>
                    <a:pt x="195" y="875"/>
                  </a:cubicBezTo>
                  <a:cubicBezTo>
                    <a:pt x="232" y="860"/>
                    <a:pt x="272" y="848"/>
                    <a:pt x="314" y="837"/>
                  </a:cubicBezTo>
                  <a:cubicBezTo>
                    <a:pt x="306" y="792"/>
                    <a:pt x="297" y="749"/>
                    <a:pt x="294" y="700"/>
                  </a:cubicBezTo>
                  <a:cubicBezTo>
                    <a:pt x="256" y="692"/>
                    <a:pt x="219" y="683"/>
                    <a:pt x="185" y="672"/>
                  </a:cubicBezTo>
                  <a:close/>
                  <a:moveTo>
                    <a:pt x="1364" y="890"/>
                  </a:moveTo>
                  <a:cubicBezTo>
                    <a:pt x="1375" y="896"/>
                    <a:pt x="1385" y="902"/>
                    <a:pt x="1397" y="908"/>
                  </a:cubicBezTo>
                  <a:cubicBezTo>
                    <a:pt x="1411" y="900"/>
                    <a:pt x="1428" y="894"/>
                    <a:pt x="1441" y="885"/>
                  </a:cubicBezTo>
                  <a:cubicBezTo>
                    <a:pt x="1442" y="811"/>
                    <a:pt x="1435" y="747"/>
                    <a:pt x="1423" y="687"/>
                  </a:cubicBezTo>
                  <a:cubicBezTo>
                    <a:pt x="1415" y="684"/>
                    <a:pt x="1408" y="679"/>
                    <a:pt x="1398" y="676"/>
                  </a:cubicBezTo>
                  <a:cubicBezTo>
                    <a:pt x="1397" y="757"/>
                    <a:pt x="1382" y="826"/>
                    <a:pt x="1364" y="890"/>
                  </a:cubicBezTo>
                  <a:close/>
                  <a:moveTo>
                    <a:pt x="1127" y="716"/>
                  </a:moveTo>
                  <a:cubicBezTo>
                    <a:pt x="1127" y="713"/>
                    <a:pt x="1132" y="715"/>
                    <a:pt x="1134" y="715"/>
                  </a:cubicBezTo>
                  <a:cubicBezTo>
                    <a:pt x="1132" y="705"/>
                    <a:pt x="1131" y="694"/>
                    <a:pt x="1129" y="685"/>
                  </a:cubicBezTo>
                  <a:cubicBezTo>
                    <a:pt x="1128" y="694"/>
                    <a:pt x="1125" y="707"/>
                    <a:pt x="1127" y="716"/>
                  </a:cubicBezTo>
                  <a:close/>
                  <a:moveTo>
                    <a:pt x="1277" y="690"/>
                  </a:moveTo>
                  <a:cubicBezTo>
                    <a:pt x="1272" y="746"/>
                    <a:pt x="1263" y="798"/>
                    <a:pt x="1252" y="848"/>
                  </a:cubicBezTo>
                  <a:cubicBezTo>
                    <a:pt x="1275" y="855"/>
                    <a:pt x="1298" y="862"/>
                    <a:pt x="1319" y="871"/>
                  </a:cubicBezTo>
                  <a:cubicBezTo>
                    <a:pt x="1316" y="804"/>
                    <a:pt x="1310" y="740"/>
                    <a:pt x="1295" y="685"/>
                  </a:cubicBezTo>
                  <a:cubicBezTo>
                    <a:pt x="1289" y="687"/>
                    <a:pt x="1283" y="688"/>
                    <a:pt x="1277" y="690"/>
                  </a:cubicBezTo>
                  <a:close/>
                  <a:moveTo>
                    <a:pt x="1443" y="884"/>
                  </a:moveTo>
                  <a:cubicBezTo>
                    <a:pt x="1447" y="884"/>
                    <a:pt x="1454" y="877"/>
                    <a:pt x="1459" y="875"/>
                  </a:cubicBezTo>
                  <a:cubicBezTo>
                    <a:pt x="1470" y="828"/>
                    <a:pt x="1478" y="779"/>
                    <a:pt x="1480" y="723"/>
                  </a:cubicBezTo>
                  <a:cubicBezTo>
                    <a:pt x="1465" y="709"/>
                    <a:pt x="1446" y="699"/>
                    <a:pt x="1426" y="689"/>
                  </a:cubicBezTo>
                  <a:cubicBezTo>
                    <a:pt x="1437" y="748"/>
                    <a:pt x="1446" y="814"/>
                    <a:pt x="1443" y="884"/>
                  </a:cubicBezTo>
                  <a:close/>
                  <a:moveTo>
                    <a:pt x="1136" y="718"/>
                  </a:moveTo>
                  <a:cubicBezTo>
                    <a:pt x="1142" y="751"/>
                    <a:pt x="1146" y="785"/>
                    <a:pt x="1148" y="822"/>
                  </a:cubicBezTo>
                  <a:cubicBezTo>
                    <a:pt x="1182" y="830"/>
                    <a:pt x="1216" y="838"/>
                    <a:pt x="1249" y="847"/>
                  </a:cubicBezTo>
                  <a:cubicBezTo>
                    <a:pt x="1260" y="798"/>
                    <a:pt x="1269" y="747"/>
                    <a:pt x="1274" y="691"/>
                  </a:cubicBezTo>
                  <a:cubicBezTo>
                    <a:pt x="1273" y="691"/>
                    <a:pt x="1272" y="691"/>
                    <a:pt x="1272" y="691"/>
                  </a:cubicBezTo>
                  <a:cubicBezTo>
                    <a:pt x="1229" y="702"/>
                    <a:pt x="1181" y="708"/>
                    <a:pt x="1136" y="718"/>
                  </a:cubicBezTo>
                  <a:close/>
                  <a:moveTo>
                    <a:pt x="317" y="834"/>
                  </a:moveTo>
                  <a:cubicBezTo>
                    <a:pt x="320" y="790"/>
                    <a:pt x="325" y="747"/>
                    <a:pt x="332" y="707"/>
                  </a:cubicBezTo>
                  <a:cubicBezTo>
                    <a:pt x="319" y="706"/>
                    <a:pt x="307" y="703"/>
                    <a:pt x="295" y="700"/>
                  </a:cubicBezTo>
                  <a:cubicBezTo>
                    <a:pt x="301" y="747"/>
                    <a:pt x="306" y="792"/>
                    <a:pt x="317" y="834"/>
                  </a:cubicBezTo>
                  <a:close/>
                  <a:moveTo>
                    <a:pt x="334" y="708"/>
                  </a:moveTo>
                  <a:cubicBezTo>
                    <a:pt x="329" y="749"/>
                    <a:pt x="320" y="792"/>
                    <a:pt x="320" y="836"/>
                  </a:cubicBezTo>
                  <a:cubicBezTo>
                    <a:pt x="364" y="824"/>
                    <a:pt x="411" y="815"/>
                    <a:pt x="460" y="809"/>
                  </a:cubicBezTo>
                  <a:cubicBezTo>
                    <a:pt x="456" y="781"/>
                    <a:pt x="452" y="754"/>
                    <a:pt x="450" y="724"/>
                  </a:cubicBezTo>
                  <a:cubicBezTo>
                    <a:pt x="410" y="721"/>
                    <a:pt x="372" y="714"/>
                    <a:pt x="334" y="708"/>
                  </a:cubicBezTo>
                  <a:close/>
                  <a:moveTo>
                    <a:pt x="12" y="759"/>
                  </a:moveTo>
                  <a:cubicBezTo>
                    <a:pt x="10" y="769"/>
                    <a:pt x="13" y="784"/>
                    <a:pt x="14" y="796"/>
                  </a:cubicBezTo>
                  <a:cubicBezTo>
                    <a:pt x="15" y="809"/>
                    <a:pt x="15" y="823"/>
                    <a:pt x="18" y="833"/>
                  </a:cubicBezTo>
                  <a:cubicBezTo>
                    <a:pt x="21" y="843"/>
                    <a:pt x="38" y="854"/>
                    <a:pt x="45" y="860"/>
                  </a:cubicBezTo>
                  <a:cubicBezTo>
                    <a:pt x="48" y="862"/>
                    <a:pt x="50" y="867"/>
                    <a:pt x="54" y="865"/>
                  </a:cubicBezTo>
                  <a:cubicBezTo>
                    <a:pt x="52" y="809"/>
                    <a:pt x="59" y="757"/>
                    <a:pt x="63" y="710"/>
                  </a:cubicBezTo>
                  <a:cubicBezTo>
                    <a:pt x="63" y="709"/>
                    <a:pt x="63" y="709"/>
                    <a:pt x="62" y="709"/>
                  </a:cubicBezTo>
                  <a:cubicBezTo>
                    <a:pt x="50" y="719"/>
                    <a:pt x="16" y="741"/>
                    <a:pt x="12" y="759"/>
                  </a:cubicBezTo>
                  <a:close/>
                  <a:moveTo>
                    <a:pt x="1134" y="718"/>
                  </a:moveTo>
                  <a:cubicBezTo>
                    <a:pt x="1133" y="716"/>
                    <a:pt x="1129" y="719"/>
                    <a:pt x="1126" y="718"/>
                  </a:cubicBezTo>
                  <a:cubicBezTo>
                    <a:pt x="1122" y="751"/>
                    <a:pt x="1118" y="785"/>
                    <a:pt x="1112" y="816"/>
                  </a:cubicBezTo>
                  <a:cubicBezTo>
                    <a:pt x="1124" y="818"/>
                    <a:pt x="1134" y="821"/>
                    <a:pt x="1146" y="822"/>
                  </a:cubicBezTo>
                  <a:cubicBezTo>
                    <a:pt x="1143" y="787"/>
                    <a:pt x="1139" y="752"/>
                    <a:pt x="1134" y="718"/>
                  </a:cubicBezTo>
                  <a:close/>
                  <a:moveTo>
                    <a:pt x="961" y="735"/>
                  </a:moveTo>
                  <a:cubicBezTo>
                    <a:pt x="960" y="755"/>
                    <a:pt x="958" y="775"/>
                    <a:pt x="956" y="795"/>
                  </a:cubicBezTo>
                  <a:cubicBezTo>
                    <a:pt x="1009" y="801"/>
                    <a:pt x="1060" y="807"/>
                    <a:pt x="1110" y="815"/>
                  </a:cubicBezTo>
                  <a:cubicBezTo>
                    <a:pt x="1113" y="784"/>
                    <a:pt x="1123" y="748"/>
                    <a:pt x="1121" y="719"/>
                  </a:cubicBezTo>
                  <a:cubicBezTo>
                    <a:pt x="1070" y="726"/>
                    <a:pt x="1016" y="732"/>
                    <a:pt x="961" y="735"/>
                  </a:cubicBezTo>
                  <a:close/>
                  <a:moveTo>
                    <a:pt x="1462" y="872"/>
                  </a:moveTo>
                  <a:cubicBezTo>
                    <a:pt x="1480" y="862"/>
                    <a:pt x="1495" y="848"/>
                    <a:pt x="1507" y="832"/>
                  </a:cubicBezTo>
                  <a:cubicBezTo>
                    <a:pt x="1507" y="814"/>
                    <a:pt x="1508" y="802"/>
                    <a:pt x="1507" y="786"/>
                  </a:cubicBezTo>
                  <a:cubicBezTo>
                    <a:pt x="1506" y="773"/>
                    <a:pt x="1508" y="759"/>
                    <a:pt x="1506" y="750"/>
                  </a:cubicBezTo>
                  <a:cubicBezTo>
                    <a:pt x="1503" y="738"/>
                    <a:pt x="1488" y="733"/>
                    <a:pt x="1482" y="724"/>
                  </a:cubicBezTo>
                  <a:cubicBezTo>
                    <a:pt x="1481" y="779"/>
                    <a:pt x="1472" y="827"/>
                    <a:pt x="1462" y="872"/>
                  </a:cubicBezTo>
                  <a:close/>
                  <a:moveTo>
                    <a:pt x="462" y="808"/>
                  </a:moveTo>
                  <a:cubicBezTo>
                    <a:pt x="479" y="806"/>
                    <a:pt x="496" y="804"/>
                    <a:pt x="512" y="801"/>
                  </a:cubicBezTo>
                  <a:cubicBezTo>
                    <a:pt x="515" y="778"/>
                    <a:pt x="516" y="755"/>
                    <a:pt x="518" y="732"/>
                  </a:cubicBezTo>
                  <a:cubicBezTo>
                    <a:pt x="496" y="729"/>
                    <a:pt x="474" y="727"/>
                    <a:pt x="452" y="725"/>
                  </a:cubicBezTo>
                  <a:cubicBezTo>
                    <a:pt x="455" y="753"/>
                    <a:pt x="458" y="780"/>
                    <a:pt x="462" y="808"/>
                  </a:cubicBezTo>
                  <a:close/>
                  <a:moveTo>
                    <a:pt x="56" y="868"/>
                  </a:moveTo>
                  <a:cubicBezTo>
                    <a:pt x="66" y="877"/>
                    <a:pt x="79" y="884"/>
                    <a:pt x="92" y="890"/>
                  </a:cubicBezTo>
                  <a:cubicBezTo>
                    <a:pt x="79" y="840"/>
                    <a:pt x="69" y="787"/>
                    <a:pt x="64" y="728"/>
                  </a:cubicBezTo>
                  <a:cubicBezTo>
                    <a:pt x="58" y="772"/>
                    <a:pt x="55" y="818"/>
                    <a:pt x="56" y="868"/>
                  </a:cubicBezTo>
                  <a:close/>
                  <a:moveTo>
                    <a:pt x="522" y="732"/>
                  </a:moveTo>
                  <a:cubicBezTo>
                    <a:pt x="518" y="753"/>
                    <a:pt x="518" y="778"/>
                    <a:pt x="515" y="801"/>
                  </a:cubicBezTo>
                  <a:cubicBezTo>
                    <a:pt x="549" y="797"/>
                    <a:pt x="584" y="794"/>
                    <a:pt x="619" y="791"/>
                  </a:cubicBezTo>
                  <a:cubicBezTo>
                    <a:pt x="619" y="773"/>
                    <a:pt x="617" y="756"/>
                    <a:pt x="616" y="739"/>
                  </a:cubicBezTo>
                  <a:cubicBezTo>
                    <a:pt x="585" y="736"/>
                    <a:pt x="553" y="735"/>
                    <a:pt x="522" y="732"/>
                  </a:cubicBezTo>
                  <a:close/>
                  <a:moveTo>
                    <a:pt x="8" y="761"/>
                  </a:moveTo>
                  <a:cubicBezTo>
                    <a:pt x="10" y="754"/>
                    <a:pt x="10" y="740"/>
                    <a:pt x="8" y="733"/>
                  </a:cubicBezTo>
                  <a:cubicBezTo>
                    <a:pt x="10" y="743"/>
                    <a:pt x="6" y="753"/>
                    <a:pt x="8" y="761"/>
                  </a:cubicBezTo>
                  <a:close/>
                  <a:moveTo>
                    <a:pt x="942" y="737"/>
                  </a:moveTo>
                  <a:cubicBezTo>
                    <a:pt x="943" y="757"/>
                    <a:pt x="945" y="775"/>
                    <a:pt x="945" y="795"/>
                  </a:cubicBezTo>
                  <a:cubicBezTo>
                    <a:pt x="948" y="795"/>
                    <a:pt x="950" y="795"/>
                    <a:pt x="953" y="795"/>
                  </a:cubicBezTo>
                  <a:cubicBezTo>
                    <a:pt x="956" y="776"/>
                    <a:pt x="957" y="756"/>
                    <a:pt x="958" y="736"/>
                  </a:cubicBezTo>
                  <a:cubicBezTo>
                    <a:pt x="953" y="736"/>
                    <a:pt x="946" y="735"/>
                    <a:pt x="942" y="737"/>
                  </a:cubicBezTo>
                  <a:close/>
                  <a:moveTo>
                    <a:pt x="790" y="742"/>
                  </a:moveTo>
                  <a:cubicBezTo>
                    <a:pt x="790" y="757"/>
                    <a:pt x="790" y="772"/>
                    <a:pt x="790" y="788"/>
                  </a:cubicBezTo>
                  <a:cubicBezTo>
                    <a:pt x="843" y="788"/>
                    <a:pt x="892" y="791"/>
                    <a:pt x="942" y="794"/>
                  </a:cubicBezTo>
                  <a:cubicBezTo>
                    <a:pt x="940" y="776"/>
                    <a:pt x="940" y="755"/>
                    <a:pt x="938" y="737"/>
                  </a:cubicBezTo>
                  <a:cubicBezTo>
                    <a:pt x="889" y="739"/>
                    <a:pt x="841" y="742"/>
                    <a:pt x="790" y="742"/>
                  </a:cubicBezTo>
                  <a:close/>
                  <a:moveTo>
                    <a:pt x="621" y="739"/>
                  </a:moveTo>
                  <a:cubicBezTo>
                    <a:pt x="619" y="755"/>
                    <a:pt x="623" y="774"/>
                    <a:pt x="623" y="791"/>
                  </a:cubicBezTo>
                  <a:cubicBezTo>
                    <a:pt x="657" y="790"/>
                    <a:pt x="691" y="788"/>
                    <a:pt x="726" y="788"/>
                  </a:cubicBezTo>
                  <a:cubicBezTo>
                    <a:pt x="726" y="772"/>
                    <a:pt x="726" y="757"/>
                    <a:pt x="726" y="742"/>
                  </a:cubicBezTo>
                  <a:cubicBezTo>
                    <a:pt x="690" y="742"/>
                    <a:pt x="656" y="740"/>
                    <a:pt x="621" y="739"/>
                  </a:cubicBezTo>
                  <a:close/>
                  <a:moveTo>
                    <a:pt x="729" y="742"/>
                  </a:moveTo>
                  <a:cubicBezTo>
                    <a:pt x="729" y="757"/>
                    <a:pt x="729" y="772"/>
                    <a:pt x="729" y="788"/>
                  </a:cubicBezTo>
                  <a:cubicBezTo>
                    <a:pt x="749" y="788"/>
                    <a:pt x="768" y="788"/>
                    <a:pt x="787" y="788"/>
                  </a:cubicBezTo>
                  <a:cubicBezTo>
                    <a:pt x="788" y="773"/>
                    <a:pt x="788" y="757"/>
                    <a:pt x="788" y="742"/>
                  </a:cubicBezTo>
                  <a:cubicBezTo>
                    <a:pt x="768" y="742"/>
                    <a:pt x="749" y="742"/>
                    <a:pt x="729" y="742"/>
                  </a:cubicBezTo>
                  <a:close/>
                  <a:moveTo>
                    <a:pt x="1508" y="753"/>
                  </a:moveTo>
                  <a:cubicBezTo>
                    <a:pt x="1508" y="753"/>
                    <a:pt x="1509" y="754"/>
                    <a:pt x="1508" y="753"/>
                  </a:cubicBezTo>
                  <a:close/>
                  <a:moveTo>
                    <a:pt x="1511" y="827"/>
                  </a:moveTo>
                  <a:cubicBezTo>
                    <a:pt x="1520" y="808"/>
                    <a:pt x="1524" y="768"/>
                    <a:pt x="1509" y="754"/>
                  </a:cubicBezTo>
                  <a:cubicBezTo>
                    <a:pt x="1510" y="778"/>
                    <a:pt x="1509" y="804"/>
                    <a:pt x="1511" y="827"/>
                  </a:cubicBezTo>
                  <a:close/>
                  <a:moveTo>
                    <a:pt x="15" y="828"/>
                  </a:moveTo>
                  <a:cubicBezTo>
                    <a:pt x="12" y="808"/>
                    <a:pt x="12" y="784"/>
                    <a:pt x="8" y="765"/>
                  </a:cubicBezTo>
                  <a:cubicBezTo>
                    <a:pt x="6" y="784"/>
                    <a:pt x="4" y="816"/>
                    <a:pt x="15" y="828"/>
                  </a:cubicBezTo>
                  <a:close/>
                  <a:moveTo>
                    <a:pt x="162" y="890"/>
                  </a:moveTo>
                  <a:cubicBezTo>
                    <a:pt x="171" y="884"/>
                    <a:pt x="184" y="881"/>
                    <a:pt x="193" y="875"/>
                  </a:cubicBezTo>
                  <a:cubicBezTo>
                    <a:pt x="182" y="842"/>
                    <a:pt x="176" y="805"/>
                    <a:pt x="169" y="768"/>
                  </a:cubicBezTo>
                  <a:cubicBezTo>
                    <a:pt x="165" y="806"/>
                    <a:pt x="159" y="852"/>
                    <a:pt x="162" y="890"/>
                  </a:cubicBezTo>
                  <a:close/>
                  <a:moveTo>
                    <a:pt x="5" y="797"/>
                  </a:moveTo>
                  <a:cubicBezTo>
                    <a:pt x="5" y="793"/>
                    <a:pt x="5" y="784"/>
                    <a:pt x="4" y="780"/>
                  </a:cubicBezTo>
                  <a:cubicBezTo>
                    <a:pt x="2" y="787"/>
                    <a:pt x="4" y="811"/>
                    <a:pt x="5" y="797"/>
                  </a:cubicBezTo>
                  <a:close/>
                  <a:moveTo>
                    <a:pt x="624" y="794"/>
                  </a:moveTo>
                  <a:cubicBezTo>
                    <a:pt x="627" y="863"/>
                    <a:pt x="635" y="934"/>
                    <a:pt x="643" y="1001"/>
                  </a:cubicBezTo>
                  <a:cubicBezTo>
                    <a:pt x="670" y="999"/>
                    <a:pt x="698" y="998"/>
                    <a:pt x="726" y="997"/>
                  </a:cubicBezTo>
                  <a:cubicBezTo>
                    <a:pt x="726" y="928"/>
                    <a:pt x="725" y="858"/>
                    <a:pt x="726" y="791"/>
                  </a:cubicBezTo>
                  <a:cubicBezTo>
                    <a:pt x="694" y="790"/>
                    <a:pt x="656" y="792"/>
                    <a:pt x="624" y="794"/>
                  </a:cubicBezTo>
                  <a:close/>
                  <a:moveTo>
                    <a:pt x="729" y="792"/>
                  </a:moveTo>
                  <a:cubicBezTo>
                    <a:pt x="727" y="859"/>
                    <a:pt x="729" y="929"/>
                    <a:pt x="728" y="997"/>
                  </a:cubicBezTo>
                  <a:cubicBezTo>
                    <a:pt x="747" y="997"/>
                    <a:pt x="765" y="997"/>
                    <a:pt x="783" y="997"/>
                  </a:cubicBezTo>
                  <a:cubicBezTo>
                    <a:pt x="785" y="929"/>
                    <a:pt x="787" y="860"/>
                    <a:pt x="787" y="790"/>
                  </a:cubicBezTo>
                  <a:cubicBezTo>
                    <a:pt x="768" y="790"/>
                    <a:pt x="749" y="790"/>
                    <a:pt x="730" y="790"/>
                  </a:cubicBezTo>
                  <a:cubicBezTo>
                    <a:pt x="729" y="790"/>
                    <a:pt x="729" y="791"/>
                    <a:pt x="729" y="792"/>
                  </a:cubicBezTo>
                  <a:close/>
                  <a:moveTo>
                    <a:pt x="790" y="792"/>
                  </a:moveTo>
                  <a:cubicBezTo>
                    <a:pt x="789" y="861"/>
                    <a:pt x="788" y="929"/>
                    <a:pt x="786" y="997"/>
                  </a:cubicBezTo>
                  <a:cubicBezTo>
                    <a:pt x="834" y="997"/>
                    <a:pt x="881" y="1003"/>
                    <a:pt x="927" y="998"/>
                  </a:cubicBezTo>
                  <a:cubicBezTo>
                    <a:pt x="937" y="935"/>
                    <a:pt x="950" y="870"/>
                    <a:pt x="942" y="797"/>
                  </a:cubicBezTo>
                  <a:cubicBezTo>
                    <a:pt x="894" y="792"/>
                    <a:pt x="842" y="791"/>
                    <a:pt x="791" y="790"/>
                  </a:cubicBezTo>
                  <a:cubicBezTo>
                    <a:pt x="790" y="790"/>
                    <a:pt x="790" y="791"/>
                    <a:pt x="790" y="792"/>
                  </a:cubicBezTo>
                  <a:close/>
                  <a:moveTo>
                    <a:pt x="1521" y="796"/>
                  </a:moveTo>
                  <a:cubicBezTo>
                    <a:pt x="1521" y="795"/>
                    <a:pt x="1522" y="788"/>
                    <a:pt x="1520" y="791"/>
                  </a:cubicBezTo>
                  <a:cubicBezTo>
                    <a:pt x="1520" y="793"/>
                    <a:pt x="1520" y="799"/>
                    <a:pt x="1521" y="796"/>
                  </a:cubicBezTo>
                  <a:close/>
                  <a:moveTo>
                    <a:pt x="515" y="804"/>
                  </a:moveTo>
                  <a:cubicBezTo>
                    <a:pt x="511" y="864"/>
                    <a:pt x="510" y="926"/>
                    <a:pt x="510" y="991"/>
                  </a:cubicBezTo>
                  <a:cubicBezTo>
                    <a:pt x="552" y="995"/>
                    <a:pt x="598" y="999"/>
                    <a:pt x="640" y="1000"/>
                  </a:cubicBezTo>
                  <a:cubicBezTo>
                    <a:pt x="631" y="934"/>
                    <a:pt x="624" y="865"/>
                    <a:pt x="620" y="794"/>
                  </a:cubicBezTo>
                  <a:cubicBezTo>
                    <a:pt x="584" y="797"/>
                    <a:pt x="549" y="799"/>
                    <a:pt x="515" y="804"/>
                  </a:cubicBezTo>
                  <a:close/>
                  <a:moveTo>
                    <a:pt x="948" y="845"/>
                  </a:moveTo>
                  <a:cubicBezTo>
                    <a:pt x="950" y="830"/>
                    <a:pt x="952" y="814"/>
                    <a:pt x="953" y="798"/>
                  </a:cubicBezTo>
                  <a:cubicBezTo>
                    <a:pt x="950" y="798"/>
                    <a:pt x="949" y="797"/>
                    <a:pt x="945" y="797"/>
                  </a:cubicBezTo>
                  <a:cubicBezTo>
                    <a:pt x="947" y="812"/>
                    <a:pt x="946" y="830"/>
                    <a:pt x="948" y="845"/>
                  </a:cubicBezTo>
                  <a:close/>
                  <a:moveTo>
                    <a:pt x="950" y="997"/>
                  </a:moveTo>
                  <a:cubicBezTo>
                    <a:pt x="991" y="993"/>
                    <a:pt x="1030" y="989"/>
                    <a:pt x="1070" y="985"/>
                  </a:cubicBezTo>
                  <a:cubicBezTo>
                    <a:pt x="1087" y="933"/>
                    <a:pt x="1099" y="877"/>
                    <a:pt x="1110" y="818"/>
                  </a:cubicBezTo>
                  <a:cubicBezTo>
                    <a:pt x="1061" y="809"/>
                    <a:pt x="1009" y="803"/>
                    <a:pt x="957" y="798"/>
                  </a:cubicBezTo>
                  <a:cubicBezTo>
                    <a:pt x="944" y="857"/>
                    <a:pt x="952" y="927"/>
                    <a:pt x="950" y="997"/>
                  </a:cubicBezTo>
                  <a:close/>
                  <a:moveTo>
                    <a:pt x="462" y="811"/>
                  </a:moveTo>
                  <a:cubicBezTo>
                    <a:pt x="470" y="866"/>
                    <a:pt x="483" y="925"/>
                    <a:pt x="495" y="975"/>
                  </a:cubicBezTo>
                  <a:cubicBezTo>
                    <a:pt x="497" y="982"/>
                    <a:pt x="496" y="993"/>
                    <a:pt x="508" y="991"/>
                  </a:cubicBezTo>
                  <a:cubicBezTo>
                    <a:pt x="507" y="935"/>
                    <a:pt x="508" y="873"/>
                    <a:pt x="511" y="820"/>
                  </a:cubicBezTo>
                  <a:cubicBezTo>
                    <a:pt x="512" y="816"/>
                    <a:pt x="515" y="807"/>
                    <a:pt x="510" y="804"/>
                  </a:cubicBezTo>
                  <a:cubicBezTo>
                    <a:pt x="494" y="807"/>
                    <a:pt x="477" y="808"/>
                    <a:pt x="462" y="811"/>
                  </a:cubicBezTo>
                  <a:close/>
                  <a:moveTo>
                    <a:pt x="318" y="839"/>
                  </a:moveTo>
                  <a:cubicBezTo>
                    <a:pt x="326" y="887"/>
                    <a:pt x="341" y="928"/>
                    <a:pt x="354" y="970"/>
                  </a:cubicBezTo>
                  <a:cubicBezTo>
                    <a:pt x="400" y="977"/>
                    <a:pt x="448" y="987"/>
                    <a:pt x="496" y="988"/>
                  </a:cubicBezTo>
                  <a:cubicBezTo>
                    <a:pt x="480" y="933"/>
                    <a:pt x="470" y="871"/>
                    <a:pt x="459" y="811"/>
                  </a:cubicBezTo>
                  <a:cubicBezTo>
                    <a:pt x="411" y="819"/>
                    <a:pt x="363" y="827"/>
                    <a:pt x="318" y="839"/>
                  </a:cubicBezTo>
                  <a:close/>
                  <a:moveTo>
                    <a:pt x="1113" y="819"/>
                  </a:moveTo>
                  <a:cubicBezTo>
                    <a:pt x="1113" y="819"/>
                    <a:pt x="1113" y="818"/>
                    <a:pt x="1112" y="818"/>
                  </a:cubicBezTo>
                  <a:cubicBezTo>
                    <a:pt x="1102" y="876"/>
                    <a:pt x="1089" y="932"/>
                    <a:pt x="1074" y="984"/>
                  </a:cubicBezTo>
                  <a:cubicBezTo>
                    <a:pt x="1100" y="981"/>
                    <a:pt x="1126" y="978"/>
                    <a:pt x="1151" y="973"/>
                  </a:cubicBezTo>
                  <a:cubicBezTo>
                    <a:pt x="1151" y="922"/>
                    <a:pt x="1149" y="873"/>
                    <a:pt x="1146" y="825"/>
                  </a:cubicBezTo>
                  <a:cubicBezTo>
                    <a:pt x="1135" y="823"/>
                    <a:pt x="1125" y="820"/>
                    <a:pt x="1113" y="819"/>
                  </a:cubicBezTo>
                  <a:close/>
                  <a:moveTo>
                    <a:pt x="46" y="1018"/>
                  </a:moveTo>
                  <a:cubicBezTo>
                    <a:pt x="45" y="1002"/>
                    <a:pt x="48" y="990"/>
                    <a:pt x="54" y="980"/>
                  </a:cubicBezTo>
                  <a:cubicBezTo>
                    <a:pt x="37" y="936"/>
                    <a:pt x="24" y="889"/>
                    <a:pt x="17" y="837"/>
                  </a:cubicBezTo>
                  <a:cubicBezTo>
                    <a:pt x="13" y="832"/>
                    <a:pt x="11" y="826"/>
                    <a:pt x="7" y="821"/>
                  </a:cubicBezTo>
                  <a:cubicBezTo>
                    <a:pt x="12" y="895"/>
                    <a:pt x="24" y="961"/>
                    <a:pt x="46" y="1018"/>
                  </a:cubicBezTo>
                  <a:close/>
                  <a:moveTo>
                    <a:pt x="1507" y="887"/>
                  </a:moveTo>
                  <a:cubicBezTo>
                    <a:pt x="1509" y="865"/>
                    <a:pt x="1516" y="844"/>
                    <a:pt x="1515" y="823"/>
                  </a:cubicBezTo>
                  <a:cubicBezTo>
                    <a:pt x="1506" y="838"/>
                    <a:pt x="1508" y="868"/>
                    <a:pt x="1507" y="887"/>
                  </a:cubicBezTo>
                  <a:close/>
                  <a:moveTo>
                    <a:pt x="1149" y="826"/>
                  </a:moveTo>
                  <a:cubicBezTo>
                    <a:pt x="1152" y="873"/>
                    <a:pt x="1154" y="922"/>
                    <a:pt x="1154" y="973"/>
                  </a:cubicBezTo>
                  <a:cubicBezTo>
                    <a:pt x="1174" y="969"/>
                    <a:pt x="1195" y="965"/>
                    <a:pt x="1215" y="961"/>
                  </a:cubicBezTo>
                  <a:cubicBezTo>
                    <a:pt x="1227" y="925"/>
                    <a:pt x="1240" y="889"/>
                    <a:pt x="1248" y="849"/>
                  </a:cubicBezTo>
                  <a:cubicBezTo>
                    <a:pt x="1215" y="841"/>
                    <a:pt x="1184" y="832"/>
                    <a:pt x="1149" y="826"/>
                  </a:cubicBezTo>
                  <a:close/>
                  <a:moveTo>
                    <a:pt x="1461" y="878"/>
                  </a:moveTo>
                  <a:cubicBezTo>
                    <a:pt x="1455" y="899"/>
                    <a:pt x="1449" y="921"/>
                    <a:pt x="1442" y="941"/>
                  </a:cubicBezTo>
                  <a:cubicBezTo>
                    <a:pt x="1456" y="956"/>
                    <a:pt x="1469" y="972"/>
                    <a:pt x="1476" y="993"/>
                  </a:cubicBezTo>
                  <a:cubicBezTo>
                    <a:pt x="1493" y="949"/>
                    <a:pt x="1507" y="896"/>
                    <a:pt x="1506" y="837"/>
                  </a:cubicBezTo>
                  <a:cubicBezTo>
                    <a:pt x="1495" y="854"/>
                    <a:pt x="1476" y="865"/>
                    <a:pt x="1461" y="878"/>
                  </a:cubicBezTo>
                  <a:close/>
                  <a:moveTo>
                    <a:pt x="196" y="877"/>
                  </a:moveTo>
                  <a:cubicBezTo>
                    <a:pt x="201" y="898"/>
                    <a:pt x="208" y="918"/>
                    <a:pt x="215" y="938"/>
                  </a:cubicBezTo>
                  <a:cubicBezTo>
                    <a:pt x="247" y="946"/>
                    <a:pt x="278" y="956"/>
                    <a:pt x="313" y="961"/>
                  </a:cubicBezTo>
                  <a:cubicBezTo>
                    <a:pt x="311" y="919"/>
                    <a:pt x="316" y="878"/>
                    <a:pt x="315" y="839"/>
                  </a:cubicBezTo>
                  <a:cubicBezTo>
                    <a:pt x="314" y="839"/>
                    <a:pt x="313" y="839"/>
                    <a:pt x="313" y="839"/>
                  </a:cubicBezTo>
                  <a:cubicBezTo>
                    <a:pt x="272" y="850"/>
                    <a:pt x="233" y="863"/>
                    <a:pt x="196" y="877"/>
                  </a:cubicBezTo>
                  <a:close/>
                  <a:moveTo>
                    <a:pt x="55" y="977"/>
                  </a:moveTo>
                  <a:cubicBezTo>
                    <a:pt x="56" y="970"/>
                    <a:pt x="61" y="968"/>
                    <a:pt x="63" y="962"/>
                  </a:cubicBezTo>
                  <a:cubicBezTo>
                    <a:pt x="57" y="935"/>
                    <a:pt x="56" y="902"/>
                    <a:pt x="54" y="871"/>
                  </a:cubicBezTo>
                  <a:cubicBezTo>
                    <a:pt x="42" y="861"/>
                    <a:pt x="30" y="852"/>
                    <a:pt x="20" y="840"/>
                  </a:cubicBezTo>
                  <a:cubicBezTo>
                    <a:pt x="27" y="890"/>
                    <a:pt x="39" y="936"/>
                    <a:pt x="55" y="977"/>
                  </a:cubicBezTo>
                  <a:close/>
                  <a:moveTo>
                    <a:pt x="1251" y="851"/>
                  </a:moveTo>
                  <a:cubicBezTo>
                    <a:pt x="1241" y="889"/>
                    <a:pt x="1230" y="925"/>
                    <a:pt x="1218" y="960"/>
                  </a:cubicBezTo>
                  <a:cubicBezTo>
                    <a:pt x="1253" y="953"/>
                    <a:pt x="1288" y="945"/>
                    <a:pt x="1320" y="935"/>
                  </a:cubicBezTo>
                  <a:cubicBezTo>
                    <a:pt x="1320" y="914"/>
                    <a:pt x="1320" y="893"/>
                    <a:pt x="1319" y="873"/>
                  </a:cubicBezTo>
                  <a:cubicBezTo>
                    <a:pt x="1296" y="866"/>
                    <a:pt x="1275" y="857"/>
                    <a:pt x="1251" y="851"/>
                  </a:cubicBezTo>
                  <a:close/>
                  <a:moveTo>
                    <a:pt x="316" y="962"/>
                  </a:moveTo>
                  <a:cubicBezTo>
                    <a:pt x="327" y="965"/>
                    <a:pt x="339" y="967"/>
                    <a:pt x="351" y="969"/>
                  </a:cubicBezTo>
                  <a:cubicBezTo>
                    <a:pt x="338" y="932"/>
                    <a:pt x="328" y="893"/>
                    <a:pt x="318" y="853"/>
                  </a:cubicBezTo>
                  <a:cubicBezTo>
                    <a:pt x="316" y="889"/>
                    <a:pt x="315" y="925"/>
                    <a:pt x="316" y="962"/>
                  </a:cubicBezTo>
                  <a:close/>
                  <a:moveTo>
                    <a:pt x="65" y="959"/>
                  </a:moveTo>
                  <a:cubicBezTo>
                    <a:pt x="75" y="948"/>
                    <a:pt x="90" y="935"/>
                    <a:pt x="102" y="923"/>
                  </a:cubicBezTo>
                  <a:cubicBezTo>
                    <a:pt x="99" y="914"/>
                    <a:pt x="96" y="904"/>
                    <a:pt x="94" y="894"/>
                  </a:cubicBezTo>
                  <a:cubicBezTo>
                    <a:pt x="80" y="889"/>
                    <a:pt x="69" y="880"/>
                    <a:pt x="56" y="873"/>
                  </a:cubicBezTo>
                  <a:cubicBezTo>
                    <a:pt x="59" y="902"/>
                    <a:pt x="60" y="932"/>
                    <a:pt x="65" y="959"/>
                  </a:cubicBezTo>
                  <a:close/>
                  <a:moveTo>
                    <a:pt x="1322" y="934"/>
                  </a:moveTo>
                  <a:cubicBezTo>
                    <a:pt x="1332" y="932"/>
                    <a:pt x="1340" y="928"/>
                    <a:pt x="1350" y="925"/>
                  </a:cubicBezTo>
                  <a:cubicBezTo>
                    <a:pt x="1354" y="914"/>
                    <a:pt x="1357" y="903"/>
                    <a:pt x="1360" y="891"/>
                  </a:cubicBezTo>
                  <a:cubicBezTo>
                    <a:pt x="1347" y="886"/>
                    <a:pt x="1335" y="880"/>
                    <a:pt x="1322" y="875"/>
                  </a:cubicBezTo>
                  <a:cubicBezTo>
                    <a:pt x="1323" y="895"/>
                    <a:pt x="1323" y="913"/>
                    <a:pt x="1322" y="934"/>
                  </a:cubicBezTo>
                  <a:close/>
                  <a:moveTo>
                    <a:pt x="194" y="879"/>
                  </a:moveTo>
                  <a:cubicBezTo>
                    <a:pt x="181" y="882"/>
                    <a:pt x="173" y="889"/>
                    <a:pt x="161" y="892"/>
                  </a:cubicBezTo>
                  <a:cubicBezTo>
                    <a:pt x="161" y="902"/>
                    <a:pt x="161" y="911"/>
                    <a:pt x="161" y="921"/>
                  </a:cubicBezTo>
                  <a:cubicBezTo>
                    <a:pt x="179" y="925"/>
                    <a:pt x="195" y="935"/>
                    <a:pt x="212" y="935"/>
                  </a:cubicBezTo>
                  <a:cubicBezTo>
                    <a:pt x="205" y="917"/>
                    <a:pt x="199" y="899"/>
                    <a:pt x="194" y="879"/>
                  </a:cubicBezTo>
                  <a:close/>
                  <a:moveTo>
                    <a:pt x="1457" y="881"/>
                  </a:moveTo>
                  <a:cubicBezTo>
                    <a:pt x="1457" y="880"/>
                    <a:pt x="1456" y="880"/>
                    <a:pt x="1455" y="880"/>
                  </a:cubicBezTo>
                  <a:cubicBezTo>
                    <a:pt x="1452" y="883"/>
                    <a:pt x="1447" y="885"/>
                    <a:pt x="1443" y="887"/>
                  </a:cubicBezTo>
                  <a:cubicBezTo>
                    <a:pt x="1443" y="905"/>
                    <a:pt x="1440" y="923"/>
                    <a:pt x="1441" y="937"/>
                  </a:cubicBezTo>
                  <a:cubicBezTo>
                    <a:pt x="1443" y="919"/>
                    <a:pt x="1456" y="899"/>
                    <a:pt x="1457" y="881"/>
                  </a:cubicBezTo>
                  <a:close/>
                  <a:moveTo>
                    <a:pt x="1505" y="889"/>
                  </a:moveTo>
                  <a:cubicBezTo>
                    <a:pt x="1506" y="893"/>
                    <a:pt x="1506" y="886"/>
                    <a:pt x="1505" y="889"/>
                  </a:cubicBezTo>
                  <a:close/>
                  <a:moveTo>
                    <a:pt x="1399" y="909"/>
                  </a:moveTo>
                  <a:cubicBezTo>
                    <a:pt x="1411" y="918"/>
                    <a:pt x="1425" y="927"/>
                    <a:pt x="1437" y="936"/>
                  </a:cubicBezTo>
                  <a:cubicBezTo>
                    <a:pt x="1438" y="922"/>
                    <a:pt x="1441" y="904"/>
                    <a:pt x="1439" y="889"/>
                  </a:cubicBezTo>
                  <a:cubicBezTo>
                    <a:pt x="1427" y="897"/>
                    <a:pt x="1413" y="903"/>
                    <a:pt x="1399" y="909"/>
                  </a:cubicBezTo>
                  <a:close/>
                  <a:moveTo>
                    <a:pt x="1354" y="924"/>
                  </a:moveTo>
                  <a:cubicBezTo>
                    <a:pt x="1366" y="919"/>
                    <a:pt x="1379" y="914"/>
                    <a:pt x="1392" y="910"/>
                  </a:cubicBezTo>
                  <a:cubicBezTo>
                    <a:pt x="1384" y="902"/>
                    <a:pt x="1373" y="898"/>
                    <a:pt x="1363" y="893"/>
                  </a:cubicBezTo>
                  <a:cubicBezTo>
                    <a:pt x="1360" y="903"/>
                    <a:pt x="1354" y="915"/>
                    <a:pt x="1354" y="924"/>
                  </a:cubicBezTo>
                  <a:close/>
                  <a:moveTo>
                    <a:pt x="131" y="910"/>
                  </a:moveTo>
                  <a:cubicBezTo>
                    <a:pt x="141" y="912"/>
                    <a:pt x="148" y="917"/>
                    <a:pt x="158" y="919"/>
                  </a:cubicBezTo>
                  <a:cubicBezTo>
                    <a:pt x="158" y="911"/>
                    <a:pt x="159" y="901"/>
                    <a:pt x="157" y="894"/>
                  </a:cubicBezTo>
                  <a:cubicBezTo>
                    <a:pt x="149" y="900"/>
                    <a:pt x="139" y="903"/>
                    <a:pt x="131" y="910"/>
                  </a:cubicBezTo>
                  <a:close/>
                  <a:moveTo>
                    <a:pt x="929" y="998"/>
                  </a:moveTo>
                  <a:cubicBezTo>
                    <a:pt x="936" y="999"/>
                    <a:pt x="939" y="996"/>
                    <a:pt x="945" y="997"/>
                  </a:cubicBezTo>
                  <a:cubicBezTo>
                    <a:pt x="947" y="964"/>
                    <a:pt x="945" y="928"/>
                    <a:pt x="944" y="895"/>
                  </a:cubicBezTo>
                  <a:cubicBezTo>
                    <a:pt x="941" y="931"/>
                    <a:pt x="935" y="964"/>
                    <a:pt x="929" y="998"/>
                  </a:cubicBezTo>
                  <a:close/>
                  <a:moveTo>
                    <a:pt x="98" y="897"/>
                  </a:moveTo>
                  <a:cubicBezTo>
                    <a:pt x="99" y="906"/>
                    <a:pt x="103" y="913"/>
                    <a:pt x="104" y="922"/>
                  </a:cubicBezTo>
                  <a:cubicBezTo>
                    <a:pt x="112" y="918"/>
                    <a:pt x="119" y="915"/>
                    <a:pt x="125" y="909"/>
                  </a:cubicBezTo>
                  <a:cubicBezTo>
                    <a:pt x="115" y="906"/>
                    <a:pt x="107" y="900"/>
                    <a:pt x="98" y="897"/>
                  </a:cubicBezTo>
                  <a:moveTo>
                    <a:pt x="98" y="897"/>
                  </a:moveTo>
                  <a:cubicBezTo>
                    <a:pt x="97" y="896"/>
                    <a:pt x="97" y="897"/>
                    <a:pt x="98" y="897"/>
                  </a:cubicBezTo>
                  <a:moveTo>
                    <a:pt x="128" y="911"/>
                  </a:moveTo>
                  <a:cubicBezTo>
                    <a:pt x="121" y="916"/>
                    <a:pt x="111" y="919"/>
                    <a:pt x="106" y="927"/>
                  </a:cubicBezTo>
                  <a:cubicBezTo>
                    <a:pt x="126" y="981"/>
                    <a:pt x="148" y="1032"/>
                    <a:pt x="176" y="1078"/>
                  </a:cubicBezTo>
                  <a:cubicBezTo>
                    <a:pt x="166" y="1030"/>
                    <a:pt x="160" y="978"/>
                    <a:pt x="158" y="922"/>
                  </a:cubicBezTo>
                  <a:cubicBezTo>
                    <a:pt x="148" y="919"/>
                    <a:pt x="138" y="915"/>
                    <a:pt x="128" y="911"/>
                  </a:cubicBezTo>
                  <a:close/>
                  <a:moveTo>
                    <a:pt x="1396" y="911"/>
                  </a:moveTo>
                  <a:cubicBezTo>
                    <a:pt x="1381" y="916"/>
                    <a:pt x="1367" y="923"/>
                    <a:pt x="1351" y="927"/>
                  </a:cubicBezTo>
                  <a:cubicBezTo>
                    <a:pt x="1341" y="957"/>
                    <a:pt x="1330" y="985"/>
                    <a:pt x="1317" y="1011"/>
                  </a:cubicBezTo>
                  <a:cubicBezTo>
                    <a:pt x="1313" y="1047"/>
                    <a:pt x="1308" y="1080"/>
                    <a:pt x="1301" y="1111"/>
                  </a:cubicBezTo>
                  <a:cubicBezTo>
                    <a:pt x="1314" y="1119"/>
                    <a:pt x="1324" y="1130"/>
                    <a:pt x="1336" y="1139"/>
                  </a:cubicBezTo>
                  <a:cubicBezTo>
                    <a:pt x="1376" y="1079"/>
                    <a:pt x="1414" y="1018"/>
                    <a:pt x="1437" y="941"/>
                  </a:cubicBezTo>
                  <a:cubicBezTo>
                    <a:pt x="1425" y="929"/>
                    <a:pt x="1410" y="920"/>
                    <a:pt x="1396" y="911"/>
                  </a:cubicBezTo>
                  <a:close/>
                  <a:moveTo>
                    <a:pt x="161" y="927"/>
                  </a:moveTo>
                  <a:cubicBezTo>
                    <a:pt x="163" y="985"/>
                    <a:pt x="170" y="1038"/>
                    <a:pt x="181" y="1087"/>
                  </a:cubicBezTo>
                  <a:cubicBezTo>
                    <a:pt x="190" y="1099"/>
                    <a:pt x="197" y="1113"/>
                    <a:pt x="206" y="1125"/>
                  </a:cubicBezTo>
                  <a:cubicBezTo>
                    <a:pt x="227" y="1107"/>
                    <a:pt x="251" y="1093"/>
                    <a:pt x="277" y="1081"/>
                  </a:cubicBezTo>
                  <a:cubicBezTo>
                    <a:pt x="255" y="1036"/>
                    <a:pt x="231" y="992"/>
                    <a:pt x="214" y="940"/>
                  </a:cubicBezTo>
                  <a:cubicBezTo>
                    <a:pt x="195" y="936"/>
                    <a:pt x="179" y="929"/>
                    <a:pt x="161" y="924"/>
                  </a:cubicBezTo>
                  <a:cubicBezTo>
                    <a:pt x="161" y="925"/>
                    <a:pt x="161" y="926"/>
                    <a:pt x="161" y="927"/>
                  </a:cubicBezTo>
                  <a:close/>
                  <a:moveTo>
                    <a:pt x="66" y="965"/>
                  </a:moveTo>
                  <a:cubicBezTo>
                    <a:pt x="64" y="977"/>
                    <a:pt x="71" y="992"/>
                    <a:pt x="74" y="1005"/>
                  </a:cubicBezTo>
                  <a:cubicBezTo>
                    <a:pt x="77" y="1019"/>
                    <a:pt x="78" y="1032"/>
                    <a:pt x="82" y="1043"/>
                  </a:cubicBezTo>
                  <a:cubicBezTo>
                    <a:pt x="93" y="1070"/>
                    <a:pt x="112" y="1092"/>
                    <a:pt x="122" y="1112"/>
                  </a:cubicBezTo>
                  <a:cubicBezTo>
                    <a:pt x="142" y="1123"/>
                    <a:pt x="164" y="1137"/>
                    <a:pt x="186" y="1144"/>
                  </a:cubicBezTo>
                  <a:cubicBezTo>
                    <a:pt x="195" y="1137"/>
                    <a:pt x="189" y="1127"/>
                    <a:pt x="186" y="1118"/>
                  </a:cubicBezTo>
                  <a:cubicBezTo>
                    <a:pt x="183" y="1108"/>
                    <a:pt x="181" y="1097"/>
                    <a:pt x="179" y="1087"/>
                  </a:cubicBezTo>
                  <a:cubicBezTo>
                    <a:pt x="149" y="1039"/>
                    <a:pt x="124" y="986"/>
                    <a:pt x="104" y="928"/>
                  </a:cubicBezTo>
                  <a:cubicBezTo>
                    <a:pt x="104" y="927"/>
                    <a:pt x="104" y="927"/>
                    <a:pt x="103" y="927"/>
                  </a:cubicBezTo>
                  <a:cubicBezTo>
                    <a:pt x="95" y="937"/>
                    <a:pt x="68" y="952"/>
                    <a:pt x="66" y="965"/>
                  </a:cubicBezTo>
                  <a:close/>
                  <a:moveTo>
                    <a:pt x="1322" y="936"/>
                  </a:moveTo>
                  <a:cubicBezTo>
                    <a:pt x="1322" y="959"/>
                    <a:pt x="1319" y="983"/>
                    <a:pt x="1319" y="1003"/>
                  </a:cubicBezTo>
                  <a:cubicBezTo>
                    <a:pt x="1329" y="979"/>
                    <a:pt x="1339" y="954"/>
                    <a:pt x="1349" y="929"/>
                  </a:cubicBezTo>
                  <a:cubicBezTo>
                    <a:pt x="1339" y="930"/>
                    <a:pt x="1332" y="935"/>
                    <a:pt x="1322" y="936"/>
                  </a:cubicBezTo>
                  <a:close/>
                  <a:moveTo>
                    <a:pt x="1216" y="963"/>
                  </a:moveTo>
                  <a:cubicBezTo>
                    <a:pt x="1206" y="996"/>
                    <a:pt x="1192" y="1025"/>
                    <a:pt x="1179" y="1055"/>
                  </a:cubicBezTo>
                  <a:cubicBezTo>
                    <a:pt x="1212" y="1065"/>
                    <a:pt x="1242" y="1078"/>
                    <a:pt x="1271" y="1093"/>
                  </a:cubicBezTo>
                  <a:cubicBezTo>
                    <a:pt x="1278" y="1080"/>
                    <a:pt x="1286" y="1067"/>
                    <a:pt x="1294" y="1053"/>
                  </a:cubicBezTo>
                  <a:cubicBezTo>
                    <a:pt x="1300" y="1041"/>
                    <a:pt x="1312" y="1023"/>
                    <a:pt x="1315" y="1010"/>
                  </a:cubicBezTo>
                  <a:cubicBezTo>
                    <a:pt x="1320" y="988"/>
                    <a:pt x="1316" y="966"/>
                    <a:pt x="1319" y="938"/>
                  </a:cubicBezTo>
                  <a:cubicBezTo>
                    <a:pt x="1318" y="938"/>
                    <a:pt x="1318" y="938"/>
                    <a:pt x="1317" y="938"/>
                  </a:cubicBezTo>
                  <a:cubicBezTo>
                    <a:pt x="1285" y="948"/>
                    <a:pt x="1252" y="957"/>
                    <a:pt x="1216" y="963"/>
                  </a:cubicBezTo>
                  <a:close/>
                  <a:moveTo>
                    <a:pt x="280" y="1079"/>
                  </a:moveTo>
                  <a:cubicBezTo>
                    <a:pt x="293" y="1075"/>
                    <a:pt x="305" y="1068"/>
                    <a:pt x="319" y="1064"/>
                  </a:cubicBezTo>
                  <a:cubicBezTo>
                    <a:pt x="315" y="1033"/>
                    <a:pt x="314" y="998"/>
                    <a:pt x="313" y="964"/>
                  </a:cubicBezTo>
                  <a:cubicBezTo>
                    <a:pt x="279" y="958"/>
                    <a:pt x="248" y="950"/>
                    <a:pt x="217" y="941"/>
                  </a:cubicBezTo>
                  <a:cubicBezTo>
                    <a:pt x="234" y="991"/>
                    <a:pt x="256" y="1036"/>
                    <a:pt x="280" y="1079"/>
                  </a:cubicBezTo>
                  <a:close/>
                  <a:moveTo>
                    <a:pt x="1403" y="1111"/>
                  </a:moveTo>
                  <a:cubicBezTo>
                    <a:pt x="1431" y="1098"/>
                    <a:pt x="1442" y="1073"/>
                    <a:pt x="1454" y="1045"/>
                  </a:cubicBezTo>
                  <a:cubicBezTo>
                    <a:pt x="1461" y="1029"/>
                    <a:pt x="1470" y="1013"/>
                    <a:pt x="1474" y="997"/>
                  </a:cubicBezTo>
                  <a:cubicBezTo>
                    <a:pt x="1468" y="975"/>
                    <a:pt x="1455" y="958"/>
                    <a:pt x="1440" y="944"/>
                  </a:cubicBezTo>
                  <a:cubicBezTo>
                    <a:pt x="1433" y="1004"/>
                    <a:pt x="1418" y="1062"/>
                    <a:pt x="1403" y="1111"/>
                  </a:cubicBezTo>
                  <a:close/>
                  <a:moveTo>
                    <a:pt x="1491" y="959"/>
                  </a:moveTo>
                  <a:cubicBezTo>
                    <a:pt x="1492" y="962"/>
                    <a:pt x="1492" y="955"/>
                    <a:pt x="1491" y="959"/>
                  </a:cubicBezTo>
                  <a:close/>
                  <a:moveTo>
                    <a:pt x="1434" y="961"/>
                  </a:moveTo>
                  <a:cubicBezTo>
                    <a:pt x="1434" y="961"/>
                    <a:pt x="1435" y="962"/>
                    <a:pt x="1434" y="961"/>
                  </a:cubicBezTo>
                  <a:close/>
                  <a:moveTo>
                    <a:pt x="1490" y="963"/>
                  </a:moveTo>
                  <a:cubicBezTo>
                    <a:pt x="1489" y="963"/>
                    <a:pt x="1489" y="963"/>
                    <a:pt x="1489" y="963"/>
                  </a:cubicBezTo>
                  <a:cubicBezTo>
                    <a:pt x="1487" y="979"/>
                    <a:pt x="1474" y="992"/>
                    <a:pt x="1479" y="1008"/>
                  </a:cubicBezTo>
                  <a:cubicBezTo>
                    <a:pt x="1482" y="992"/>
                    <a:pt x="1488" y="980"/>
                    <a:pt x="1490" y="963"/>
                  </a:cubicBezTo>
                  <a:moveTo>
                    <a:pt x="1490" y="963"/>
                  </a:moveTo>
                  <a:cubicBezTo>
                    <a:pt x="1493" y="962"/>
                    <a:pt x="1489" y="958"/>
                    <a:pt x="1490" y="963"/>
                  </a:cubicBezTo>
                  <a:moveTo>
                    <a:pt x="1350" y="1123"/>
                  </a:moveTo>
                  <a:cubicBezTo>
                    <a:pt x="1346" y="1129"/>
                    <a:pt x="1339" y="1135"/>
                    <a:pt x="1338" y="1144"/>
                  </a:cubicBezTo>
                  <a:cubicBezTo>
                    <a:pt x="1361" y="1136"/>
                    <a:pt x="1379" y="1125"/>
                    <a:pt x="1398" y="1114"/>
                  </a:cubicBezTo>
                  <a:cubicBezTo>
                    <a:pt x="1414" y="1068"/>
                    <a:pt x="1429" y="1017"/>
                    <a:pt x="1433" y="963"/>
                  </a:cubicBezTo>
                  <a:cubicBezTo>
                    <a:pt x="1411" y="1021"/>
                    <a:pt x="1383" y="1076"/>
                    <a:pt x="1350" y="1123"/>
                  </a:cubicBezTo>
                  <a:close/>
                  <a:moveTo>
                    <a:pt x="1213" y="965"/>
                  </a:moveTo>
                  <a:cubicBezTo>
                    <a:pt x="1195" y="967"/>
                    <a:pt x="1173" y="973"/>
                    <a:pt x="1153" y="976"/>
                  </a:cubicBezTo>
                  <a:cubicBezTo>
                    <a:pt x="1153" y="1000"/>
                    <a:pt x="1152" y="1023"/>
                    <a:pt x="1150" y="1046"/>
                  </a:cubicBezTo>
                  <a:cubicBezTo>
                    <a:pt x="1160" y="1048"/>
                    <a:pt x="1167" y="1052"/>
                    <a:pt x="1177" y="1054"/>
                  </a:cubicBezTo>
                  <a:cubicBezTo>
                    <a:pt x="1190" y="1025"/>
                    <a:pt x="1202" y="996"/>
                    <a:pt x="1213" y="965"/>
                  </a:cubicBezTo>
                  <a:close/>
                  <a:moveTo>
                    <a:pt x="321" y="1062"/>
                  </a:moveTo>
                  <a:cubicBezTo>
                    <a:pt x="341" y="1057"/>
                    <a:pt x="360" y="1049"/>
                    <a:pt x="380" y="1044"/>
                  </a:cubicBezTo>
                  <a:cubicBezTo>
                    <a:pt x="370" y="1020"/>
                    <a:pt x="361" y="996"/>
                    <a:pt x="352" y="972"/>
                  </a:cubicBezTo>
                  <a:cubicBezTo>
                    <a:pt x="339" y="970"/>
                    <a:pt x="328" y="967"/>
                    <a:pt x="316" y="965"/>
                  </a:cubicBezTo>
                  <a:cubicBezTo>
                    <a:pt x="316" y="999"/>
                    <a:pt x="319" y="1030"/>
                    <a:pt x="321" y="1062"/>
                  </a:cubicBezTo>
                  <a:close/>
                  <a:moveTo>
                    <a:pt x="75" y="1024"/>
                  </a:moveTo>
                  <a:cubicBezTo>
                    <a:pt x="70" y="1006"/>
                    <a:pt x="68" y="985"/>
                    <a:pt x="62" y="968"/>
                  </a:cubicBezTo>
                  <a:cubicBezTo>
                    <a:pt x="50" y="986"/>
                    <a:pt x="69" y="1007"/>
                    <a:pt x="75" y="1024"/>
                  </a:cubicBezTo>
                  <a:close/>
                  <a:moveTo>
                    <a:pt x="382" y="1043"/>
                  </a:moveTo>
                  <a:cubicBezTo>
                    <a:pt x="421" y="1032"/>
                    <a:pt x="463" y="1025"/>
                    <a:pt x="504" y="1016"/>
                  </a:cubicBezTo>
                  <a:cubicBezTo>
                    <a:pt x="501" y="1009"/>
                    <a:pt x="499" y="1001"/>
                    <a:pt x="497" y="992"/>
                  </a:cubicBezTo>
                  <a:cubicBezTo>
                    <a:pt x="448" y="988"/>
                    <a:pt x="402" y="981"/>
                    <a:pt x="356" y="973"/>
                  </a:cubicBezTo>
                  <a:cubicBezTo>
                    <a:pt x="363" y="998"/>
                    <a:pt x="374" y="1019"/>
                    <a:pt x="382" y="1043"/>
                  </a:cubicBezTo>
                  <a:close/>
                  <a:moveTo>
                    <a:pt x="1150" y="976"/>
                  </a:moveTo>
                  <a:cubicBezTo>
                    <a:pt x="1125" y="981"/>
                    <a:pt x="1099" y="984"/>
                    <a:pt x="1073" y="987"/>
                  </a:cubicBezTo>
                  <a:cubicBezTo>
                    <a:pt x="1069" y="1000"/>
                    <a:pt x="1065" y="1012"/>
                    <a:pt x="1062" y="1025"/>
                  </a:cubicBezTo>
                  <a:cubicBezTo>
                    <a:pt x="1092" y="1029"/>
                    <a:pt x="1121" y="1039"/>
                    <a:pt x="1148" y="1044"/>
                  </a:cubicBezTo>
                  <a:cubicBezTo>
                    <a:pt x="1148" y="1021"/>
                    <a:pt x="1151" y="996"/>
                    <a:pt x="1150" y="976"/>
                  </a:cubicBezTo>
                  <a:close/>
                  <a:moveTo>
                    <a:pt x="95" y="1092"/>
                  </a:moveTo>
                  <a:cubicBezTo>
                    <a:pt x="95" y="1093"/>
                    <a:pt x="96" y="1092"/>
                    <a:pt x="95" y="1092"/>
                  </a:cubicBezTo>
                  <a:moveTo>
                    <a:pt x="95" y="1092"/>
                  </a:moveTo>
                  <a:cubicBezTo>
                    <a:pt x="84" y="1053"/>
                    <a:pt x="70" y="1017"/>
                    <a:pt x="54" y="984"/>
                  </a:cubicBezTo>
                  <a:cubicBezTo>
                    <a:pt x="36" y="1032"/>
                    <a:pt x="67" y="1071"/>
                    <a:pt x="95" y="1092"/>
                  </a:cubicBezTo>
                  <a:moveTo>
                    <a:pt x="950" y="1000"/>
                  </a:moveTo>
                  <a:cubicBezTo>
                    <a:pt x="950" y="1002"/>
                    <a:pt x="950" y="1004"/>
                    <a:pt x="950" y="1007"/>
                  </a:cubicBezTo>
                  <a:cubicBezTo>
                    <a:pt x="986" y="1013"/>
                    <a:pt x="1024" y="1017"/>
                    <a:pt x="1059" y="1024"/>
                  </a:cubicBezTo>
                  <a:cubicBezTo>
                    <a:pt x="1063" y="1013"/>
                    <a:pt x="1066" y="1000"/>
                    <a:pt x="1070" y="988"/>
                  </a:cubicBezTo>
                  <a:cubicBezTo>
                    <a:pt x="1030" y="992"/>
                    <a:pt x="990" y="996"/>
                    <a:pt x="950" y="1000"/>
                  </a:cubicBezTo>
                  <a:close/>
                  <a:moveTo>
                    <a:pt x="508" y="1016"/>
                  </a:moveTo>
                  <a:cubicBezTo>
                    <a:pt x="508" y="1009"/>
                    <a:pt x="508" y="1001"/>
                    <a:pt x="508" y="994"/>
                  </a:cubicBezTo>
                  <a:cubicBezTo>
                    <a:pt x="506" y="993"/>
                    <a:pt x="503" y="993"/>
                    <a:pt x="500" y="993"/>
                  </a:cubicBezTo>
                  <a:cubicBezTo>
                    <a:pt x="502" y="1001"/>
                    <a:pt x="502" y="1011"/>
                    <a:pt x="508" y="1016"/>
                  </a:cubicBezTo>
                  <a:close/>
                  <a:moveTo>
                    <a:pt x="510" y="994"/>
                  </a:moveTo>
                  <a:cubicBezTo>
                    <a:pt x="511" y="1001"/>
                    <a:pt x="509" y="1011"/>
                    <a:pt x="511" y="1016"/>
                  </a:cubicBezTo>
                  <a:cubicBezTo>
                    <a:pt x="545" y="1009"/>
                    <a:pt x="584" y="1008"/>
                    <a:pt x="619" y="1002"/>
                  </a:cubicBezTo>
                  <a:cubicBezTo>
                    <a:pt x="581" y="1001"/>
                    <a:pt x="546" y="997"/>
                    <a:pt x="510" y="994"/>
                  </a:cubicBezTo>
                  <a:close/>
                  <a:moveTo>
                    <a:pt x="684" y="1002"/>
                  </a:moveTo>
                  <a:cubicBezTo>
                    <a:pt x="696" y="1003"/>
                    <a:pt x="716" y="1005"/>
                    <a:pt x="726" y="1001"/>
                  </a:cubicBezTo>
                  <a:cubicBezTo>
                    <a:pt x="714" y="999"/>
                    <a:pt x="697" y="1001"/>
                    <a:pt x="684" y="1002"/>
                  </a:cubicBezTo>
                  <a:close/>
                  <a:moveTo>
                    <a:pt x="728" y="1002"/>
                  </a:moveTo>
                  <a:cubicBezTo>
                    <a:pt x="729" y="1002"/>
                    <a:pt x="729" y="1003"/>
                    <a:pt x="730" y="1003"/>
                  </a:cubicBezTo>
                  <a:cubicBezTo>
                    <a:pt x="740" y="1004"/>
                    <a:pt x="752" y="1004"/>
                    <a:pt x="763" y="1004"/>
                  </a:cubicBezTo>
                  <a:cubicBezTo>
                    <a:pt x="770" y="1004"/>
                    <a:pt x="780" y="1006"/>
                    <a:pt x="783" y="1001"/>
                  </a:cubicBezTo>
                  <a:cubicBezTo>
                    <a:pt x="767" y="1000"/>
                    <a:pt x="743" y="998"/>
                    <a:pt x="728" y="1002"/>
                  </a:cubicBezTo>
                  <a:close/>
                  <a:moveTo>
                    <a:pt x="786" y="1002"/>
                  </a:moveTo>
                  <a:cubicBezTo>
                    <a:pt x="802" y="1003"/>
                    <a:pt x="826" y="1004"/>
                    <a:pt x="840" y="1001"/>
                  </a:cubicBezTo>
                  <a:cubicBezTo>
                    <a:pt x="822" y="1003"/>
                    <a:pt x="801" y="997"/>
                    <a:pt x="786" y="1002"/>
                  </a:cubicBezTo>
                  <a:close/>
                  <a:moveTo>
                    <a:pt x="928" y="1005"/>
                  </a:moveTo>
                  <a:cubicBezTo>
                    <a:pt x="933" y="1006"/>
                    <a:pt x="939" y="1006"/>
                    <a:pt x="945" y="1007"/>
                  </a:cubicBezTo>
                  <a:cubicBezTo>
                    <a:pt x="945" y="1004"/>
                    <a:pt x="945" y="1002"/>
                    <a:pt x="945" y="1000"/>
                  </a:cubicBezTo>
                  <a:cubicBezTo>
                    <a:pt x="939" y="1001"/>
                    <a:pt x="929" y="998"/>
                    <a:pt x="928" y="1005"/>
                  </a:cubicBezTo>
                  <a:close/>
                  <a:moveTo>
                    <a:pt x="905" y="1003"/>
                  </a:moveTo>
                  <a:cubicBezTo>
                    <a:pt x="911" y="1002"/>
                    <a:pt x="924" y="1008"/>
                    <a:pt x="926" y="1002"/>
                  </a:cubicBezTo>
                  <a:cubicBezTo>
                    <a:pt x="921" y="1001"/>
                    <a:pt x="911" y="1002"/>
                    <a:pt x="905" y="1003"/>
                  </a:cubicBezTo>
                  <a:close/>
                  <a:moveTo>
                    <a:pt x="510" y="1018"/>
                  </a:moveTo>
                  <a:cubicBezTo>
                    <a:pt x="512" y="1043"/>
                    <a:pt x="518" y="1061"/>
                    <a:pt x="525" y="1080"/>
                  </a:cubicBezTo>
                  <a:cubicBezTo>
                    <a:pt x="539" y="1124"/>
                    <a:pt x="556" y="1165"/>
                    <a:pt x="573" y="1204"/>
                  </a:cubicBezTo>
                  <a:cubicBezTo>
                    <a:pt x="605" y="1200"/>
                    <a:pt x="636" y="1195"/>
                    <a:pt x="671" y="1193"/>
                  </a:cubicBezTo>
                  <a:cubicBezTo>
                    <a:pt x="658" y="1137"/>
                    <a:pt x="651" y="1072"/>
                    <a:pt x="641" y="1014"/>
                  </a:cubicBezTo>
                  <a:cubicBezTo>
                    <a:pt x="641" y="1011"/>
                    <a:pt x="643" y="1004"/>
                    <a:pt x="637" y="1004"/>
                  </a:cubicBezTo>
                  <a:cubicBezTo>
                    <a:pt x="594" y="1007"/>
                    <a:pt x="552" y="1012"/>
                    <a:pt x="510" y="1018"/>
                  </a:cubicBezTo>
                  <a:close/>
                  <a:moveTo>
                    <a:pt x="675" y="1192"/>
                  </a:moveTo>
                  <a:cubicBezTo>
                    <a:pt x="693" y="1192"/>
                    <a:pt x="708" y="1189"/>
                    <a:pt x="726" y="1190"/>
                  </a:cubicBezTo>
                  <a:cubicBezTo>
                    <a:pt x="727" y="1128"/>
                    <a:pt x="725" y="1068"/>
                    <a:pt x="726" y="1006"/>
                  </a:cubicBezTo>
                  <a:cubicBezTo>
                    <a:pt x="697" y="1006"/>
                    <a:pt x="672" y="1004"/>
                    <a:pt x="645" y="1004"/>
                  </a:cubicBezTo>
                  <a:cubicBezTo>
                    <a:pt x="650" y="1067"/>
                    <a:pt x="663" y="1131"/>
                    <a:pt x="675" y="1192"/>
                  </a:cubicBezTo>
                  <a:close/>
                  <a:moveTo>
                    <a:pt x="786" y="1006"/>
                  </a:moveTo>
                  <a:cubicBezTo>
                    <a:pt x="784" y="1067"/>
                    <a:pt x="782" y="1128"/>
                    <a:pt x="780" y="1189"/>
                  </a:cubicBezTo>
                  <a:cubicBezTo>
                    <a:pt x="815" y="1190"/>
                    <a:pt x="851" y="1191"/>
                    <a:pt x="883" y="1196"/>
                  </a:cubicBezTo>
                  <a:cubicBezTo>
                    <a:pt x="899" y="1135"/>
                    <a:pt x="913" y="1072"/>
                    <a:pt x="925" y="1007"/>
                  </a:cubicBezTo>
                  <a:cubicBezTo>
                    <a:pt x="882" y="1000"/>
                    <a:pt x="834" y="1007"/>
                    <a:pt x="786" y="1006"/>
                  </a:cubicBezTo>
                  <a:close/>
                  <a:moveTo>
                    <a:pt x="1439" y="1083"/>
                  </a:moveTo>
                  <a:cubicBezTo>
                    <a:pt x="1437" y="1084"/>
                    <a:pt x="1439" y="1084"/>
                    <a:pt x="1439" y="1083"/>
                  </a:cubicBezTo>
                  <a:moveTo>
                    <a:pt x="1439" y="1083"/>
                  </a:moveTo>
                  <a:cubicBezTo>
                    <a:pt x="1439" y="1083"/>
                    <a:pt x="1440" y="1083"/>
                    <a:pt x="1440" y="1083"/>
                  </a:cubicBezTo>
                  <a:cubicBezTo>
                    <a:pt x="1458" y="1065"/>
                    <a:pt x="1478" y="1037"/>
                    <a:pt x="1474" y="1004"/>
                  </a:cubicBezTo>
                  <a:cubicBezTo>
                    <a:pt x="1465" y="1033"/>
                    <a:pt x="1451" y="1057"/>
                    <a:pt x="1439" y="1083"/>
                  </a:cubicBezTo>
                  <a:moveTo>
                    <a:pt x="729" y="1190"/>
                  </a:moveTo>
                  <a:cubicBezTo>
                    <a:pt x="744" y="1188"/>
                    <a:pt x="762" y="1189"/>
                    <a:pt x="777" y="1189"/>
                  </a:cubicBezTo>
                  <a:cubicBezTo>
                    <a:pt x="780" y="1129"/>
                    <a:pt x="782" y="1067"/>
                    <a:pt x="783" y="1006"/>
                  </a:cubicBezTo>
                  <a:cubicBezTo>
                    <a:pt x="765" y="1006"/>
                    <a:pt x="747" y="1006"/>
                    <a:pt x="729" y="1006"/>
                  </a:cubicBezTo>
                  <a:cubicBezTo>
                    <a:pt x="727" y="1066"/>
                    <a:pt x="729" y="1129"/>
                    <a:pt x="729" y="1190"/>
                  </a:cubicBezTo>
                  <a:close/>
                  <a:moveTo>
                    <a:pt x="928" y="1007"/>
                  </a:moveTo>
                  <a:cubicBezTo>
                    <a:pt x="915" y="1072"/>
                    <a:pt x="903" y="1136"/>
                    <a:pt x="885" y="1196"/>
                  </a:cubicBezTo>
                  <a:cubicBezTo>
                    <a:pt x="903" y="1197"/>
                    <a:pt x="920" y="1200"/>
                    <a:pt x="937" y="1202"/>
                  </a:cubicBezTo>
                  <a:cubicBezTo>
                    <a:pt x="941" y="1140"/>
                    <a:pt x="945" y="1077"/>
                    <a:pt x="945" y="1009"/>
                  </a:cubicBezTo>
                  <a:cubicBezTo>
                    <a:pt x="940" y="1009"/>
                    <a:pt x="934" y="1008"/>
                    <a:pt x="928" y="1007"/>
                  </a:cubicBezTo>
                  <a:close/>
                  <a:moveTo>
                    <a:pt x="951" y="1010"/>
                  </a:moveTo>
                  <a:cubicBezTo>
                    <a:pt x="947" y="1074"/>
                    <a:pt x="947" y="1142"/>
                    <a:pt x="941" y="1203"/>
                  </a:cubicBezTo>
                  <a:cubicBezTo>
                    <a:pt x="955" y="1205"/>
                    <a:pt x="968" y="1208"/>
                    <a:pt x="981" y="1211"/>
                  </a:cubicBezTo>
                  <a:cubicBezTo>
                    <a:pt x="1010" y="1153"/>
                    <a:pt x="1037" y="1093"/>
                    <a:pt x="1058" y="1026"/>
                  </a:cubicBezTo>
                  <a:cubicBezTo>
                    <a:pt x="1022" y="1020"/>
                    <a:pt x="989" y="1013"/>
                    <a:pt x="951" y="1010"/>
                  </a:cubicBezTo>
                  <a:close/>
                  <a:moveTo>
                    <a:pt x="507" y="1020"/>
                  </a:moveTo>
                  <a:cubicBezTo>
                    <a:pt x="508" y="1024"/>
                    <a:pt x="508" y="1016"/>
                    <a:pt x="507" y="1020"/>
                  </a:cubicBezTo>
                  <a:close/>
                  <a:moveTo>
                    <a:pt x="384" y="1045"/>
                  </a:moveTo>
                  <a:cubicBezTo>
                    <a:pt x="411" y="1107"/>
                    <a:pt x="441" y="1167"/>
                    <a:pt x="479" y="1218"/>
                  </a:cubicBezTo>
                  <a:cubicBezTo>
                    <a:pt x="493" y="1223"/>
                    <a:pt x="508" y="1219"/>
                    <a:pt x="522" y="1216"/>
                  </a:cubicBezTo>
                  <a:cubicBezTo>
                    <a:pt x="517" y="1173"/>
                    <a:pt x="513" y="1126"/>
                    <a:pt x="510" y="1081"/>
                  </a:cubicBezTo>
                  <a:cubicBezTo>
                    <a:pt x="509" y="1066"/>
                    <a:pt x="511" y="1049"/>
                    <a:pt x="509" y="1034"/>
                  </a:cubicBezTo>
                  <a:cubicBezTo>
                    <a:pt x="508" y="1030"/>
                    <a:pt x="506" y="1023"/>
                    <a:pt x="502" y="1020"/>
                  </a:cubicBezTo>
                  <a:cubicBezTo>
                    <a:pt x="460" y="1026"/>
                    <a:pt x="422" y="1036"/>
                    <a:pt x="384" y="1045"/>
                  </a:cubicBezTo>
                  <a:close/>
                  <a:moveTo>
                    <a:pt x="1274" y="1095"/>
                  </a:moveTo>
                  <a:cubicBezTo>
                    <a:pt x="1283" y="1099"/>
                    <a:pt x="1290" y="1105"/>
                    <a:pt x="1299" y="1109"/>
                  </a:cubicBezTo>
                  <a:cubicBezTo>
                    <a:pt x="1304" y="1081"/>
                    <a:pt x="1312" y="1050"/>
                    <a:pt x="1312" y="1021"/>
                  </a:cubicBezTo>
                  <a:cubicBezTo>
                    <a:pt x="1301" y="1047"/>
                    <a:pt x="1286" y="1070"/>
                    <a:pt x="1274" y="1095"/>
                  </a:cubicBezTo>
                  <a:close/>
                  <a:moveTo>
                    <a:pt x="508" y="1025"/>
                  </a:moveTo>
                  <a:cubicBezTo>
                    <a:pt x="507" y="1024"/>
                    <a:pt x="508" y="1025"/>
                    <a:pt x="508" y="1025"/>
                  </a:cubicBezTo>
                  <a:close/>
                  <a:moveTo>
                    <a:pt x="75" y="1026"/>
                  </a:moveTo>
                  <a:cubicBezTo>
                    <a:pt x="75" y="1026"/>
                    <a:pt x="74" y="1025"/>
                    <a:pt x="75" y="1026"/>
                  </a:cubicBezTo>
                  <a:close/>
                  <a:moveTo>
                    <a:pt x="1062" y="1027"/>
                  </a:moveTo>
                  <a:cubicBezTo>
                    <a:pt x="1038" y="1091"/>
                    <a:pt x="1014" y="1154"/>
                    <a:pt x="984" y="1211"/>
                  </a:cubicBezTo>
                  <a:cubicBezTo>
                    <a:pt x="1013" y="1223"/>
                    <a:pt x="1049" y="1219"/>
                    <a:pt x="1083" y="1213"/>
                  </a:cubicBezTo>
                  <a:cubicBezTo>
                    <a:pt x="1092" y="1199"/>
                    <a:pt x="1103" y="1185"/>
                    <a:pt x="1112" y="1170"/>
                  </a:cubicBezTo>
                  <a:cubicBezTo>
                    <a:pt x="1121" y="1156"/>
                    <a:pt x="1134" y="1140"/>
                    <a:pt x="1139" y="1124"/>
                  </a:cubicBezTo>
                  <a:cubicBezTo>
                    <a:pt x="1146" y="1101"/>
                    <a:pt x="1143" y="1075"/>
                    <a:pt x="1147" y="1047"/>
                  </a:cubicBezTo>
                  <a:cubicBezTo>
                    <a:pt x="1119" y="1040"/>
                    <a:pt x="1091" y="1033"/>
                    <a:pt x="1062" y="1027"/>
                  </a:cubicBezTo>
                  <a:close/>
                  <a:moveTo>
                    <a:pt x="526" y="1215"/>
                  </a:moveTo>
                  <a:cubicBezTo>
                    <a:pt x="539" y="1211"/>
                    <a:pt x="555" y="1208"/>
                    <a:pt x="570" y="1205"/>
                  </a:cubicBezTo>
                  <a:cubicBezTo>
                    <a:pt x="548" y="1154"/>
                    <a:pt x="529" y="1101"/>
                    <a:pt x="511" y="1046"/>
                  </a:cubicBezTo>
                  <a:cubicBezTo>
                    <a:pt x="514" y="1104"/>
                    <a:pt x="518" y="1162"/>
                    <a:pt x="526" y="1215"/>
                  </a:cubicBezTo>
                  <a:close/>
                  <a:moveTo>
                    <a:pt x="322" y="1065"/>
                  </a:moveTo>
                  <a:cubicBezTo>
                    <a:pt x="325" y="1103"/>
                    <a:pt x="332" y="1137"/>
                    <a:pt x="339" y="1171"/>
                  </a:cubicBezTo>
                  <a:cubicBezTo>
                    <a:pt x="345" y="1180"/>
                    <a:pt x="353" y="1188"/>
                    <a:pt x="359" y="1198"/>
                  </a:cubicBezTo>
                  <a:cubicBezTo>
                    <a:pt x="396" y="1205"/>
                    <a:pt x="436" y="1213"/>
                    <a:pt x="474" y="1217"/>
                  </a:cubicBezTo>
                  <a:cubicBezTo>
                    <a:pt x="441" y="1168"/>
                    <a:pt x="410" y="1113"/>
                    <a:pt x="386" y="1057"/>
                  </a:cubicBezTo>
                  <a:cubicBezTo>
                    <a:pt x="384" y="1054"/>
                    <a:pt x="384" y="1048"/>
                    <a:pt x="379" y="1047"/>
                  </a:cubicBezTo>
                  <a:cubicBezTo>
                    <a:pt x="359" y="1052"/>
                    <a:pt x="341" y="1059"/>
                    <a:pt x="322" y="1065"/>
                  </a:cubicBezTo>
                  <a:close/>
                  <a:moveTo>
                    <a:pt x="1144" y="1118"/>
                  </a:moveTo>
                  <a:cubicBezTo>
                    <a:pt x="1154" y="1097"/>
                    <a:pt x="1166" y="1078"/>
                    <a:pt x="1175" y="1055"/>
                  </a:cubicBezTo>
                  <a:cubicBezTo>
                    <a:pt x="1166" y="1054"/>
                    <a:pt x="1159" y="1050"/>
                    <a:pt x="1150" y="1049"/>
                  </a:cubicBezTo>
                  <a:cubicBezTo>
                    <a:pt x="1149" y="1072"/>
                    <a:pt x="1144" y="1097"/>
                    <a:pt x="1144" y="1118"/>
                  </a:cubicBezTo>
                  <a:close/>
                  <a:moveTo>
                    <a:pt x="87" y="1057"/>
                  </a:moveTo>
                  <a:cubicBezTo>
                    <a:pt x="94" y="1077"/>
                    <a:pt x="96" y="1100"/>
                    <a:pt x="115" y="1107"/>
                  </a:cubicBezTo>
                  <a:cubicBezTo>
                    <a:pt x="106" y="1091"/>
                    <a:pt x="96" y="1074"/>
                    <a:pt x="87" y="1057"/>
                  </a:cubicBezTo>
                  <a:moveTo>
                    <a:pt x="87" y="1057"/>
                  </a:moveTo>
                  <a:cubicBezTo>
                    <a:pt x="88" y="1053"/>
                    <a:pt x="84" y="1057"/>
                    <a:pt x="87" y="1057"/>
                  </a:cubicBezTo>
                  <a:moveTo>
                    <a:pt x="1177" y="1057"/>
                  </a:moveTo>
                  <a:cubicBezTo>
                    <a:pt x="1172" y="1069"/>
                    <a:pt x="1167" y="1081"/>
                    <a:pt x="1160" y="1093"/>
                  </a:cubicBezTo>
                  <a:cubicBezTo>
                    <a:pt x="1155" y="1103"/>
                    <a:pt x="1146" y="1113"/>
                    <a:pt x="1142" y="1125"/>
                  </a:cubicBezTo>
                  <a:cubicBezTo>
                    <a:pt x="1138" y="1137"/>
                    <a:pt x="1139" y="1152"/>
                    <a:pt x="1136" y="1165"/>
                  </a:cubicBezTo>
                  <a:cubicBezTo>
                    <a:pt x="1134" y="1178"/>
                    <a:pt x="1131" y="1190"/>
                    <a:pt x="1129" y="1204"/>
                  </a:cubicBezTo>
                  <a:cubicBezTo>
                    <a:pt x="1155" y="1201"/>
                    <a:pt x="1179" y="1194"/>
                    <a:pt x="1204" y="1189"/>
                  </a:cubicBezTo>
                  <a:cubicBezTo>
                    <a:pt x="1227" y="1159"/>
                    <a:pt x="1250" y="1129"/>
                    <a:pt x="1269" y="1095"/>
                  </a:cubicBezTo>
                  <a:cubicBezTo>
                    <a:pt x="1240" y="1080"/>
                    <a:pt x="1211" y="1066"/>
                    <a:pt x="1177" y="1057"/>
                  </a:cubicBezTo>
                  <a:close/>
                  <a:moveTo>
                    <a:pt x="64" y="1065"/>
                  </a:moveTo>
                  <a:cubicBezTo>
                    <a:pt x="88" y="1121"/>
                    <a:pt x="118" y="1171"/>
                    <a:pt x="154" y="1215"/>
                  </a:cubicBezTo>
                  <a:moveTo>
                    <a:pt x="154" y="1215"/>
                  </a:moveTo>
                  <a:cubicBezTo>
                    <a:pt x="154" y="1216"/>
                    <a:pt x="155" y="1216"/>
                    <a:pt x="155" y="1216"/>
                  </a:cubicBezTo>
                  <a:moveTo>
                    <a:pt x="155" y="1216"/>
                  </a:moveTo>
                  <a:cubicBezTo>
                    <a:pt x="155" y="1217"/>
                    <a:pt x="155" y="1218"/>
                    <a:pt x="156" y="1218"/>
                  </a:cubicBezTo>
                  <a:moveTo>
                    <a:pt x="156" y="1218"/>
                  </a:moveTo>
                  <a:cubicBezTo>
                    <a:pt x="156" y="1219"/>
                    <a:pt x="157" y="1219"/>
                    <a:pt x="157" y="1219"/>
                  </a:cubicBezTo>
                  <a:moveTo>
                    <a:pt x="157" y="1219"/>
                  </a:moveTo>
                  <a:cubicBezTo>
                    <a:pt x="158" y="1220"/>
                    <a:pt x="158" y="1219"/>
                    <a:pt x="157" y="1219"/>
                  </a:cubicBezTo>
                  <a:moveTo>
                    <a:pt x="157" y="1219"/>
                  </a:moveTo>
                  <a:cubicBezTo>
                    <a:pt x="157" y="1218"/>
                    <a:pt x="157" y="1218"/>
                    <a:pt x="156" y="1218"/>
                  </a:cubicBezTo>
                  <a:moveTo>
                    <a:pt x="156" y="1218"/>
                  </a:moveTo>
                  <a:cubicBezTo>
                    <a:pt x="156" y="1217"/>
                    <a:pt x="156" y="1216"/>
                    <a:pt x="155" y="1216"/>
                  </a:cubicBezTo>
                  <a:moveTo>
                    <a:pt x="155" y="1216"/>
                  </a:moveTo>
                  <a:cubicBezTo>
                    <a:pt x="155" y="1215"/>
                    <a:pt x="155" y="1215"/>
                    <a:pt x="154" y="1215"/>
                  </a:cubicBezTo>
                  <a:moveTo>
                    <a:pt x="154" y="1215"/>
                  </a:moveTo>
                  <a:cubicBezTo>
                    <a:pt x="134" y="1178"/>
                    <a:pt x="113" y="1142"/>
                    <a:pt x="99" y="1099"/>
                  </a:cubicBezTo>
                  <a:cubicBezTo>
                    <a:pt x="85" y="1089"/>
                    <a:pt x="75" y="1077"/>
                    <a:pt x="64" y="1065"/>
                  </a:cubicBezTo>
                  <a:moveTo>
                    <a:pt x="64" y="1065"/>
                  </a:moveTo>
                  <a:cubicBezTo>
                    <a:pt x="63" y="1064"/>
                    <a:pt x="63" y="1065"/>
                    <a:pt x="64" y="1065"/>
                  </a:cubicBezTo>
                  <a:moveTo>
                    <a:pt x="282" y="1081"/>
                  </a:moveTo>
                  <a:cubicBezTo>
                    <a:pt x="297" y="1111"/>
                    <a:pt x="315" y="1138"/>
                    <a:pt x="335" y="1164"/>
                  </a:cubicBezTo>
                  <a:cubicBezTo>
                    <a:pt x="327" y="1133"/>
                    <a:pt x="324" y="1098"/>
                    <a:pt x="318" y="1066"/>
                  </a:cubicBezTo>
                  <a:cubicBezTo>
                    <a:pt x="307" y="1072"/>
                    <a:pt x="294" y="1076"/>
                    <a:pt x="282" y="1081"/>
                  </a:cubicBezTo>
                  <a:close/>
                  <a:moveTo>
                    <a:pt x="1457" y="1068"/>
                  </a:moveTo>
                  <a:cubicBezTo>
                    <a:pt x="1458" y="1069"/>
                    <a:pt x="1457" y="1068"/>
                    <a:pt x="1457" y="1068"/>
                  </a:cubicBezTo>
                  <a:close/>
                  <a:moveTo>
                    <a:pt x="1361" y="1232"/>
                  </a:moveTo>
                  <a:cubicBezTo>
                    <a:pt x="1360" y="1233"/>
                    <a:pt x="1361" y="1233"/>
                    <a:pt x="1361" y="1232"/>
                  </a:cubicBezTo>
                  <a:moveTo>
                    <a:pt x="1361" y="1232"/>
                  </a:moveTo>
                  <a:cubicBezTo>
                    <a:pt x="1399" y="1185"/>
                    <a:pt x="1434" y="1129"/>
                    <a:pt x="1456" y="1069"/>
                  </a:cubicBezTo>
                  <a:cubicBezTo>
                    <a:pt x="1450" y="1078"/>
                    <a:pt x="1442" y="1085"/>
                    <a:pt x="1433" y="1092"/>
                  </a:cubicBezTo>
                  <a:cubicBezTo>
                    <a:pt x="1414" y="1130"/>
                    <a:pt x="1388" y="1162"/>
                    <a:pt x="1365" y="1196"/>
                  </a:cubicBezTo>
                  <a:cubicBezTo>
                    <a:pt x="1367" y="1209"/>
                    <a:pt x="1364" y="1221"/>
                    <a:pt x="1361" y="1232"/>
                  </a:cubicBezTo>
                  <a:moveTo>
                    <a:pt x="341" y="1193"/>
                  </a:moveTo>
                  <a:cubicBezTo>
                    <a:pt x="341" y="1194"/>
                    <a:pt x="342" y="1193"/>
                    <a:pt x="341" y="1193"/>
                  </a:cubicBezTo>
                  <a:moveTo>
                    <a:pt x="341" y="1193"/>
                  </a:moveTo>
                  <a:cubicBezTo>
                    <a:pt x="340" y="1185"/>
                    <a:pt x="337" y="1179"/>
                    <a:pt x="337" y="1172"/>
                  </a:cubicBezTo>
                  <a:cubicBezTo>
                    <a:pt x="315" y="1144"/>
                    <a:pt x="298" y="1113"/>
                    <a:pt x="278" y="1083"/>
                  </a:cubicBezTo>
                  <a:cubicBezTo>
                    <a:pt x="261" y="1092"/>
                    <a:pt x="240" y="1102"/>
                    <a:pt x="222" y="1114"/>
                  </a:cubicBezTo>
                  <a:cubicBezTo>
                    <a:pt x="220" y="1116"/>
                    <a:pt x="207" y="1125"/>
                    <a:pt x="207" y="1127"/>
                  </a:cubicBezTo>
                  <a:cubicBezTo>
                    <a:pt x="207" y="1129"/>
                    <a:pt x="219" y="1144"/>
                    <a:pt x="221" y="1146"/>
                  </a:cubicBezTo>
                  <a:cubicBezTo>
                    <a:pt x="226" y="1153"/>
                    <a:pt x="230" y="1157"/>
                    <a:pt x="234" y="1164"/>
                  </a:cubicBezTo>
                  <a:cubicBezTo>
                    <a:pt x="269" y="1174"/>
                    <a:pt x="303" y="1186"/>
                    <a:pt x="341" y="1193"/>
                  </a:cubicBezTo>
                  <a:moveTo>
                    <a:pt x="183" y="1096"/>
                  </a:moveTo>
                  <a:cubicBezTo>
                    <a:pt x="183" y="1095"/>
                    <a:pt x="184" y="1096"/>
                    <a:pt x="183" y="1096"/>
                  </a:cubicBezTo>
                  <a:close/>
                  <a:moveTo>
                    <a:pt x="195" y="1134"/>
                  </a:moveTo>
                  <a:cubicBezTo>
                    <a:pt x="197" y="1130"/>
                    <a:pt x="202" y="1130"/>
                    <a:pt x="203" y="1125"/>
                  </a:cubicBezTo>
                  <a:cubicBezTo>
                    <a:pt x="196" y="1116"/>
                    <a:pt x="191" y="1106"/>
                    <a:pt x="184" y="1097"/>
                  </a:cubicBezTo>
                  <a:cubicBezTo>
                    <a:pt x="187" y="1110"/>
                    <a:pt x="190" y="1123"/>
                    <a:pt x="195" y="1134"/>
                  </a:cubicBezTo>
                  <a:close/>
                  <a:moveTo>
                    <a:pt x="1271" y="1097"/>
                  </a:moveTo>
                  <a:cubicBezTo>
                    <a:pt x="1271" y="1098"/>
                    <a:pt x="1270" y="1099"/>
                    <a:pt x="1270" y="1100"/>
                  </a:cubicBezTo>
                  <a:cubicBezTo>
                    <a:pt x="1254" y="1126"/>
                    <a:pt x="1234" y="1154"/>
                    <a:pt x="1216" y="1177"/>
                  </a:cubicBezTo>
                  <a:cubicBezTo>
                    <a:pt x="1214" y="1180"/>
                    <a:pt x="1210" y="1183"/>
                    <a:pt x="1210" y="1187"/>
                  </a:cubicBezTo>
                  <a:cubicBezTo>
                    <a:pt x="1235" y="1180"/>
                    <a:pt x="1261" y="1174"/>
                    <a:pt x="1284" y="1165"/>
                  </a:cubicBezTo>
                  <a:cubicBezTo>
                    <a:pt x="1289" y="1147"/>
                    <a:pt x="1294" y="1131"/>
                    <a:pt x="1298" y="1112"/>
                  </a:cubicBezTo>
                  <a:cubicBezTo>
                    <a:pt x="1289" y="1107"/>
                    <a:pt x="1281" y="1100"/>
                    <a:pt x="1271" y="1097"/>
                  </a:cubicBezTo>
                  <a:close/>
                  <a:moveTo>
                    <a:pt x="1426" y="1099"/>
                  </a:moveTo>
                  <a:cubicBezTo>
                    <a:pt x="1417" y="1104"/>
                    <a:pt x="1408" y="1111"/>
                    <a:pt x="1399" y="1117"/>
                  </a:cubicBezTo>
                  <a:cubicBezTo>
                    <a:pt x="1394" y="1137"/>
                    <a:pt x="1385" y="1154"/>
                    <a:pt x="1377" y="1173"/>
                  </a:cubicBezTo>
                  <a:moveTo>
                    <a:pt x="1377" y="1173"/>
                  </a:moveTo>
                  <a:cubicBezTo>
                    <a:pt x="1376" y="1173"/>
                    <a:pt x="1377" y="1174"/>
                    <a:pt x="1376" y="1175"/>
                  </a:cubicBezTo>
                  <a:moveTo>
                    <a:pt x="1376" y="1175"/>
                  </a:moveTo>
                  <a:cubicBezTo>
                    <a:pt x="1375" y="1175"/>
                    <a:pt x="1377" y="1176"/>
                    <a:pt x="1376" y="1175"/>
                  </a:cubicBezTo>
                  <a:moveTo>
                    <a:pt x="1376" y="1175"/>
                  </a:moveTo>
                  <a:cubicBezTo>
                    <a:pt x="1377" y="1174"/>
                    <a:pt x="1377" y="1173"/>
                    <a:pt x="1377" y="1173"/>
                  </a:cubicBezTo>
                  <a:moveTo>
                    <a:pt x="1377" y="1173"/>
                  </a:moveTo>
                  <a:cubicBezTo>
                    <a:pt x="1396" y="1150"/>
                    <a:pt x="1412" y="1125"/>
                    <a:pt x="1426" y="1099"/>
                  </a:cubicBezTo>
                  <a:moveTo>
                    <a:pt x="1426" y="1099"/>
                  </a:moveTo>
                  <a:cubicBezTo>
                    <a:pt x="1428" y="1098"/>
                    <a:pt x="1426" y="1098"/>
                    <a:pt x="1426" y="1099"/>
                  </a:cubicBezTo>
                  <a:moveTo>
                    <a:pt x="159" y="1216"/>
                  </a:moveTo>
                  <a:cubicBezTo>
                    <a:pt x="156" y="1201"/>
                    <a:pt x="160" y="1188"/>
                    <a:pt x="164" y="1176"/>
                  </a:cubicBezTo>
                  <a:cubicBezTo>
                    <a:pt x="148" y="1157"/>
                    <a:pt x="133" y="1136"/>
                    <a:pt x="120" y="1113"/>
                  </a:cubicBezTo>
                  <a:cubicBezTo>
                    <a:pt x="113" y="1111"/>
                    <a:pt x="109" y="1105"/>
                    <a:pt x="102" y="1103"/>
                  </a:cubicBezTo>
                  <a:cubicBezTo>
                    <a:pt x="118" y="1144"/>
                    <a:pt x="137" y="1181"/>
                    <a:pt x="159" y="1216"/>
                  </a:cubicBezTo>
                  <a:close/>
                  <a:moveTo>
                    <a:pt x="1287" y="1164"/>
                  </a:moveTo>
                  <a:cubicBezTo>
                    <a:pt x="1303" y="1157"/>
                    <a:pt x="1323" y="1155"/>
                    <a:pt x="1333" y="1143"/>
                  </a:cubicBezTo>
                  <a:cubicBezTo>
                    <a:pt x="1325" y="1131"/>
                    <a:pt x="1312" y="1123"/>
                    <a:pt x="1301" y="1114"/>
                  </a:cubicBezTo>
                  <a:cubicBezTo>
                    <a:pt x="1296" y="1131"/>
                    <a:pt x="1292" y="1148"/>
                    <a:pt x="1287" y="1164"/>
                  </a:cubicBezTo>
                  <a:close/>
                  <a:moveTo>
                    <a:pt x="126" y="1118"/>
                  </a:moveTo>
                  <a:cubicBezTo>
                    <a:pt x="138" y="1138"/>
                    <a:pt x="150" y="1157"/>
                    <a:pt x="166" y="1174"/>
                  </a:cubicBezTo>
                  <a:cubicBezTo>
                    <a:pt x="169" y="1162"/>
                    <a:pt x="177" y="1155"/>
                    <a:pt x="182" y="1146"/>
                  </a:cubicBezTo>
                  <a:cubicBezTo>
                    <a:pt x="161" y="1138"/>
                    <a:pt x="144" y="1127"/>
                    <a:pt x="126" y="1118"/>
                  </a:cubicBezTo>
                  <a:moveTo>
                    <a:pt x="126" y="1118"/>
                  </a:moveTo>
                  <a:cubicBezTo>
                    <a:pt x="125" y="1116"/>
                    <a:pt x="124" y="1118"/>
                    <a:pt x="126" y="1118"/>
                  </a:cubicBezTo>
                  <a:moveTo>
                    <a:pt x="1342" y="1146"/>
                  </a:moveTo>
                  <a:cubicBezTo>
                    <a:pt x="1351" y="1159"/>
                    <a:pt x="1360" y="1173"/>
                    <a:pt x="1365" y="1190"/>
                  </a:cubicBezTo>
                  <a:cubicBezTo>
                    <a:pt x="1377" y="1168"/>
                    <a:pt x="1387" y="1145"/>
                    <a:pt x="1396" y="1120"/>
                  </a:cubicBezTo>
                  <a:cubicBezTo>
                    <a:pt x="1397" y="1120"/>
                    <a:pt x="1396" y="1119"/>
                    <a:pt x="1395" y="1119"/>
                  </a:cubicBezTo>
                  <a:cubicBezTo>
                    <a:pt x="1379" y="1129"/>
                    <a:pt x="1361" y="1138"/>
                    <a:pt x="1342" y="1146"/>
                  </a:cubicBezTo>
                  <a:close/>
                  <a:moveTo>
                    <a:pt x="204" y="1128"/>
                  </a:moveTo>
                  <a:cubicBezTo>
                    <a:pt x="202" y="1133"/>
                    <a:pt x="196" y="1134"/>
                    <a:pt x="195" y="1139"/>
                  </a:cubicBezTo>
                  <a:cubicBezTo>
                    <a:pt x="197" y="1142"/>
                    <a:pt x="198" y="1146"/>
                    <a:pt x="198" y="1151"/>
                  </a:cubicBezTo>
                  <a:cubicBezTo>
                    <a:pt x="209" y="1153"/>
                    <a:pt x="219" y="1160"/>
                    <a:pt x="229" y="1160"/>
                  </a:cubicBezTo>
                  <a:cubicBezTo>
                    <a:pt x="220" y="1151"/>
                    <a:pt x="214" y="1138"/>
                    <a:pt x="204" y="1128"/>
                  </a:cubicBezTo>
                  <a:close/>
                  <a:moveTo>
                    <a:pt x="1100" y="1194"/>
                  </a:moveTo>
                  <a:cubicBezTo>
                    <a:pt x="1095" y="1200"/>
                    <a:pt x="1088" y="1206"/>
                    <a:pt x="1088" y="1212"/>
                  </a:cubicBezTo>
                  <a:cubicBezTo>
                    <a:pt x="1101" y="1209"/>
                    <a:pt x="1114" y="1208"/>
                    <a:pt x="1126" y="1205"/>
                  </a:cubicBezTo>
                  <a:cubicBezTo>
                    <a:pt x="1129" y="1181"/>
                    <a:pt x="1137" y="1156"/>
                    <a:pt x="1137" y="1132"/>
                  </a:cubicBezTo>
                  <a:cubicBezTo>
                    <a:pt x="1126" y="1153"/>
                    <a:pt x="1113" y="1175"/>
                    <a:pt x="1100" y="1194"/>
                  </a:cubicBezTo>
                  <a:close/>
                  <a:moveTo>
                    <a:pt x="187" y="1146"/>
                  </a:moveTo>
                  <a:cubicBezTo>
                    <a:pt x="190" y="1145"/>
                    <a:pt x="194" y="1150"/>
                    <a:pt x="196" y="1148"/>
                  </a:cubicBezTo>
                  <a:cubicBezTo>
                    <a:pt x="193" y="1146"/>
                    <a:pt x="194" y="1141"/>
                    <a:pt x="192" y="1140"/>
                  </a:cubicBezTo>
                  <a:cubicBezTo>
                    <a:pt x="191" y="1142"/>
                    <a:pt x="188" y="1143"/>
                    <a:pt x="187" y="1146"/>
                  </a:cubicBezTo>
                  <a:close/>
                  <a:moveTo>
                    <a:pt x="1333" y="1147"/>
                  </a:moveTo>
                  <a:cubicBezTo>
                    <a:pt x="1335" y="1147"/>
                    <a:pt x="1336" y="1146"/>
                    <a:pt x="1337" y="1145"/>
                  </a:cubicBezTo>
                  <a:cubicBezTo>
                    <a:pt x="1335" y="1143"/>
                    <a:pt x="1334" y="1145"/>
                    <a:pt x="1333" y="1147"/>
                  </a:cubicBezTo>
                  <a:close/>
                  <a:moveTo>
                    <a:pt x="241" y="1257"/>
                  </a:moveTo>
                  <a:cubicBezTo>
                    <a:pt x="241" y="1258"/>
                    <a:pt x="242" y="1257"/>
                    <a:pt x="241" y="1257"/>
                  </a:cubicBezTo>
                  <a:moveTo>
                    <a:pt x="241" y="1257"/>
                  </a:moveTo>
                  <a:cubicBezTo>
                    <a:pt x="224" y="1224"/>
                    <a:pt x="209" y="1190"/>
                    <a:pt x="197" y="1152"/>
                  </a:cubicBezTo>
                  <a:cubicBezTo>
                    <a:pt x="194" y="1150"/>
                    <a:pt x="189" y="1150"/>
                    <a:pt x="187" y="1148"/>
                  </a:cubicBezTo>
                  <a:cubicBezTo>
                    <a:pt x="177" y="1154"/>
                    <a:pt x="173" y="1166"/>
                    <a:pt x="167" y="1175"/>
                  </a:cubicBezTo>
                  <a:cubicBezTo>
                    <a:pt x="189" y="1205"/>
                    <a:pt x="214" y="1232"/>
                    <a:pt x="241" y="1257"/>
                  </a:cubicBezTo>
                  <a:moveTo>
                    <a:pt x="1207" y="1335"/>
                  </a:moveTo>
                  <a:cubicBezTo>
                    <a:pt x="1206" y="1335"/>
                    <a:pt x="1208" y="1336"/>
                    <a:pt x="1207" y="1335"/>
                  </a:cubicBezTo>
                  <a:moveTo>
                    <a:pt x="1207" y="1335"/>
                  </a:moveTo>
                  <a:cubicBezTo>
                    <a:pt x="1267" y="1295"/>
                    <a:pt x="1319" y="1248"/>
                    <a:pt x="1362" y="1192"/>
                  </a:cubicBezTo>
                  <a:cubicBezTo>
                    <a:pt x="1357" y="1174"/>
                    <a:pt x="1350" y="1158"/>
                    <a:pt x="1337" y="1148"/>
                  </a:cubicBezTo>
                  <a:cubicBezTo>
                    <a:pt x="1322" y="1158"/>
                    <a:pt x="1312" y="1174"/>
                    <a:pt x="1300" y="1189"/>
                  </a:cubicBezTo>
                  <a:cubicBezTo>
                    <a:pt x="1294" y="1196"/>
                    <a:pt x="1288" y="1203"/>
                    <a:pt x="1281" y="1210"/>
                  </a:cubicBezTo>
                  <a:cubicBezTo>
                    <a:pt x="1275" y="1217"/>
                    <a:pt x="1267" y="1223"/>
                    <a:pt x="1263" y="1230"/>
                  </a:cubicBezTo>
                  <a:cubicBezTo>
                    <a:pt x="1258" y="1239"/>
                    <a:pt x="1255" y="1249"/>
                    <a:pt x="1251" y="1258"/>
                  </a:cubicBezTo>
                  <a:cubicBezTo>
                    <a:pt x="1237" y="1285"/>
                    <a:pt x="1225" y="1311"/>
                    <a:pt x="1207" y="1335"/>
                  </a:cubicBezTo>
                  <a:moveTo>
                    <a:pt x="1324" y="1154"/>
                  </a:moveTo>
                  <a:cubicBezTo>
                    <a:pt x="1310" y="1158"/>
                    <a:pt x="1300" y="1164"/>
                    <a:pt x="1286" y="1167"/>
                  </a:cubicBezTo>
                  <a:cubicBezTo>
                    <a:pt x="1282" y="1186"/>
                    <a:pt x="1272" y="1204"/>
                    <a:pt x="1269" y="1221"/>
                  </a:cubicBezTo>
                  <a:cubicBezTo>
                    <a:pt x="1287" y="1199"/>
                    <a:pt x="1307" y="1178"/>
                    <a:pt x="1324" y="1154"/>
                  </a:cubicBezTo>
                  <a:moveTo>
                    <a:pt x="1324" y="1154"/>
                  </a:moveTo>
                  <a:cubicBezTo>
                    <a:pt x="1325" y="1154"/>
                    <a:pt x="1324" y="1153"/>
                    <a:pt x="1324" y="1154"/>
                  </a:cubicBezTo>
                  <a:moveTo>
                    <a:pt x="222" y="1212"/>
                  </a:moveTo>
                  <a:cubicBezTo>
                    <a:pt x="231" y="1230"/>
                    <a:pt x="237" y="1251"/>
                    <a:pt x="247" y="1264"/>
                  </a:cubicBezTo>
                  <a:cubicBezTo>
                    <a:pt x="252" y="1270"/>
                    <a:pt x="260" y="1275"/>
                    <a:pt x="267" y="1280"/>
                  </a:cubicBezTo>
                  <a:cubicBezTo>
                    <a:pt x="287" y="1297"/>
                    <a:pt x="306" y="1314"/>
                    <a:pt x="328" y="1328"/>
                  </a:cubicBezTo>
                  <a:cubicBezTo>
                    <a:pt x="334" y="1313"/>
                    <a:pt x="344" y="1302"/>
                    <a:pt x="354" y="1291"/>
                  </a:cubicBezTo>
                  <a:cubicBezTo>
                    <a:pt x="308" y="1254"/>
                    <a:pt x="269" y="1211"/>
                    <a:pt x="232" y="1165"/>
                  </a:cubicBezTo>
                  <a:cubicBezTo>
                    <a:pt x="220" y="1162"/>
                    <a:pt x="212" y="1157"/>
                    <a:pt x="200" y="1154"/>
                  </a:cubicBezTo>
                  <a:cubicBezTo>
                    <a:pt x="206" y="1174"/>
                    <a:pt x="214" y="1193"/>
                    <a:pt x="222" y="1212"/>
                  </a:cubicBezTo>
                  <a:close/>
                  <a:moveTo>
                    <a:pt x="356" y="1290"/>
                  </a:moveTo>
                  <a:cubicBezTo>
                    <a:pt x="359" y="1285"/>
                    <a:pt x="365" y="1284"/>
                    <a:pt x="367" y="1278"/>
                  </a:cubicBezTo>
                  <a:cubicBezTo>
                    <a:pt x="358" y="1252"/>
                    <a:pt x="349" y="1226"/>
                    <a:pt x="342" y="1197"/>
                  </a:cubicBezTo>
                  <a:cubicBezTo>
                    <a:pt x="306" y="1189"/>
                    <a:pt x="270" y="1177"/>
                    <a:pt x="238" y="1169"/>
                  </a:cubicBezTo>
                  <a:cubicBezTo>
                    <a:pt x="274" y="1212"/>
                    <a:pt x="312" y="1254"/>
                    <a:pt x="356" y="1290"/>
                  </a:cubicBezTo>
                  <a:close/>
                  <a:moveTo>
                    <a:pt x="1223" y="1265"/>
                  </a:moveTo>
                  <a:cubicBezTo>
                    <a:pt x="1235" y="1254"/>
                    <a:pt x="1255" y="1239"/>
                    <a:pt x="1263" y="1225"/>
                  </a:cubicBezTo>
                  <a:cubicBezTo>
                    <a:pt x="1273" y="1209"/>
                    <a:pt x="1274" y="1190"/>
                    <a:pt x="1282" y="1170"/>
                  </a:cubicBezTo>
                  <a:cubicBezTo>
                    <a:pt x="1282" y="1169"/>
                    <a:pt x="1282" y="1169"/>
                    <a:pt x="1281" y="1169"/>
                  </a:cubicBezTo>
                  <a:cubicBezTo>
                    <a:pt x="1257" y="1177"/>
                    <a:pt x="1232" y="1184"/>
                    <a:pt x="1206" y="1191"/>
                  </a:cubicBezTo>
                  <a:cubicBezTo>
                    <a:pt x="1184" y="1218"/>
                    <a:pt x="1160" y="1242"/>
                    <a:pt x="1137" y="1268"/>
                  </a:cubicBezTo>
                  <a:cubicBezTo>
                    <a:pt x="1155" y="1276"/>
                    <a:pt x="1167" y="1289"/>
                    <a:pt x="1181" y="1301"/>
                  </a:cubicBezTo>
                  <a:cubicBezTo>
                    <a:pt x="1195" y="1290"/>
                    <a:pt x="1208" y="1278"/>
                    <a:pt x="1223" y="1265"/>
                  </a:cubicBezTo>
                  <a:close/>
                  <a:moveTo>
                    <a:pt x="344" y="1195"/>
                  </a:moveTo>
                  <a:cubicBezTo>
                    <a:pt x="349" y="1194"/>
                    <a:pt x="353" y="1198"/>
                    <a:pt x="355" y="1196"/>
                  </a:cubicBezTo>
                  <a:cubicBezTo>
                    <a:pt x="350" y="1190"/>
                    <a:pt x="346" y="1183"/>
                    <a:pt x="341" y="1178"/>
                  </a:cubicBezTo>
                  <a:cubicBezTo>
                    <a:pt x="342" y="1184"/>
                    <a:pt x="343" y="1189"/>
                    <a:pt x="344" y="1195"/>
                  </a:cubicBezTo>
                  <a:close/>
                  <a:moveTo>
                    <a:pt x="289" y="1331"/>
                  </a:moveTo>
                  <a:cubicBezTo>
                    <a:pt x="289" y="1332"/>
                    <a:pt x="290" y="1331"/>
                    <a:pt x="289" y="1331"/>
                  </a:cubicBezTo>
                  <a:moveTo>
                    <a:pt x="289" y="1331"/>
                  </a:moveTo>
                  <a:cubicBezTo>
                    <a:pt x="274" y="1310"/>
                    <a:pt x="258" y="1290"/>
                    <a:pt x="246" y="1266"/>
                  </a:cubicBezTo>
                  <a:cubicBezTo>
                    <a:pt x="216" y="1240"/>
                    <a:pt x="192" y="1209"/>
                    <a:pt x="165" y="1180"/>
                  </a:cubicBezTo>
                  <a:cubicBezTo>
                    <a:pt x="163" y="1194"/>
                    <a:pt x="158" y="1209"/>
                    <a:pt x="163" y="1223"/>
                  </a:cubicBezTo>
                  <a:cubicBezTo>
                    <a:pt x="169" y="1238"/>
                    <a:pt x="189" y="1257"/>
                    <a:pt x="203" y="1271"/>
                  </a:cubicBezTo>
                  <a:cubicBezTo>
                    <a:pt x="217" y="1284"/>
                    <a:pt x="236" y="1304"/>
                    <a:pt x="249" y="1313"/>
                  </a:cubicBezTo>
                  <a:cubicBezTo>
                    <a:pt x="261" y="1321"/>
                    <a:pt x="278" y="1326"/>
                    <a:pt x="289" y="1331"/>
                  </a:cubicBezTo>
                  <a:moveTo>
                    <a:pt x="676" y="1195"/>
                  </a:moveTo>
                  <a:cubicBezTo>
                    <a:pt x="677" y="1209"/>
                    <a:pt x="682" y="1221"/>
                    <a:pt x="683" y="1235"/>
                  </a:cubicBezTo>
                  <a:cubicBezTo>
                    <a:pt x="697" y="1236"/>
                    <a:pt x="712" y="1236"/>
                    <a:pt x="727" y="1236"/>
                  </a:cubicBezTo>
                  <a:cubicBezTo>
                    <a:pt x="726" y="1222"/>
                    <a:pt x="730" y="1202"/>
                    <a:pt x="725" y="1192"/>
                  </a:cubicBezTo>
                  <a:cubicBezTo>
                    <a:pt x="709" y="1193"/>
                    <a:pt x="691" y="1193"/>
                    <a:pt x="676" y="1195"/>
                  </a:cubicBezTo>
                  <a:close/>
                  <a:moveTo>
                    <a:pt x="729" y="1192"/>
                  </a:moveTo>
                  <a:cubicBezTo>
                    <a:pt x="729" y="1207"/>
                    <a:pt x="731" y="1220"/>
                    <a:pt x="730" y="1236"/>
                  </a:cubicBezTo>
                  <a:cubicBezTo>
                    <a:pt x="744" y="1238"/>
                    <a:pt x="761" y="1236"/>
                    <a:pt x="775" y="1237"/>
                  </a:cubicBezTo>
                  <a:cubicBezTo>
                    <a:pt x="777" y="1222"/>
                    <a:pt x="777" y="1207"/>
                    <a:pt x="777" y="1192"/>
                  </a:cubicBezTo>
                  <a:cubicBezTo>
                    <a:pt x="761" y="1192"/>
                    <a:pt x="745" y="1192"/>
                    <a:pt x="729" y="1192"/>
                  </a:cubicBezTo>
                  <a:close/>
                  <a:moveTo>
                    <a:pt x="780" y="1192"/>
                  </a:moveTo>
                  <a:cubicBezTo>
                    <a:pt x="779" y="1206"/>
                    <a:pt x="779" y="1222"/>
                    <a:pt x="778" y="1237"/>
                  </a:cubicBezTo>
                  <a:cubicBezTo>
                    <a:pt x="809" y="1235"/>
                    <a:pt x="841" y="1236"/>
                    <a:pt x="871" y="1234"/>
                  </a:cubicBezTo>
                  <a:cubicBezTo>
                    <a:pt x="875" y="1222"/>
                    <a:pt x="879" y="1210"/>
                    <a:pt x="882" y="1198"/>
                  </a:cubicBezTo>
                  <a:cubicBezTo>
                    <a:pt x="849" y="1195"/>
                    <a:pt x="816" y="1192"/>
                    <a:pt x="780" y="1192"/>
                  </a:cubicBezTo>
                  <a:close/>
                  <a:moveTo>
                    <a:pt x="1200" y="1193"/>
                  </a:moveTo>
                  <a:cubicBezTo>
                    <a:pt x="1176" y="1197"/>
                    <a:pt x="1153" y="1204"/>
                    <a:pt x="1128" y="1207"/>
                  </a:cubicBezTo>
                  <a:cubicBezTo>
                    <a:pt x="1124" y="1224"/>
                    <a:pt x="1120" y="1239"/>
                    <a:pt x="1116" y="1255"/>
                  </a:cubicBezTo>
                  <a:cubicBezTo>
                    <a:pt x="1122" y="1258"/>
                    <a:pt x="1128" y="1262"/>
                    <a:pt x="1134" y="1265"/>
                  </a:cubicBezTo>
                  <a:cubicBezTo>
                    <a:pt x="1158" y="1242"/>
                    <a:pt x="1180" y="1219"/>
                    <a:pt x="1200" y="1193"/>
                  </a:cubicBezTo>
                  <a:moveTo>
                    <a:pt x="1200" y="1193"/>
                  </a:moveTo>
                  <a:cubicBezTo>
                    <a:pt x="1201" y="1192"/>
                    <a:pt x="1200" y="1192"/>
                    <a:pt x="1200" y="1193"/>
                  </a:cubicBezTo>
                  <a:moveTo>
                    <a:pt x="671" y="1195"/>
                  </a:moveTo>
                  <a:cubicBezTo>
                    <a:pt x="638" y="1198"/>
                    <a:pt x="605" y="1201"/>
                    <a:pt x="575" y="1207"/>
                  </a:cubicBezTo>
                  <a:cubicBezTo>
                    <a:pt x="578" y="1215"/>
                    <a:pt x="580" y="1224"/>
                    <a:pt x="586" y="1229"/>
                  </a:cubicBezTo>
                  <a:cubicBezTo>
                    <a:pt x="616" y="1232"/>
                    <a:pt x="650" y="1235"/>
                    <a:pt x="680" y="1234"/>
                  </a:cubicBezTo>
                  <a:cubicBezTo>
                    <a:pt x="676" y="1222"/>
                    <a:pt x="675" y="1207"/>
                    <a:pt x="671" y="1195"/>
                  </a:cubicBezTo>
                  <a:close/>
                  <a:moveTo>
                    <a:pt x="369" y="1277"/>
                  </a:moveTo>
                  <a:cubicBezTo>
                    <a:pt x="382" y="1271"/>
                    <a:pt x="394" y="1263"/>
                    <a:pt x="406" y="1255"/>
                  </a:cubicBezTo>
                  <a:cubicBezTo>
                    <a:pt x="389" y="1237"/>
                    <a:pt x="373" y="1219"/>
                    <a:pt x="358" y="1199"/>
                  </a:cubicBezTo>
                  <a:cubicBezTo>
                    <a:pt x="353" y="1200"/>
                    <a:pt x="350" y="1197"/>
                    <a:pt x="345" y="1198"/>
                  </a:cubicBezTo>
                  <a:cubicBezTo>
                    <a:pt x="352" y="1226"/>
                    <a:pt x="361" y="1251"/>
                    <a:pt x="369" y="1277"/>
                  </a:cubicBezTo>
                  <a:close/>
                  <a:moveTo>
                    <a:pt x="884" y="1199"/>
                  </a:moveTo>
                  <a:cubicBezTo>
                    <a:pt x="882" y="1211"/>
                    <a:pt x="877" y="1221"/>
                    <a:pt x="874" y="1234"/>
                  </a:cubicBezTo>
                  <a:cubicBezTo>
                    <a:pt x="894" y="1233"/>
                    <a:pt x="914" y="1231"/>
                    <a:pt x="934" y="1230"/>
                  </a:cubicBezTo>
                  <a:cubicBezTo>
                    <a:pt x="934" y="1221"/>
                    <a:pt x="936" y="1215"/>
                    <a:pt x="936" y="1205"/>
                  </a:cubicBezTo>
                  <a:cubicBezTo>
                    <a:pt x="919" y="1202"/>
                    <a:pt x="903" y="1199"/>
                    <a:pt x="884" y="1199"/>
                  </a:cubicBezTo>
                  <a:close/>
                  <a:moveTo>
                    <a:pt x="1360" y="1199"/>
                  </a:moveTo>
                  <a:cubicBezTo>
                    <a:pt x="1360" y="1199"/>
                    <a:pt x="1361" y="1200"/>
                    <a:pt x="1360" y="1199"/>
                  </a:cubicBezTo>
                  <a:close/>
                  <a:moveTo>
                    <a:pt x="363" y="1201"/>
                  </a:moveTo>
                  <a:cubicBezTo>
                    <a:pt x="378" y="1220"/>
                    <a:pt x="392" y="1239"/>
                    <a:pt x="410" y="1254"/>
                  </a:cubicBezTo>
                  <a:cubicBezTo>
                    <a:pt x="432" y="1244"/>
                    <a:pt x="454" y="1234"/>
                    <a:pt x="480" y="1227"/>
                  </a:cubicBezTo>
                  <a:cubicBezTo>
                    <a:pt x="477" y="1217"/>
                    <a:pt x="463" y="1219"/>
                    <a:pt x="454" y="1218"/>
                  </a:cubicBezTo>
                  <a:cubicBezTo>
                    <a:pt x="424" y="1213"/>
                    <a:pt x="391" y="1206"/>
                    <a:pt x="363" y="1201"/>
                  </a:cubicBezTo>
                  <a:moveTo>
                    <a:pt x="363" y="1201"/>
                  </a:moveTo>
                  <a:cubicBezTo>
                    <a:pt x="362" y="1200"/>
                    <a:pt x="361" y="1201"/>
                    <a:pt x="363" y="1201"/>
                  </a:cubicBezTo>
                  <a:moveTo>
                    <a:pt x="1359" y="1201"/>
                  </a:moveTo>
                  <a:cubicBezTo>
                    <a:pt x="1318" y="1253"/>
                    <a:pt x="1263" y="1298"/>
                    <a:pt x="1208" y="1338"/>
                  </a:cubicBezTo>
                  <a:cubicBezTo>
                    <a:pt x="1206" y="1339"/>
                    <a:pt x="1201" y="1341"/>
                    <a:pt x="1202" y="1345"/>
                  </a:cubicBezTo>
                  <a:cubicBezTo>
                    <a:pt x="1217" y="1339"/>
                    <a:pt x="1232" y="1333"/>
                    <a:pt x="1247" y="1326"/>
                  </a:cubicBezTo>
                  <a:cubicBezTo>
                    <a:pt x="1261" y="1320"/>
                    <a:pt x="1277" y="1313"/>
                    <a:pt x="1289" y="1304"/>
                  </a:cubicBezTo>
                  <a:cubicBezTo>
                    <a:pt x="1303" y="1293"/>
                    <a:pt x="1316" y="1270"/>
                    <a:pt x="1326" y="1255"/>
                  </a:cubicBezTo>
                  <a:cubicBezTo>
                    <a:pt x="1338" y="1238"/>
                    <a:pt x="1350" y="1220"/>
                    <a:pt x="1359" y="1201"/>
                  </a:cubicBezTo>
                  <a:moveTo>
                    <a:pt x="1359" y="1201"/>
                  </a:moveTo>
                  <a:cubicBezTo>
                    <a:pt x="1361" y="1201"/>
                    <a:pt x="1359" y="1200"/>
                    <a:pt x="1359" y="1201"/>
                  </a:cubicBezTo>
                  <a:moveTo>
                    <a:pt x="1301" y="1295"/>
                  </a:moveTo>
                  <a:cubicBezTo>
                    <a:pt x="1299" y="1296"/>
                    <a:pt x="1301" y="1297"/>
                    <a:pt x="1301" y="1295"/>
                  </a:cubicBezTo>
                  <a:moveTo>
                    <a:pt x="1301" y="1295"/>
                  </a:moveTo>
                  <a:cubicBezTo>
                    <a:pt x="1315" y="1282"/>
                    <a:pt x="1343" y="1260"/>
                    <a:pt x="1354" y="1241"/>
                  </a:cubicBezTo>
                  <a:cubicBezTo>
                    <a:pt x="1360" y="1231"/>
                    <a:pt x="1364" y="1215"/>
                    <a:pt x="1362" y="1201"/>
                  </a:cubicBezTo>
                  <a:cubicBezTo>
                    <a:pt x="1345" y="1236"/>
                    <a:pt x="1323" y="1266"/>
                    <a:pt x="1301" y="1295"/>
                  </a:cubicBezTo>
                  <a:moveTo>
                    <a:pt x="938" y="1229"/>
                  </a:moveTo>
                  <a:cubicBezTo>
                    <a:pt x="950" y="1230"/>
                    <a:pt x="958" y="1227"/>
                    <a:pt x="970" y="1227"/>
                  </a:cubicBezTo>
                  <a:cubicBezTo>
                    <a:pt x="975" y="1224"/>
                    <a:pt x="977" y="1218"/>
                    <a:pt x="979" y="1213"/>
                  </a:cubicBezTo>
                  <a:cubicBezTo>
                    <a:pt x="967" y="1210"/>
                    <a:pt x="953" y="1208"/>
                    <a:pt x="941" y="1205"/>
                  </a:cubicBezTo>
                  <a:cubicBezTo>
                    <a:pt x="939" y="1212"/>
                    <a:pt x="940" y="1222"/>
                    <a:pt x="938" y="1229"/>
                  </a:cubicBezTo>
                  <a:close/>
                  <a:moveTo>
                    <a:pt x="526" y="1219"/>
                  </a:moveTo>
                  <a:cubicBezTo>
                    <a:pt x="526" y="1221"/>
                    <a:pt x="526" y="1222"/>
                    <a:pt x="527" y="1223"/>
                  </a:cubicBezTo>
                  <a:cubicBezTo>
                    <a:pt x="544" y="1226"/>
                    <a:pt x="565" y="1229"/>
                    <a:pt x="582" y="1228"/>
                  </a:cubicBezTo>
                  <a:cubicBezTo>
                    <a:pt x="577" y="1222"/>
                    <a:pt x="575" y="1213"/>
                    <a:pt x="571" y="1207"/>
                  </a:cubicBezTo>
                  <a:cubicBezTo>
                    <a:pt x="557" y="1212"/>
                    <a:pt x="538" y="1212"/>
                    <a:pt x="526" y="1219"/>
                  </a:cubicBezTo>
                  <a:close/>
                  <a:moveTo>
                    <a:pt x="1084" y="1215"/>
                  </a:moveTo>
                  <a:cubicBezTo>
                    <a:pt x="1080" y="1223"/>
                    <a:pt x="1071" y="1229"/>
                    <a:pt x="1070" y="1236"/>
                  </a:cubicBezTo>
                  <a:cubicBezTo>
                    <a:pt x="1086" y="1240"/>
                    <a:pt x="1099" y="1248"/>
                    <a:pt x="1113" y="1253"/>
                  </a:cubicBezTo>
                  <a:cubicBezTo>
                    <a:pt x="1118" y="1240"/>
                    <a:pt x="1120" y="1224"/>
                    <a:pt x="1125" y="1210"/>
                  </a:cubicBezTo>
                  <a:cubicBezTo>
                    <a:pt x="1125" y="1209"/>
                    <a:pt x="1125" y="1208"/>
                    <a:pt x="1123" y="1208"/>
                  </a:cubicBezTo>
                  <a:cubicBezTo>
                    <a:pt x="1111" y="1211"/>
                    <a:pt x="1097" y="1213"/>
                    <a:pt x="1084" y="1215"/>
                  </a:cubicBezTo>
                  <a:close/>
                  <a:moveTo>
                    <a:pt x="982" y="1214"/>
                  </a:moveTo>
                  <a:cubicBezTo>
                    <a:pt x="980" y="1218"/>
                    <a:pt x="977" y="1222"/>
                    <a:pt x="975" y="1226"/>
                  </a:cubicBezTo>
                  <a:cubicBezTo>
                    <a:pt x="988" y="1225"/>
                    <a:pt x="1003" y="1224"/>
                    <a:pt x="1015" y="1222"/>
                  </a:cubicBezTo>
                  <a:cubicBezTo>
                    <a:pt x="1005" y="1219"/>
                    <a:pt x="994" y="1216"/>
                    <a:pt x="982" y="1214"/>
                  </a:cubicBezTo>
                  <a:close/>
                  <a:moveTo>
                    <a:pt x="1031" y="1223"/>
                  </a:moveTo>
                  <a:cubicBezTo>
                    <a:pt x="1044" y="1226"/>
                    <a:pt x="1054" y="1231"/>
                    <a:pt x="1066" y="1234"/>
                  </a:cubicBezTo>
                  <a:cubicBezTo>
                    <a:pt x="1070" y="1229"/>
                    <a:pt x="1080" y="1220"/>
                    <a:pt x="1078" y="1216"/>
                  </a:cubicBezTo>
                  <a:cubicBezTo>
                    <a:pt x="1063" y="1219"/>
                    <a:pt x="1045" y="1220"/>
                    <a:pt x="1031" y="1223"/>
                  </a:cubicBezTo>
                  <a:close/>
                  <a:moveTo>
                    <a:pt x="509" y="1223"/>
                  </a:moveTo>
                  <a:cubicBezTo>
                    <a:pt x="515" y="1222"/>
                    <a:pt x="518" y="1224"/>
                    <a:pt x="524" y="1223"/>
                  </a:cubicBezTo>
                  <a:cubicBezTo>
                    <a:pt x="523" y="1222"/>
                    <a:pt x="524" y="1217"/>
                    <a:pt x="521" y="1218"/>
                  </a:cubicBezTo>
                  <a:cubicBezTo>
                    <a:pt x="518" y="1220"/>
                    <a:pt x="511" y="1219"/>
                    <a:pt x="509" y="1223"/>
                  </a:cubicBezTo>
                  <a:close/>
                  <a:moveTo>
                    <a:pt x="482" y="1225"/>
                  </a:moveTo>
                  <a:cubicBezTo>
                    <a:pt x="487" y="1226"/>
                    <a:pt x="490" y="1224"/>
                    <a:pt x="493" y="1223"/>
                  </a:cubicBezTo>
                  <a:cubicBezTo>
                    <a:pt x="488" y="1223"/>
                    <a:pt x="483" y="1220"/>
                    <a:pt x="480" y="1223"/>
                  </a:cubicBezTo>
                  <a:cubicBezTo>
                    <a:pt x="481" y="1223"/>
                    <a:pt x="482" y="1224"/>
                    <a:pt x="482" y="1225"/>
                  </a:cubicBezTo>
                  <a:close/>
                  <a:moveTo>
                    <a:pt x="535" y="1295"/>
                  </a:moveTo>
                  <a:cubicBezTo>
                    <a:pt x="536" y="1296"/>
                    <a:pt x="537" y="1294"/>
                    <a:pt x="535" y="1295"/>
                  </a:cubicBezTo>
                  <a:moveTo>
                    <a:pt x="535" y="1295"/>
                  </a:moveTo>
                  <a:cubicBezTo>
                    <a:pt x="532" y="1272"/>
                    <a:pt x="527" y="1251"/>
                    <a:pt x="525" y="1227"/>
                  </a:cubicBezTo>
                  <a:cubicBezTo>
                    <a:pt x="512" y="1224"/>
                    <a:pt x="497" y="1223"/>
                    <a:pt x="486" y="1227"/>
                  </a:cubicBezTo>
                  <a:cubicBezTo>
                    <a:pt x="498" y="1250"/>
                    <a:pt x="518" y="1273"/>
                    <a:pt x="535" y="1295"/>
                  </a:cubicBezTo>
                  <a:moveTo>
                    <a:pt x="1022" y="1223"/>
                  </a:moveTo>
                  <a:cubicBezTo>
                    <a:pt x="1007" y="1223"/>
                    <a:pt x="991" y="1230"/>
                    <a:pt x="973" y="1229"/>
                  </a:cubicBezTo>
                  <a:cubicBezTo>
                    <a:pt x="960" y="1255"/>
                    <a:pt x="945" y="1280"/>
                    <a:pt x="928" y="1303"/>
                  </a:cubicBezTo>
                  <a:cubicBezTo>
                    <a:pt x="927" y="1316"/>
                    <a:pt x="925" y="1329"/>
                    <a:pt x="922" y="1342"/>
                  </a:cubicBezTo>
                  <a:cubicBezTo>
                    <a:pt x="920" y="1353"/>
                    <a:pt x="915" y="1367"/>
                    <a:pt x="917" y="1376"/>
                  </a:cubicBezTo>
                  <a:cubicBezTo>
                    <a:pt x="925" y="1381"/>
                    <a:pt x="933" y="1372"/>
                    <a:pt x="939" y="1367"/>
                  </a:cubicBezTo>
                  <a:cubicBezTo>
                    <a:pt x="986" y="1330"/>
                    <a:pt x="1029" y="1283"/>
                    <a:pt x="1064" y="1236"/>
                  </a:cubicBezTo>
                  <a:cubicBezTo>
                    <a:pt x="1050" y="1234"/>
                    <a:pt x="1038" y="1224"/>
                    <a:pt x="1022" y="1223"/>
                  </a:cubicBezTo>
                  <a:close/>
                  <a:moveTo>
                    <a:pt x="539" y="1299"/>
                  </a:moveTo>
                  <a:cubicBezTo>
                    <a:pt x="563" y="1325"/>
                    <a:pt x="587" y="1352"/>
                    <a:pt x="615" y="1374"/>
                  </a:cubicBezTo>
                  <a:cubicBezTo>
                    <a:pt x="628" y="1368"/>
                    <a:pt x="645" y="1367"/>
                    <a:pt x="658" y="1362"/>
                  </a:cubicBezTo>
                  <a:cubicBezTo>
                    <a:pt x="630" y="1322"/>
                    <a:pt x="605" y="1279"/>
                    <a:pt x="583" y="1232"/>
                  </a:cubicBezTo>
                  <a:cubicBezTo>
                    <a:pt x="564" y="1230"/>
                    <a:pt x="545" y="1229"/>
                    <a:pt x="527" y="1226"/>
                  </a:cubicBezTo>
                  <a:cubicBezTo>
                    <a:pt x="530" y="1251"/>
                    <a:pt x="535" y="1275"/>
                    <a:pt x="539" y="1299"/>
                  </a:cubicBezTo>
                  <a:close/>
                  <a:moveTo>
                    <a:pt x="537" y="1300"/>
                  </a:moveTo>
                  <a:cubicBezTo>
                    <a:pt x="517" y="1278"/>
                    <a:pt x="500" y="1252"/>
                    <a:pt x="481" y="1229"/>
                  </a:cubicBezTo>
                  <a:cubicBezTo>
                    <a:pt x="456" y="1237"/>
                    <a:pt x="433" y="1246"/>
                    <a:pt x="412" y="1256"/>
                  </a:cubicBezTo>
                  <a:cubicBezTo>
                    <a:pt x="452" y="1302"/>
                    <a:pt x="504" y="1344"/>
                    <a:pt x="558" y="1379"/>
                  </a:cubicBezTo>
                  <a:cubicBezTo>
                    <a:pt x="550" y="1354"/>
                    <a:pt x="543" y="1328"/>
                    <a:pt x="537" y="1300"/>
                  </a:cubicBezTo>
                  <a:close/>
                  <a:moveTo>
                    <a:pt x="938" y="1232"/>
                  </a:moveTo>
                  <a:cubicBezTo>
                    <a:pt x="936" y="1253"/>
                    <a:pt x="931" y="1276"/>
                    <a:pt x="931" y="1295"/>
                  </a:cubicBezTo>
                  <a:cubicBezTo>
                    <a:pt x="945" y="1275"/>
                    <a:pt x="957" y="1253"/>
                    <a:pt x="970" y="1231"/>
                  </a:cubicBezTo>
                  <a:cubicBezTo>
                    <a:pt x="970" y="1230"/>
                    <a:pt x="970" y="1229"/>
                    <a:pt x="968" y="1229"/>
                  </a:cubicBezTo>
                  <a:cubicBezTo>
                    <a:pt x="959" y="1231"/>
                    <a:pt x="948" y="1232"/>
                    <a:pt x="938" y="1232"/>
                  </a:cubicBezTo>
                  <a:close/>
                  <a:moveTo>
                    <a:pt x="663" y="1362"/>
                  </a:moveTo>
                  <a:cubicBezTo>
                    <a:pt x="679" y="1359"/>
                    <a:pt x="696" y="1357"/>
                    <a:pt x="712" y="1355"/>
                  </a:cubicBezTo>
                  <a:cubicBezTo>
                    <a:pt x="700" y="1317"/>
                    <a:pt x="690" y="1278"/>
                    <a:pt x="680" y="1238"/>
                  </a:cubicBezTo>
                  <a:cubicBezTo>
                    <a:pt x="649" y="1236"/>
                    <a:pt x="616" y="1235"/>
                    <a:pt x="586" y="1232"/>
                  </a:cubicBezTo>
                  <a:cubicBezTo>
                    <a:pt x="608" y="1279"/>
                    <a:pt x="632" y="1324"/>
                    <a:pt x="663" y="1362"/>
                  </a:cubicBezTo>
                  <a:close/>
                  <a:moveTo>
                    <a:pt x="872" y="1237"/>
                  </a:moveTo>
                  <a:cubicBezTo>
                    <a:pt x="861" y="1280"/>
                    <a:pt x="845" y="1318"/>
                    <a:pt x="829" y="1357"/>
                  </a:cubicBezTo>
                  <a:cubicBezTo>
                    <a:pt x="845" y="1360"/>
                    <a:pt x="862" y="1361"/>
                    <a:pt x="876" y="1366"/>
                  </a:cubicBezTo>
                  <a:cubicBezTo>
                    <a:pt x="895" y="1349"/>
                    <a:pt x="908" y="1326"/>
                    <a:pt x="924" y="1306"/>
                  </a:cubicBezTo>
                  <a:cubicBezTo>
                    <a:pt x="927" y="1282"/>
                    <a:pt x="932" y="1259"/>
                    <a:pt x="933" y="1233"/>
                  </a:cubicBezTo>
                  <a:cubicBezTo>
                    <a:pt x="912" y="1234"/>
                    <a:pt x="892" y="1235"/>
                    <a:pt x="872" y="1237"/>
                  </a:cubicBezTo>
                  <a:close/>
                  <a:moveTo>
                    <a:pt x="1182" y="1304"/>
                  </a:moveTo>
                  <a:cubicBezTo>
                    <a:pt x="1190" y="1314"/>
                    <a:pt x="1196" y="1326"/>
                    <a:pt x="1200" y="1341"/>
                  </a:cubicBezTo>
                  <a:cubicBezTo>
                    <a:pt x="1222" y="1309"/>
                    <a:pt x="1244" y="1273"/>
                    <a:pt x="1257" y="1235"/>
                  </a:cubicBezTo>
                  <a:cubicBezTo>
                    <a:pt x="1234" y="1260"/>
                    <a:pt x="1208" y="1282"/>
                    <a:pt x="1182" y="1304"/>
                  </a:cubicBezTo>
                  <a:close/>
                  <a:moveTo>
                    <a:pt x="778" y="1239"/>
                  </a:moveTo>
                  <a:cubicBezTo>
                    <a:pt x="776" y="1277"/>
                    <a:pt x="774" y="1315"/>
                    <a:pt x="773" y="1353"/>
                  </a:cubicBezTo>
                  <a:cubicBezTo>
                    <a:pt x="791" y="1354"/>
                    <a:pt x="810" y="1355"/>
                    <a:pt x="826" y="1357"/>
                  </a:cubicBezTo>
                  <a:cubicBezTo>
                    <a:pt x="843" y="1319"/>
                    <a:pt x="857" y="1279"/>
                    <a:pt x="870" y="1237"/>
                  </a:cubicBezTo>
                  <a:cubicBezTo>
                    <a:pt x="840" y="1238"/>
                    <a:pt x="810" y="1239"/>
                    <a:pt x="778" y="1239"/>
                  </a:cubicBezTo>
                  <a:close/>
                  <a:moveTo>
                    <a:pt x="170" y="1239"/>
                  </a:moveTo>
                  <a:cubicBezTo>
                    <a:pt x="177" y="1254"/>
                    <a:pt x="187" y="1266"/>
                    <a:pt x="198" y="1276"/>
                  </a:cubicBezTo>
                  <a:moveTo>
                    <a:pt x="198" y="1276"/>
                  </a:moveTo>
                  <a:cubicBezTo>
                    <a:pt x="199" y="1278"/>
                    <a:pt x="200" y="1276"/>
                    <a:pt x="198" y="1276"/>
                  </a:cubicBezTo>
                  <a:moveTo>
                    <a:pt x="198" y="1276"/>
                  </a:moveTo>
                  <a:cubicBezTo>
                    <a:pt x="189" y="1264"/>
                    <a:pt x="180" y="1250"/>
                    <a:pt x="170" y="1239"/>
                  </a:cubicBezTo>
                  <a:moveTo>
                    <a:pt x="170" y="1239"/>
                  </a:moveTo>
                  <a:cubicBezTo>
                    <a:pt x="169" y="1237"/>
                    <a:pt x="169" y="1239"/>
                    <a:pt x="170" y="1239"/>
                  </a:cubicBezTo>
                  <a:moveTo>
                    <a:pt x="716" y="1355"/>
                  </a:moveTo>
                  <a:cubicBezTo>
                    <a:pt x="722" y="1356"/>
                    <a:pt x="725" y="1353"/>
                    <a:pt x="731" y="1354"/>
                  </a:cubicBezTo>
                  <a:cubicBezTo>
                    <a:pt x="729" y="1317"/>
                    <a:pt x="729" y="1277"/>
                    <a:pt x="727" y="1239"/>
                  </a:cubicBezTo>
                  <a:cubicBezTo>
                    <a:pt x="713" y="1240"/>
                    <a:pt x="696" y="1237"/>
                    <a:pt x="684" y="1239"/>
                  </a:cubicBezTo>
                  <a:cubicBezTo>
                    <a:pt x="694" y="1278"/>
                    <a:pt x="704" y="1318"/>
                    <a:pt x="716" y="1355"/>
                  </a:cubicBezTo>
                  <a:close/>
                  <a:moveTo>
                    <a:pt x="1067" y="1238"/>
                  </a:moveTo>
                  <a:cubicBezTo>
                    <a:pt x="1026" y="1291"/>
                    <a:pt x="978" y="1338"/>
                    <a:pt x="927" y="1381"/>
                  </a:cubicBezTo>
                  <a:cubicBezTo>
                    <a:pt x="939" y="1385"/>
                    <a:pt x="948" y="1391"/>
                    <a:pt x="959" y="1396"/>
                  </a:cubicBezTo>
                  <a:cubicBezTo>
                    <a:pt x="1011" y="1367"/>
                    <a:pt x="1058" y="1334"/>
                    <a:pt x="1101" y="1296"/>
                  </a:cubicBezTo>
                  <a:cubicBezTo>
                    <a:pt x="1104" y="1282"/>
                    <a:pt x="1110" y="1271"/>
                    <a:pt x="1112" y="1256"/>
                  </a:cubicBezTo>
                  <a:cubicBezTo>
                    <a:pt x="1098" y="1249"/>
                    <a:pt x="1084" y="1242"/>
                    <a:pt x="1067" y="1238"/>
                  </a:cubicBezTo>
                  <a:close/>
                  <a:moveTo>
                    <a:pt x="731" y="1239"/>
                  </a:moveTo>
                  <a:cubicBezTo>
                    <a:pt x="730" y="1276"/>
                    <a:pt x="733" y="1316"/>
                    <a:pt x="733" y="1354"/>
                  </a:cubicBezTo>
                  <a:cubicBezTo>
                    <a:pt x="745" y="1354"/>
                    <a:pt x="757" y="1353"/>
                    <a:pt x="770" y="1353"/>
                  </a:cubicBezTo>
                  <a:cubicBezTo>
                    <a:pt x="772" y="1316"/>
                    <a:pt x="774" y="1278"/>
                    <a:pt x="775" y="1240"/>
                  </a:cubicBezTo>
                  <a:cubicBezTo>
                    <a:pt x="761" y="1239"/>
                    <a:pt x="747" y="1238"/>
                    <a:pt x="731" y="1239"/>
                  </a:cubicBezTo>
                  <a:close/>
                  <a:moveTo>
                    <a:pt x="559" y="1383"/>
                  </a:moveTo>
                  <a:cubicBezTo>
                    <a:pt x="502" y="1348"/>
                    <a:pt x="454" y="1304"/>
                    <a:pt x="408" y="1258"/>
                  </a:cubicBezTo>
                  <a:cubicBezTo>
                    <a:pt x="395" y="1265"/>
                    <a:pt x="383" y="1272"/>
                    <a:pt x="371" y="1280"/>
                  </a:cubicBezTo>
                  <a:cubicBezTo>
                    <a:pt x="377" y="1308"/>
                    <a:pt x="393" y="1320"/>
                    <a:pt x="414" y="1334"/>
                  </a:cubicBezTo>
                  <a:cubicBezTo>
                    <a:pt x="445" y="1356"/>
                    <a:pt x="480" y="1376"/>
                    <a:pt x="511" y="1392"/>
                  </a:cubicBezTo>
                  <a:cubicBezTo>
                    <a:pt x="529" y="1393"/>
                    <a:pt x="548" y="1399"/>
                    <a:pt x="564" y="1398"/>
                  </a:cubicBezTo>
                  <a:cubicBezTo>
                    <a:pt x="563" y="1393"/>
                    <a:pt x="560" y="1389"/>
                    <a:pt x="559" y="1383"/>
                  </a:cubicBezTo>
                  <a:close/>
                  <a:moveTo>
                    <a:pt x="1106" y="1293"/>
                  </a:moveTo>
                  <a:cubicBezTo>
                    <a:pt x="1114" y="1284"/>
                    <a:pt x="1124" y="1276"/>
                    <a:pt x="1133" y="1267"/>
                  </a:cubicBezTo>
                  <a:cubicBezTo>
                    <a:pt x="1126" y="1264"/>
                    <a:pt x="1122" y="1260"/>
                    <a:pt x="1115" y="1258"/>
                  </a:cubicBezTo>
                  <a:cubicBezTo>
                    <a:pt x="1112" y="1269"/>
                    <a:pt x="1106" y="1282"/>
                    <a:pt x="1106" y="1293"/>
                  </a:cubicBezTo>
                  <a:close/>
                  <a:moveTo>
                    <a:pt x="193" y="1264"/>
                  </a:moveTo>
                  <a:cubicBezTo>
                    <a:pt x="193" y="1265"/>
                    <a:pt x="193" y="1265"/>
                    <a:pt x="194" y="1265"/>
                  </a:cubicBezTo>
                  <a:moveTo>
                    <a:pt x="194" y="1265"/>
                  </a:moveTo>
                  <a:cubicBezTo>
                    <a:pt x="194" y="1266"/>
                    <a:pt x="194" y="1266"/>
                    <a:pt x="195" y="1266"/>
                  </a:cubicBezTo>
                  <a:moveTo>
                    <a:pt x="195" y="1266"/>
                  </a:moveTo>
                  <a:cubicBezTo>
                    <a:pt x="205" y="1280"/>
                    <a:pt x="216" y="1293"/>
                    <a:pt x="232" y="1301"/>
                  </a:cubicBezTo>
                  <a:moveTo>
                    <a:pt x="232" y="1301"/>
                  </a:moveTo>
                  <a:cubicBezTo>
                    <a:pt x="232" y="1302"/>
                    <a:pt x="232" y="1302"/>
                    <a:pt x="233" y="1302"/>
                  </a:cubicBezTo>
                  <a:moveTo>
                    <a:pt x="233" y="1302"/>
                  </a:moveTo>
                  <a:cubicBezTo>
                    <a:pt x="234" y="1304"/>
                    <a:pt x="234" y="1302"/>
                    <a:pt x="233" y="1302"/>
                  </a:cubicBezTo>
                  <a:moveTo>
                    <a:pt x="233" y="1302"/>
                  </a:moveTo>
                  <a:cubicBezTo>
                    <a:pt x="233" y="1301"/>
                    <a:pt x="233" y="1301"/>
                    <a:pt x="232" y="1301"/>
                  </a:cubicBezTo>
                  <a:moveTo>
                    <a:pt x="195" y="1266"/>
                  </a:moveTo>
                  <a:cubicBezTo>
                    <a:pt x="207" y="1278"/>
                    <a:pt x="219" y="1290"/>
                    <a:pt x="232" y="1301"/>
                  </a:cubicBezTo>
                  <a:moveTo>
                    <a:pt x="195" y="1266"/>
                  </a:moveTo>
                  <a:cubicBezTo>
                    <a:pt x="195" y="1265"/>
                    <a:pt x="194" y="1265"/>
                    <a:pt x="194" y="1265"/>
                  </a:cubicBezTo>
                  <a:moveTo>
                    <a:pt x="194" y="1265"/>
                  </a:moveTo>
                  <a:cubicBezTo>
                    <a:pt x="194" y="1264"/>
                    <a:pt x="193" y="1264"/>
                    <a:pt x="193" y="1264"/>
                  </a:cubicBezTo>
                  <a:moveTo>
                    <a:pt x="193" y="1264"/>
                  </a:moveTo>
                  <a:cubicBezTo>
                    <a:pt x="192" y="1262"/>
                    <a:pt x="192" y="1264"/>
                    <a:pt x="193" y="1264"/>
                  </a:cubicBezTo>
                  <a:moveTo>
                    <a:pt x="1071" y="1373"/>
                  </a:moveTo>
                  <a:cubicBezTo>
                    <a:pt x="1070" y="1374"/>
                    <a:pt x="1071" y="1374"/>
                    <a:pt x="1071" y="1373"/>
                  </a:cubicBezTo>
                  <a:moveTo>
                    <a:pt x="1071" y="1373"/>
                  </a:moveTo>
                  <a:cubicBezTo>
                    <a:pt x="1096" y="1361"/>
                    <a:pt x="1127" y="1341"/>
                    <a:pt x="1154" y="1321"/>
                  </a:cubicBezTo>
                  <a:cubicBezTo>
                    <a:pt x="1159" y="1318"/>
                    <a:pt x="1178" y="1306"/>
                    <a:pt x="1178" y="1302"/>
                  </a:cubicBezTo>
                  <a:cubicBezTo>
                    <a:pt x="1178" y="1299"/>
                    <a:pt x="1160" y="1286"/>
                    <a:pt x="1158" y="1284"/>
                  </a:cubicBezTo>
                  <a:cubicBezTo>
                    <a:pt x="1149" y="1277"/>
                    <a:pt x="1143" y="1273"/>
                    <a:pt x="1134" y="1269"/>
                  </a:cubicBezTo>
                  <a:cubicBezTo>
                    <a:pt x="1124" y="1279"/>
                    <a:pt x="1114" y="1289"/>
                    <a:pt x="1102" y="1298"/>
                  </a:cubicBezTo>
                  <a:cubicBezTo>
                    <a:pt x="1094" y="1326"/>
                    <a:pt x="1082" y="1349"/>
                    <a:pt x="1071" y="1373"/>
                  </a:cubicBezTo>
                  <a:moveTo>
                    <a:pt x="253" y="1272"/>
                  </a:moveTo>
                  <a:cubicBezTo>
                    <a:pt x="253" y="1273"/>
                    <a:pt x="254" y="1273"/>
                    <a:pt x="254" y="1273"/>
                  </a:cubicBezTo>
                  <a:moveTo>
                    <a:pt x="254" y="1273"/>
                  </a:moveTo>
                  <a:cubicBezTo>
                    <a:pt x="266" y="1296"/>
                    <a:pt x="280" y="1316"/>
                    <a:pt x="295" y="1335"/>
                  </a:cubicBezTo>
                  <a:cubicBezTo>
                    <a:pt x="305" y="1338"/>
                    <a:pt x="314" y="1343"/>
                    <a:pt x="324" y="1345"/>
                  </a:cubicBezTo>
                  <a:cubicBezTo>
                    <a:pt x="324" y="1340"/>
                    <a:pt x="326" y="1335"/>
                    <a:pt x="327" y="1331"/>
                  </a:cubicBezTo>
                  <a:cubicBezTo>
                    <a:pt x="302" y="1313"/>
                    <a:pt x="277" y="1294"/>
                    <a:pt x="254" y="1273"/>
                  </a:cubicBezTo>
                  <a:moveTo>
                    <a:pt x="254" y="1273"/>
                  </a:moveTo>
                  <a:cubicBezTo>
                    <a:pt x="254" y="1273"/>
                    <a:pt x="254" y="1272"/>
                    <a:pt x="253" y="1272"/>
                  </a:cubicBezTo>
                  <a:moveTo>
                    <a:pt x="253" y="1272"/>
                  </a:moveTo>
                  <a:cubicBezTo>
                    <a:pt x="253" y="1271"/>
                    <a:pt x="252" y="1273"/>
                    <a:pt x="253" y="1272"/>
                  </a:cubicBezTo>
                  <a:moveTo>
                    <a:pt x="379" y="1308"/>
                  </a:moveTo>
                  <a:cubicBezTo>
                    <a:pt x="380" y="1309"/>
                    <a:pt x="380" y="1308"/>
                    <a:pt x="379" y="1308"/>
                  </a:cubicBezTo>
                  <a:moveTo>
                    <a:pt x="379" y="1308"/>
                  </a:moveTo>
                  <a:cubicBezTo>
                    <a:pt x="376" y="1299"/>
                    <a:pt x="372" y="1290"/>
                    <a:pt x="368" y="1282"/>
                  </a:cubicBezTo>
                  <a:cubicBezTo>
                    <a:pt x="365" y="1285"/>
                    <a:pt x="361" y="1288"/>
                    <a:pt x="358" y="1292"/>
                  </a:cubicBezTo>
                  <a:cubicBezTo>
                    <a:pt x="365" y="1297"/>
                    <a:pt x="371" y="1303"/>
                    <a:pt x="379" y="1308"/>
                  </a:cubicBezTo>
                  <a:moveTo>
                    <a:pt x="383" y="1315"/>
                  </a:moveTo>
                  <a:cubicBezTo>
                    <a:pt x="373" y="1308"/>
                    <a:pt x="366" y="1299"/>
                    <a:pt x="355" y="1294"/>
                  </a:cubicBezTo>
                  <a:cubicBezTo>
                    <a:pt x="345" y="1304"/>
                    <a:pt x="335" y="1315"/>
                    <a:pt x="330" y="1330"/>
                  </a:cubicBezTo>
                  <a:cubicBezTo>
                    <a:pt x="356" y="1345"/>
                    <a:pt x="378" y="1368"/>
                    <a:pt x="413" y="1371"/>
                  </a:cubicBezTo>
                  <a:cubicBezTo>
                    <a:pt x="401" y="1354"/>
                    <a:pt x="391" y="1335"/>
                    <a:pt x="383" y="1315"/>
                  </a:cubicBezTo>
                  <a:close/>
                  <a:moveTo>
                    <a:pt x="929" y="1297"/>
                  </a:moveTo>
                  <a:cubicBezTo>
                    <a:pt x="929" y="1297"/>
                    <a:pt x="930" y="1298"/>
                    <a:pt x="929" y="1297"/>
                  </a:cubicBezTo>
                  <a:close/>
                  <a:moveTo>
                    <a:pt x="224" y="1300"/>
                  </a:moveTo>
                  <a:cubicBezTo>
                    <a:pt x="224" y="1301"/>
                    <a:pt x="225" y="1301"/>
                    <a:pt x="225" y="1301"/>
                  </a:cubicBezTo>
                  <a:moveTo>
                    <a:pt x="225" y="1301"/>
                  </a:moveTo>
                  <a:cubicBezTo>
                    <a:pt x="259" y="1340"/>
                    <a:pt x="299" y="1371"/>
                    <a:pt x="343" y="1399"/>
                  </a:cubicBezTo>
                  <a:cubicBezTo>
                    <a:pt x="340" y="1392"/>
                    <a:pt x="333" y="1387"/>
                    <a:pt x="331" y="1378"/>
                  </a:cubicBezTo>
                  <a:cubicBezTo>
                    <a:pt x="326" y="1374"/>
                    <a:pt x="321" y="1369"/>
                    <a:pt x="317" y="1364"/>
                  </a:cubicBezTo>
                  <a:cubicBezTo>
                    <a:pt x="283" y="1346"/>
                    <a:pt x="259" y="1319"/>
                    <a:pt x="225" y="1301"/>
                  </a:cubicBezTo>
                  <a:moveTo>
                    <a:pt x="225" y="1301"/>
                  </a:moveTo>
                  <a:cubicBezTo>
                    <a:pt x="226" y="1300"/>
                    <a:pt x="225" y="1300"/>
                    <a:pt x="224" y="1300"/>
                  </a:cubicBezTo>
                  <a:moveTo>
                    <a:pt x="224" y="1300"/>
                  </a:moveTo>
                  <a:cubicBezTo>
                    <a:pt x="224" y="1299"/>
                    <a:pt x="223" y="1300"/>
                    <a:pt x="224" y="1300"/>
                  </a:cubicBezTo>
                  <a:moveTo>
                    <a:pt x="961" y="1398"/>
                  </a:moveTo>
                  <a:cubicBezTo>
                    <a:pt x="996" y="1395"/>
                    <a:pt x="1039" y="1392"/>
                    <a:pt x="1066" y="1377"/>
                  </a:cubicBezTo>
                  <a:cubicBezTo>
                    <a:pt x="1077" y="1353"/>
                    <a:pt x="1091" y="1328"/>
                    <a:pt x="1097" y="1302"/>
                  </a:cubicBezTo>
                  <a:cubicBezTo>
                    <a:pt x="1057" y="1339"/>
                    <a:pt x="1010" y="1370"/>
                    <a:pt x="961" y="1398"/>
                  </a:cubicBezTo>
                  <a:close/>
                  <a:moveTo>
                    <a:pt x="1294" y="1304"/>
                  </a:moveTo>
                  <a:cubicBezTo>
                    <a:pt x="1293" y="1304"/>
                    <a:pt x="1294" y="1305"/>
                    <a:pt x="1294" y="1304"/>
                  </a:cubicBezTo>
                  <a:close/>
                  <a:moveTo>
                    <a:pt x="1292" y="1305"/>
                  </a:moveTo>
                  <a:cubicBezTo>
                    <a:pt x="1292" y="1305"/>
                    <a:pt x="1293" y="1306"/>
                    <a:pt x="1292" y="1305"/>
                  </a:cubicBezTo>
                  <a:close/>
                  <a:moveTo>
                    <a:pt x="561" y="1382"/>
                  </a:moveTo>
                  <a:cubicBezTo>
                    <a:pt x="567" y="1384"/>
                    <a:pt x="571" y="1388"/>
                    <a:pt x="577" y="1391"/>
                  </a:cubicBezTo>
                  <a:cubicBezTo>
                    <a:pt x="587" y="1385"/>
                    <a:pt x="597" y="1379"/>
                    <a:pt x="610" y="1376"/>
                  </a:cubicBezTo>
                  <a:cubicBezTo>
                    <a:pt x="587" y="1352"/>
                    <a:pt x="562" y="1331"/>
                    <a:pt x="541" y="1305"/>
                  </a:cubicBezTo>
                  <a:cubicBezTo>
                    <a:pt x="546" y="1332"/>
                    <a:pt x="554" y="1357"/>
                    <a:pt x="561" y="1382"/>
                  </a:cubicBezTo>
                  <a:close/>
                  <a:moveTo>
                    <a:pt x="1179" y="1305"/>
                  </a:moveTo>
                  <a:cubicBezTo>
                    <a:pt x="1162" y="1320"/>
                    <a:pt x="1142" y="1333"/>
                    <a:pt x="1122" y="1345"/>
                  </a:cubicBezTo>
                  <a:cubicBezTo>
                    <a:pt x="1103" y="1357"/>
                    <a:pt x="1083" y="1369"/>
                    <a:pt x="1066" y="1382"/>
                  </a:cubicBezTo>
                  <a:cubicBezTo>
                    <a:pt x="1112" y="1371"/>
                    <a:pt x="1168" y="1364"/>
                    <a:pt x="1197" y="1341"/>
                  </a:cubicBezTo>
                  <a:cubicBezTo>
                    <a:pt x="1194" y="1326"/>
                    <a:pt x="1188" y="1314"/>
                    <a:pt x="1179" y="1305"/>
                  </a:cubicBezTo>
                  <a:close/>
                  <a:moveTo>
                    <a:pt x="1283" y="1311"/>
                  </a:moveTo>
                  <a:cubicBezTo>
                    <a:pt x="1257" y="1325"/>
                    <a:pt x="1230" y="1338"/>
                    <a:pt x="1200" y="1348"/>
                  </a:cubicBezTo>
                  <a:cubicBezTo>
                    <a:pt x="1201" y="1361"/>
                    <a:pt x="1197" y="1369"/>
                    <a:pt x="1194" y="1378"/>
                  </a:cubicBezTo>
                  <a:moveTo>
                    <a:pt x="1194" y="1378"/>
                  </a:moveTo>
                  <a:cubicBezTo>
                    <a:pt x="1193" y="1379"/>
                    <a:pt x="1194" y="1379"/>
                    <a:pt x="1194" y="1378"/>
                  </a:cubicBezTo>
                  <a:moveTo>
                    <a:pt x="1194" y="1378"/>
                  </a:moveTo>
                  <a:cubicBezTo>
                    <a:pt x="1227" y="1358"/>
                    <a:pt x="1258" y="1338"/>
                    <a:pt x="1283" y="1311"/>
                  </a:cubicBezTo>
                  <a:moveTo>
                    <a:pt x="1283" y="1311"/>
                  </a:moveTo>
                  <a:cubicBezTo>
                    <a:pt x="1285" y="1310"/>
                    <a:pt x="1283" y="1310"/>
                    <a:pt x="1283" y="1311"/>
                  </a:cubicBezTo>
                  <a:moveTo>
                    <a:pt x="881" y="1367"/>
                  </a:moveTo>
                  <a:cubicBezTo>
                    <a:pt x="892" y="1368"/>
                    <a:pt x="901" y="1372"/>
                    <a:pt x="911" y="1374"/>
                  </a:cubicBezTo>
                  <a:cubicBezTo>
                    <a:pt x="916" y="1355"/>
                    <a:pt x="921" y="1331"/>
                    <a:pt x="922" y="1312"/>
                  </a:cubicBezTo>
                  <a:cubicBezTo>
                    <a:pt x="910" y="1331"/>
                    <a:pt x="895" y="1349"/>
                    <a:pt x="881" y="1367"/>
                  </a:cubicBezTo>
                  <a:close/>
                  <a:moveTo>
                    <a:pt x="388" y="1319"/>
                  </a:moveTo>
                  <a:cubicBezTo>
                    <a:pt x="395" y="1338"/>
                    <a:pt x="406" y="1356"/>
                    <a:pt x="416" y="1373"/>
                  </a:cubicBezTo>
                  <a:cubicBezTo>
                    <a:pt x="444" y="1379"/>
                    <a:pt x="470" y="1386"/>
                    <a:pt x="500" y="1390"/>
                  </a:cubicBezTo>
                  <a:moveTo>
                    <a:pt x="500" y="1390"/>
                  </a:moveTo>
                  <a:cubicBezTo>
                    <a:pt x="500" y="1392"/>
                    <a:pt x="504" y="1389"/>
                    <a:pt x="500" y="1390"/>
                  </a:cubicBezTo>
                  <a:moveTo>
                    <a:pt x="388" y="1319"/>
                  </a:moveTo>
                  <a:cubicBezTo>
                    <a:pt x="423" y="1344"/>
                    <a:pt x="460" y="1368"/>
                    <a:pt x="500" y="1390"/>
                  </a:cubicBezTo>
                  <a:moveTo>
                    <a:pt x="388" y="1319"/>
                  </a:moveTo>
                  <a:cubicBezTo>
                    <a:pt x="387" y="1317"/>
                    <a:pt x="386" y="1319"/>
                    <a:pt x="388" y="1319"/>
                  </a:cubicBezTo>
                  <a:moveTo>
                    <a:pt x="261" y="1322"/>
                  </a:moveTo>
                  <a:cubicBezTo>
                    <a:pt x="260" y="1322"/>
                    <a:pt x="262" y="1323"/>
                    <a:pt x="261" y="1322"/>
                  </a:cubicBezTo>
                  <a:close/>
                  <a:moveTo>
                    <a:pt x="264" y="1323"/>
                  </a:moveTo>
                  <a:cubicBezTo>
                    <a:pt x="264" y="1324"/>
                    <a:pt x="264" y="1324"/>
                    <a:pt x="264" y="1324"/>
                  </a:cubicBezTo>
                  <a:cubicBezTo>
                    <a:pt x="279" y="1334"/>
                    <a:pt x="292" y="1346"/>
                    <a:pt x="308" y="1355"/>
                  </a:cubicBezTo>
                  <a:moveTo>
                    <a:pt x="308" y="1355"/>
                  </a:moveTo>
                  <a:cubicBezTo>
                    <a:pt x="308" y="1356"/>
                    <a:pt x="308" y="1356"/>
                    <a:pt x="309" y="1356"/>
                  </a:cubicBezTo>
                  <a:moveTo>
                    <a:pt x="309" y="1356"/>
                  </a:moveTo>
                  <a:cubicBezTo>
                    <a:pt x="309" y="1357"/>
                    <a:pt x="310" y="1356"/>
                    <a:pt x="309" y="1356"/>
                  </a:cubicBezTo>
                  <a:moveTo>
                    <a:pt x="309" y="1356"/>
                  </a:moveTo>
                  <a:cubicBezTo>
                    <a:pt x="309" y="1355"/>
                    <a:pt x="309" y="1355"/>
                    <a:pt x="308" y="1355"/>
                  </a:cubicBezTo>
                  <a:moveTo>
                    <a:pt x="308" y="1355"/>
                  </a:moveTo>
                  <a:cubicBezTo>
                    <a:pt x="299" y="1338"/>
                    <a:pt x="282" y="1330"/>
                    <a:pt x="264" y="1323"/>
                  </a:cubicBezTo>
                  <a:moveTo>
                    <a:pt x="264" y="1323"/>
                  </a:moveTo>
                  <a:cubicBezTo>
                    <a:pt x="263" y="1322"/>
                    <a:pt x="263" y="1323"/>
                    <a:pt x="264" y="1323"/>
                  </a:cubicBezTo>
                  <a:moveTo>
                    <a:pt x="327" y="1347"/>
                  </a:moveTo>
                  <a:cubicBezTo>
                    <a:pt x="343" y="1351"/>
                    <a:pt x="359" y="1360"/>
                    <a:pt x="374" y="1361"/>
                  </a:cubicBezTo>
                  <a:cubicBezTo>
                    <a:pt x="358" y="1353"/>
                    <a:pt x="345" y="1342"/>
                    <a:pt x="329" y="1333"/>
                  </a:cubicBezTo>
                  <a:cubicBezTo>
                    <a:pt x="328" y="1337"/>
                    <a:pt x="327" y="1341"/>
                    <a:pt x="327" y="1347"/>
                  </a:cubicBezTo>
                  <a:close/>
                  <a:moveTo>
                    <a:pt x="299" y="1340"/>
                  </a:moveTo>
                  <a:cubicBezTo>
                    <a:pt x="308" y="1349"/>
                    <a:pt x="314" y="1361"/>
                    <a:pt x="326" y="1367"/>
                  </a:cubicBezTo>
                  <a:cubicBezTo>
                    <a:pt x="325" y="1362"/>
                    <a:pt x="324" y="1356"/>
                    <a:pt x="324" y="1348"/>
                  </a:cubicBezTo>
                  <a:cubicBezTo>
                    <a:pt x="315" y="1346"/>
                    <a:pt x="309" y="1342"/>
                    <a:pt x="299" y="1340"/>
                  </a:cubicBezTo>
                  <a:moveTo>
                    <a:pt x="299" y="1340"/>
                  </a:moveTo>
                  <a:cubicBezTo>
                    <a:pt x="299" y="1338"/>
                    <a:pt x="298" y="1340"/>
                    <a:pt x="299" y="1340"/>
                  </a:cubicBezTo>
                  <a:moveTo>
                    <a:pt x="1254" y="1341"/>
                  </a:moveTo>
                  <a:cubicBezTo>
                    <a:pt x="1254" y="1340"/>
                    <a:pt x="1254" y="1341"/>
                    <a:pt x="1254" y="1342"/>
                  </a:cubicBezTo>
                  <a:moveTo>
                    <a:pt x="1254" y="1342"/>
                  </a:moveTo>
                  <a:cubicBezTo>
                    <a:pt x="1253" y="1341"/>
                    <a:pt x="1253" y="1342"/>
                    <a:pt x="1253" y="1343"/>
                  </a:cubicBezTo>
                  <a:moveTo>
                    <a:pt x="1253" y="1343"/>
                  </a:moveTo>
                  <a:cubicBezTo>
                    <a:pt x="1252" y="1342"/>
                    <a:pt x="1252" y="1343"/>
                    <a:pt x="1252" y="1343"/>
                  </a:cubicBezTo>
                  <a:moveTo>
                    <a:pt x="1252" y="1343"/>
                  </a:moveTo>
                  <a:cubicBezTo>
                    <a:pt x="1231" y="1356"/>
                    <a:pt x="1213" y="1372"/>
                    <a:pt x="1191" y="1383"/>
                  </a:cubicBezTo>
                  <a:cubicBezTo>
                    <a:pt x="1188" y="1390"/>
                    <a:pt x="1182" y="1395"/>
                    <a:pt x="1178" y="1402"/>
                  </a:cubicBezTo>
                  <a:moveTo>
                    <a:pt x="1178" y="1402"/>
                  </a:moveTo>
                  <a:cubicBezTo>
                    <a:pt x="1177" y="1402"/>
                    <a:pt x="1177" y="1402"/>
                    <a:pt x="1177" y="1403"/>
                  </a:cubicBezTo>
                  <a:moveTo>
                    <a:pt x="1177" y="1403"/>
                  </a:moveTo>
                  <a:cubicBezTo>
                    <a:pt x="1175" y="1404"/>
                    <a:pt x="1177" y="1404"/>
                    <a:pt x="1177" y="1403"/>
                  </a:cubicBezTo>
                  <a:moveTo>
                    <a:pt x="1177" y="1403"/>
                  </a:moveTo>
                  <a:cubicBezTo>
                    <a:pt x="1178" y="1403"/>
                    <a:pt x="1178" y="1403"/>
                    <a:pt x="1178" y="1402"/>
                  </a:cubicBezTo>
                  <a:moveTo>
                    <a:pt x="1178" y="1402"/>
                  </a:moveTo>
                  <a:cubicBezTo>
                    <a:pt x="1205" y="1385"/>
                    <a:pt x="1229" y="1365"/>
                    <a:pt x="1252" y="1343"/>
                  </a:cubicBezTo>
                  <a:moveTo>
                    <a:pt x="1252" y="1343"/>
                  </a:moveTo>
                  <a:cubicBezTo>
                    <a:pt x="1252" y="1344"/>
                    <a:pt x="1253" y="1343"/>
                    <a:pt x="1253" y="1343"/>
                  </a:cubicBezTo>
                  <a:moveTo>
                    <a:pt x="1253" y="1343"/>
                  </a:moveTo>
                  <a:cubicBezTo>
                    <a:pt x="1253" y="1343"/>
                    <a:pt x="1253" y="1342"/>
                    <a:pt x="1254" y="1342"/>
                  </a:cubicBezTo>
                  <a:moveTo>
                    <a:pt x="1254" y="1342"/>
                  </a:moveTo>
                  <a:cubicBezTo>
                    <a:pt x="1254" y="1342"/>
                    <a:pt x="1254" y="1341"/>
                    <a:pt x="1254" y="1341"/>
                  </a:cubicBezTo>
                  <a:moveTo>
                    <a:pt x="1254" y="1341"/>
                  </a:moveTo>
                  <a:cubicBezTo>
                    <a:pt x="1256" y="1340"/>
                    <a:pt x="1254" y="1339"/>
                    <a:pt x="1254" y="1341"/>
                  </a:cubicBezTo>
                  <a:moveTo>
                    <a:pt x="1193" y="1348"/>
                  </a:moveTo>
                  <a:cubicBezTo>
                    <a:pt x="1193" y="1348"/>
                    <a:pt x="1194" y="1349"/>
                    <a:pt x="1193" y="1348"/>
                  </a:cubicBezTo>
                  <a:close/>
                  <a:moveTo>
                    <a:pt x="330" y="1369"/>
                  </a:moveTo>
                  <a:cubicBezTo>
                    <a:pt x="368" y="1393"/>
                    <a:pt x="409" y="1413"/>
                    <a:pt x="454" y="1429"/>
                  </a:cubicBezTo>
                  <a:cubicBezTo>
                    <a:pt x="444" y="1415"/>
                    <a:pt x="432" y="1403"/>
                    <a:pt x="423" y="1388"/>
                  </a:cubicBezTo>
                  <a:cubicBezTo>
                    <a:pt x="395" y="1370"/>
                    <a:pt x="360" y="1360"/>
                    <a:pt x="326" y="1349"/>
                  </a:cubicBezTo>
                  <a:cubicBezTo>
                    <a:pt x="327" y="1357"/>
                    <a:pt x="327" y="1364"/>
                    <a:pt x="330" y="1369"/>
                  </a:cubicBezTo>
                  <a:close/>
                  <a:moveTo>
                    <a:pt x="1151" y="1402"/>
                  </a:moveTo>
                  <a:cubicBezTo>
                    <a:pt x="1149" y="1403"/>
                    <a:pt x="1151" y="1403"/>
                    <a:pt x="1151" y="1402"/>
                  </a:cubicBezTo>
                  <a:moveTo>
                    <a:pt x="1151" y="1402"/>
                  </a:moveTo>
                  <a:cubicBezTo>
                    <a:pt x="1165" y="1397"/>
                    <a:pt x="1176" y="1388"/>
                    <a:pt x="1189" y="1382"/>
                  </a:cubicBezTo>
                  <a:cubicBezTo>
                    <a:pt x="1193" y="1373"/>
                    <a:pt x="1197" y="1363"/>
                    <a:pt x="1198" y="1350"/>
                  </a:cubicBezTo>
                  <a:cubicBezTo>
                    <a:pt x="1183" y="1365"/>
                    <a:pt x="1168" y="1386"/>
                    <a:pt x="1151" y="1402"/>
                  </a:cubicBezTo>
                  <a:moveTo>
                    <a:pt x="1191" y="1352"/>
                  </a:moveTo>
                  <a:cubicBezTo>
                    <a:pt x="1142" y="1377"/>
                    <a:pt x="1096" y="1406"/>
                    <a:pt x="1039" y="1424"/>
                  </a:cubicBezTo>
                  <a:cubicBezTo>
                    <a:pt x="1033" y="1434"/>
                    <a:pt x="1025" y="1443"/>
                    <a:pt x="1017" y="1452"/>
                  </a:cubicBezTo>
                  <a:moveTo>
                    <a:pt x="1017" y="1452"/>
                  </a:moveTo>
                  <a:cubicBezTo>
                    <a:pt x="1016" y="1453"/>
                    <a:pt x="1017" y="1453"/>
                    <a:pt x="1017" y="1452"/>
                  </a:cubicBezTo>
                  <a:moveTo>
                    <a:pt x="1017" y="1452"/>
                  </a:moveTo>
                  <a:cubicBezTo>
                    <a:pt x="1063" y="1442"/>
                    <a:pt x="1102" y="1425"/>
                    <a:pt x="1141" y="1408"/>
                  </a:cubicBezTo>
                  <a:cubicBezTo>
                    <a:pt x="1159" y="1390"/>
                    <a:pt x="1176" y="1372"/>
                    <a:pt x="1191" y="1352"/>
                  </a:cubicBezTo>
                  <a:moveTo>
                    <a:pt x="1191" y="1352"/>
                  </a:moveTo>
                  <a:cubicBezTo>
                    <a:pt x="1193" y="1352"/>
                    <a:pt x="1191" y="1351"/>
                    <a:pt x="1191" y="1352"/>
                  </a:cubicBezTo>
                  <a:moveTo>
                    <a:pt x="735" y="1356"/>
                  </a:moveTo>
                  <a:cubicBezTo>
                    <a:pt x="733" y="1373"/>
                    <a:pt x="736" y="1393"/>
                    <a:pt x="736" y="1411"/>
                  </a:cubicBezTo>
                  <a:cubicBezTo>
                    <a:pt x="746" y="1411"/>
                    <a:pt x="756" y="1411"/>
                    <a:pt x="766" y="1411"/>
                  </a:cubicBezTo>
                  <a:cubicBezTo>
                    <a:pt x="768" y="1393"/>
                    <a:pt x="768" y="1374"/>
                    <a:pt x="770" y="1356"/>
                  </a:cubicBezTo>
                  <a:cubicBezTo>
                    <a:pt x="758" y="1356"/>
                    <a:pt x="747" y="1356"/>
                    <a:pt x="735" y="1356"/>
                  </a:cubicBezTo>
                  <a:close/>
                  <a:moveTo>
                    <a:pt x="773" y="1356"/>
                  </a:moveTo>
                  <a:cubicBezTo>
                    <a:pt x="771" y="1374"/>
                    <a:pt x="770" y="1392"/>
                    <a:pt x="769" y="1411"/>
                  </a:cubicBezTo>
                  <a:cubicBezTo>
                    <a:pt x="779" y="1411"/>
                    <a:pt x="789" y="1411"/>
                    <a:pt x="799" y="1411"/>
                  </a:cubicBezTo>
                  <a:cubicBezTo>
                    <a:pt x="809" y="1394"/>
                    <a:pt x="817" y="1376"/>
                    <a:pt x="825" y="1359"/>
                  </a:cubicBezTo>
                  <a:cubicBezTo>
                    <a:pt x="807" y="1358"/>
                    <a:pt x="791" y="1356"/>
                    <a:pt x="773" y="1356"/>
                  </a:cubicBezTo>
                  <a:close/>
                  <a:moveTo>
                    <a:pt x="718" y="1358"/>
                  </a:moveTo>
                  <a:cubicBezTo>
                    <a:pt x="721" y="1371"/>
                    <a:pt x="728" y="1389"/>
                    <a:pt x="733" y="1403"/>
                  </a:cubicBezTo>
                  <a:cubicBezTo>
                    <a:pt x="732" y="1388"/>
                    <a:pt x="731" y="1373"/>
                    <a:pt x="731" y="1357"/>
                  </a:cubicBezTo>
                  <a:cubicBezTo>
                    <a:pt x="727" y="1357"/>
                    <a:pt x="721" y="1356"/>
                    <a:pt x="718" y="1358"/>
                  </a:cubicBezTo>
                  <a:close/>
                  <a:moveTo>
                    <a:pt x="664" y="1365"/>
                  </a:moveTo>
                  <a:cubicBezTo>
                    <a:pt x="673" y="1379"/>
                    <a:pt x="687" y="1397"/>
                    <a:pt x="701" y="1410"/>
                  </a:cubicBezTo>
                  <a:cubicBezTo>
                    <a:pt x="712" y="1408"/>
                    <a:pt x="723" y="1413"/>
                    <a:pt x="732" y="1410"/>
                  </a:cubicBezTo>
                  <a:cubicBezTo>
                    <a:pt x="724" y="1394"/>
                    <a:pt x="719" y="1376"/>
                    <a:pt x="713" y="1358"/>
                  </a:cubicBezTo>
                  <a:cubicBezTo>
                    <a:pt x="696" y="1359"/>
                    <a:pt x="679" y="1361"/>
                    <a:pt x="664" y="1365"/>
                  </a:cubicBezTo>
                  <a:close/>
                  <a:moveTo>
                    <a:pt x="1171" y="1359"/>
                  </a:moveTo>
                  <a:cubicBezTo>
                    <a:pt x="1137" y="1369"/>
                    <a:pt x="1101" y="1378"/>
                    <a:pt x="1064" y="1386"/>
                  </a:cubicBezTo>
                  <a:cubicBezTo>
                    <a:pt x="1058" y="1397"/>
                    <a:pt x="1050" y="1409"/>
                    <a:pt x="1043" y="1420"/>
                  </a:cubicBezTo>
                  <a:cubicBezTo>
                    <a:pt x="1090" y="1404"/>
                    <a:pt x="1132" y="1383"/>
                    <a:pt x="1171" y="1359"/>
                  </a:cubicBezTo>
                  <a:moveTo>
                    <a:pt x="1171" y="1359"/>
                  </a:moveTo>
                  <a:cubicBezTo>
                    <a:pt x="1172" y="1358"/>
                    <a:pt x="1171" y="1358"/>
                    <a:pt x="1171" y="1359"/>
                  </a:cubicBezTo>
                  <a:moveTo>
                    <a:pt x="827" y="1360"/>
                  </a:moveTo>
                  <a:cubicBezTo>
                    <a:pt x="820" y="1378"/>
                    <a:pt x="811" y="1394"/>
                    <a:pt x="802" y="1411"/>
                  </a:cubicBezTo>
                  <a:cubicBezTo>
                    <a:pt x="813" y="1409"/>
                    <a:pt x="828" y="1411"/>
                    <a:pt x="838" y="1409"/>
                  </a:cubicBezTo>
                  <a:cubicBezTo>
                    <a:pt x="847" y="1399"/>
                    <a:pt x="859" y="1388"/>
                    <a:pt x="868" y="1378"/>
                  </a:cubicBezTo>
                  <a:cubicBezTo>
                    <a:pt x="871" y="1375"/>
                    <a:pt x="876" y="1371"/>
                    <a:pt x="874" y="1367"/>
                  </a:cubicBezTo>
                  <a:cubicBezTo>
                    <a:pt x="860" y="1364"/>
                    <a:pt x="844" y="1361"/>
                    <a:pt x="827" y="1360"/>
                  </a:cubicBezTo>
                  <a:close/>
                  <a:moveTo>
                    <a:pt x="375" y="1363"/>
                  </a:moveTo>
                  <a:cubicBezTo>
                    <a:pt x="375" y="1362"/>
                    <a:pt x="376" y="1363"/>
                    <a:pt x="375" y="1363"/>
                  </a:cubicBezTo>
                  <a:close/>
                  <a:moveTo>
                    <a:pt x="618" y="1375"/>
                  </a:moveTo>
                  <a:cubicBezTo>
                    <a:pt x="621" y="1381"/>
                    <a:pt x="628" y="1387"/>
                    <a:pt x="635" y="1392"/>
                  </a:cubicBezTo>
                  <a:cubicBezTo>
                    <a:pt x="641" y="1397"/>
                    <a:pt x="650" y="1406"/>
                    <a:pt x="657" y="1408"/>
                  </a:cubicBezTo>
                  <a:cubicBezTo>
                    <a:pt x="669" y="1411"/>
                    <a:pt x="681" y="1407"/>
                    <a:pt x="695" y="1410"/>
                  </a:cubicBezTo>
                  <a:cubicBezTo>
                    <a:pt x="685" y="1397"/>
                    <a:pt x="672" y="1379"/>
                    <a:pt x="659" y="1366"/>
                  </a:cubicBezTo>
                  <a:cubicBezTo>
                    <a:pt x="644" y="1368"/>
                    <a:pt x="632" y="1372"/>
                    <a:pt x="618" y="1375"/>
                  </a:cubicBezTo>
                  <a:close/>
                  <a:moveTo>
                    <a:pt x="879" y="1368"/>
                  </a:moveTo>
                  <a:cubicBezTo>
                    <a:pt x="870" y="1379"/>
                    <a:pt x="860" y="1391"/>
                    <a:pt x="850" y="1400"/>
                  </a:cubicBezTo>
                  <a:cubicBezTo>
                    <a:pt x="848" y="1403"/>
                    <a:pt x="842" y="1405"/>
                    <a:pt x="844" y="1409"/>
                  </a:cubicBezTo>
                  <a:cubicBezTo>
                    <a:pt x="857" y="1409"/>
                    <a:pt x="870" y="1407"/>
                    <a:pt x="884" y="1407"/>
                  </a:cubicBezTo>
                  <a:cubicBezTo>
                    <a:pt x="892" y="1402"/>
                    <a:pt x="900" y="1396"/>
                    <a:pt x="908" y="1391"/>
                  </a:cubicBezTo>
                  <a:cubicBezTo>
                    <a:pt x="908" y="1385"/>
                    <a:pt x="910" y="1381"/>
                    <a:pt x="911" y="1377"/>
                  </a:cubicBezTo>
                  <a:cubicBezTo>
                    <a:pt x="900" y="1374"/>
                    <a:pt x="890" y="1371"/>
                    <a:pt x="879" y="1368"/>
                  </a:cubicBezTo>
                  <a:close/>
                  <a:moveTo>
                    <a:pt x="419" y="1382"/>
                  </a:moveTo>
                  <a:cubicBezTo>
                    <a:pt x="416" y="1375"/>
                    <a:pt x="405" y="1372"/>
                    <a:pt x="398" y="1372"/>
                  </a:cubicBezTo>
                  <a:cubicBezTo>
                    <a:pt x="405" y="1375"/>
                    <a:pt x="413" y="1382"/>
                    <a:pt x="419" y="1382"/>
                  </a:cubicBezTo>
                  <a:close/>
                  <a:moveTo>
                    <a:pt x="332" y="1374"/>
                  </a:moveTo>
                  <a:cubicBezTo>
                    <a:pt x="368" y="1419"/>
                    <a:pt x="423" y="1445"/>
                    <a:pt x="487" y="1461"/>
                  </a:cubicBezTo>
                  <a:moveTo>
                    <a:pt x="487" y="1461"/>
                  </a:moveTo>
                  <a:cubicBezTo>
                    <a:pt x="488" y="1462"/>
                    <a:pt x="489" y="1461"/>
                    <a:pt x="487" y="1461"/>
                  </a:cubicBezTo>
                  <a:moveTo>
                    <a:pt x="487" y="1461"/>
                  </a:moveTo>
                  <a:cubicBezTo>
                    <a:pt x="476" y="1454"/>
                    <a:pt x="470" y="1441"/>
                    <a:pt x="458" y="1434"/>
                  </a:cubicBezTo>
                  <a:cubicBezTo>
                    <a:pt x="438" y="1423"/>
                    <a:pt x="414" y="1417"/>
                    <a:pt x="392" y="1407"/>
                  </a:cubicBezTo>
                  <a:cubicBezTo>
                    <a:pt x="371" y="1397"/>
                    <a:pt x="351" y="1384"/>
                    <a:pt x="332" y="1374"/>
                  </a:cubicBezTo>
                  <a:moveTo>
                    <a:pt x="332" y="1374"/>
                  </a:moveTo>
                  <a:cubicBezTo>
                    <a:pt x="331" y="1373"/>
                    <a:pt x="331" y="1374"/>
                    <a:pt x="332" y="1374"/>
                  </a:cubicBezTo>
                  <a:moveTo>
                    <a:pt x="419" y="1377"/>
                  </a:moveTo>
                  <a:cubicBezTo>
                    <a:pt x="420" y="1381"/>
                    <a:pt x="424" y="1383"/>
                    <a:pt x="425" y="1387"/>
                  </a:cubicBezTo>
                  <a:cubicBezTo>
                    <a:pt x="461" y="1403"/>
                    <a:pt x="496" y="1420"/>
                    <a:pt x="536" y="1431"/>
                  </a:cubicBezTo>
                  <a:cubicBezTo>
                    <a:pt x="537" y="1422"/>
                    <a:pt x="546" y="1417"/>
                    <a:pt x="546" y="1411"/>
                  </a:cubicBezTo>
                  <a:cubicBezTo>
                    <a:pt x="533" y="1406"/>
                    <a:pt x="522" y="1401"/>
                    <a:pt x="511" y="1394"/>
                  </a:cubicBezTo>
                  <a:cubicBezTo>
                    <a:pt x="479" y="1390"/>
                    <a:pt x="450" y="1383"/>
                    <a:pt x="419" y="1377"/>
                  </a:cubicBezTo>
                  <a:moveTo>
                    <a:pt x="419" y="1377"/>
                  </a:moveTo>
                  <a:cubicBezTo>
                    <a:pt x="419" y="1376"/>
                    <a:pt x="418" y="1377"/>
                    <a:pt x="419" y="1377"/>
                  </a:cubicBezTo>
                  <a:moveTo>
                    <a:pt x="612" y="1377"/>
                  </a:moveTo>
                  <a:cubicBezTo>
                    <a:pt x="601" y="1382"/>
                    <a:pt x="588" y="1386"/>
                    <a:pt x="579" y="1392"/>
                  </a:cubicBezTo>
                  <a:cubicBezTo>
                    <a:pt x="593" y="1405"/>
                    <a:pt x="625" y="1407"/>
                    <a:pt x="650" y="1406"/>
                  </a:cubicBezTo>
                  <a:cubicBezTo>
                    <a:pt x="636" y="1397"/>
                    <a:pt x="626" y="1386"/>
                    <a:pt x="612" y="1377"/>
                  </a:cubicBezTo>
                  <a:close/>
                  <a:moveTo>
                    <a:pt x="914" y="1387"/>
                  </a:moveTo>
                  <a:cubicBezTo>
                    <a:pt x="915" y="1384"/>
                    <a:pt x="920" y="1384"/>
                    <a:pt x="920" y="1380"/>
                  </a:cubicBezTo>
                  <a:cubicBezTo>
                    <a:pt x="917" y="1380"/>
                    <a:pt x="917" y="1378"/>
                    <a:pt x="914" y="1379"/>
                  </a:cubicBezTo>
                  <a:cubicBezTo>
                    <a:pt x="915" y="1382"/>
                    <a:pt x="911" y="1385"/>
                    <a:pt x="914" y="1387"/>
                  </a:cubicBezTo>
                  <a:close/>
                  <a:moveTo>
                    <a:pt x="1062" y="1382"/>
                  </a:moveTo>
                  <a:cubicBezTo>
                    <a:pt x="1061" y="1382"/>
                    <a:pt x="1059" y="1383"/>
                    <a:pt x="1059" y="1384"/>
                  </a:cubicBezTo>
                  <a:cubicBezTo>
                    <a:pt x="1061" y="1384"/>
                    <a:pt x="1062" y="1384"/>
                    <a:pt x="1062" y="1382"/>
                  </a:cubicBezTo>
                  <a:moveTo>
                    <a:pt x="1062" y="1382"/>
                  </a:moveTo>
                  <a:cubicBezTo>
                    <a:pt x="1064" y="1381"/>
                    <a:pt x="1062" y="1381"/>
                    <a:pt x="1062" y="1382"/>
                  </a:cubicBezTo>
                  <a:moveTo>
                    <a:pt x="911" y="1391"/>
                  </a:moveTo>
                  <a:cubicBezTo>
                    <a:pt x="911" y="1397"/>
                    <a:pt x="908" y="1400"/>
                    <a:pt x="908" y="1405"/>
                  </a:cubicBezTo>
                  <a:cubicBezTo>
                    <a:pt x="923" y="1401"/>
                    <a:pt x="944" y="1404"/>
                    <a:pt x="956" y="1397"/>
                  </a:cubicBezTo>
                  <a:cubicBezTo>
                    <a:pt x="941" y="1391"/>
                    <a:pt x="923" y="1374"/>
                    <a:pt x="911" y="1391"/>
                  </a:cubicBezTo>
                  <a:close/>
                  <a:moveTo>
                    <a:pt x="339" y="1387"/>
                  </a:moveTo>
                  <a:cubicBezTo>
                    <a:pt x="338" y="1387"/>
                    <a:pt x="339" y="1388"/>
                    <a:pt x="340" y="1388"/>
                  </a:cubicBezTo>
                  <a:moveTo>
                    <a:pt x="340" y="1388"/>
                  </a:moveTo>
                  <a:cubicBezTo>
                    <a:pt x="346" y="1400"/>
                    <a:pt x="356" y="1408"/>
                    <a:pt x="369" y="1414"/>
                  </a:cubicBezTo>
                  <a:moveTo>
                    <a:pt x="369" y="1414"/>
                  </a:moveTo>
                  <a:cubicBezTo>
                    <a:pt x="369" y="1414"/>
                    <a:pt x="371" y="1414"/>
                    <a:pt x="371" y="1415"/>
                  </a:cubicBezTo>
                  <a:moveTo>
                    <a:pt x="371" y="1415"/>
                  </a:moveTo>
                  <a:cubicBezTo>
                    <a:pt x="372" y="1416"/>
                    <a:pt x="372" y="1414"/>
                    <a:pt x="371" y="1415"/>
                  </a:cubicBezTo>
                  <a:moveTo>
                    <a:pt x="371" y="1415"/>
                  </a:moveTo>
                  <a:cubicBezTo>
                    <a:pt x="371" y="1414"/>
                    <a:pt x="370" y="1414"/>
                    <a:pt x="369" y="1414"/>
                  </a:cubicBezTo>
                  <a:moveTo>
                    <a:pt x="369" y="1414"/>
                  </a:moveTo>
                  <a:cubicBezTo>
                    <a:pt x="360" y="1405"/>
                    <a:pt x="349" y="1396"/>
                    <a:pt x="340" y="1388"/>
                  </a:cubicBezTo>
                  <a:moveTo>
                    <a:pt x="340" y="1388"/>
                  </a:moveTo>
                  <a:cubicBezTo>
                    <a:pt x="340" y="1387"/>
                    <a:pt x="339" y="1387"/>
                    <a:pt x="339" y="1387"/>
                  </a:cubicBezTo>
                  <a:moveTo>
                    <a:pt x="339" y="1387"/>
                  </a:moveTo>
                  <a:cubicBezTo>
                    <a:pt x="338" y="1385"/>
                    <a:pt x="337" y="1387"/>
                    <a:pt x="339" y="1387"/>
                  </a:cubicBezTo>
                  <a:moveTo>
                    <a:pt x="567" y="1396"/>
                  </a:moveTo>
                  <a:cubicBezTo>
                    <a:pt x="568" y="1393"/>
                    <a:pt x="572" y="1394"/>
                    <a:pt x="573" y="1391"/>
                  </a:cubicBezTo>
                  <a:cubicBezTo>
                    <a:pt x="570" y="1390"/>
                    <a:pt x="566" y="1388"/>
                    <a:pt x="563" y="1386"/>
                  </a:cubicBezTo>
                  <a:cubicBezTo>
                    <a:pt x="564" y="1390"/>
                    <a:pt x="565" y="1394"/>
                    <a:pt x="567" y="1396"/>
                  </a:cubicBezTo>
                  <a:close/>
                  <a:moveTo>
                    <a:pt x="982" y="1419"/>
                  </a:moveTo>
                  <a:cubicBezTo>
                    <a:pt x="986" y="1424"/>
                    <a:pt x="989" y="1430"/>
                    <a:pt x="989" y="1439"/>
                  </a:cubicBezTo>
                  <a:cubicBezTo>
                    <a:pt x="1006" y="1434"/>
                    <a:pt x="1021" y="1428"/>
                    <a:pt x="1038" y="1423"/>
                  </a:cubicBezTo>
                  <a:cubicBezTo>
                    <a:pt x="1040" y="1417"/>
                    <a:pt x="1046" y="1411"/>
                    <a:pt x="1050" y="1405"/>
                  </a:cubicBezTo>
                  <a:cubicBezTo>
                    <a:pt x="1054" y="1399"/>
                    <a:pt x="1059" y="1390"/>
                    <a:pt x="1059" y="1387"/>
                  </a:cubicBezTo>
                  <a:cubicBezTo>
                    <a:pt x="1030" y="1395"/>
                    <a:pt x="1008" y="1409"/>
                    <a:pt x="982" y="1419"/>
                  </a:cubicBezTo>
                  <a:close/>
                  <a:moveTo>
                    <a:pt x="1184" y="1388"/>
                  </a:moveTo>
                  <a:cubicBezTo>
                    <a:pt x="1153" y="1402"/>
                    <a:pt x="1127" y="1421"/>
                    <a:pt x="1103" y="1442"/>
                  </a:cubicBezTo>
                  <a:moveTo>
                    <a:pt x="1103" y="1442"/>
                  </a:moveTo>
                  <a:cubicBezTo>
                    <a:pt x="1102" y="1442"/>
                    <a:pt x="1101" y="1443"/>
                    <a:pt x="1101" y="1443"/>
                  </a:cubicBezTo>
                  <a:moveTo>
                    <a:pt x="1101" y="1443"/>
                  </a:moveTo>
                  <a:cubicBezTo>
                    <a:pt x="1099" y="1444"/>
                    <a:pt x="1101" y="1444"/>
                    <a:pt x="1101" y="1443"/>
                  </a:cubicBezTo>
                  <a:moveTo>
                    <a:pt x="1101" y="1443"/>
                  </a:moveTo>
                  <a:cubicBezTo>
                    <a:pt x="1102" y="1443"/>
                    <a:pt x="1103" y="1443"/>
                    <a:pt x="1103" y="1442"/>
                  </a:cubicBezTo>
                  <a:moveTo>
                    <a:pt x="1103" y="1442"/>
                  </a:moveTo>
                  <a:cubicBezTo>
                    <a:pt x="1134" y="1428"/>
                    <a:pt x="1167" y="1416"/>
                    <a:pt x="1184" y="1388"/>
                  </a:cubicBezTo>
                  <a:moveTo>
                    <a:pt x="1184" y="1388"/>
                  </a:moveTo>
                  <a:cubicBezTo>
                    <a:pt x="1186" y="1387"/>
                    <a:pt x="1184" y="1386"/>
                    <a:pt x="1184" y="1388"/>
                  </a:cubicBezTo>
                  <a:moveTo>
                    <a:pt x="429" y="1391"/>
                  </a:moveTo>
                  <a:cubicBezTo>
                    <a:pt x="438" y="1406"/>
                    <a:pt x="450" y="1419"/>
                    <a:pt x="461" y="1432"/>
                  </a:cubicBezTo>
                  <a:cubicBezTo>
                    <a:pt x="485" y="1439"/>
                    <a:pt x="511" y="1450"/>
                    <a:pt x="537" y="1452"/>
                  </a:cubicBezTo>
                  <a:cubicBezTo>
                    <a:pt x="534" y="1448"/>
                    <a:pt x="536" y="1440"/>
                    <a:pt x="535" y="1434"/>
                  </a:cubicBezTo>
                  <a:cubicBezTo>
                    <a:pt x="497" y="1422"/>
                    <a:pt x="463" y="1407"/>
                    <a:pt x="429" y="1391"/>
                  </a:cubicBezTo>
                  <a:moveTo>
                    <a:pt x="429" y="1391"/>
                  </a:moveTo>
                  <a:cubicBezTo>
                    <a:pt x="428" y="1390"/>
                    <a:pt x="428" y="1392"/>
                    <a:pt x="429" y="1391"/>
                  </a:cubicBezTo>
                  <a:moveTo>
                    <a:pt x="966" y="1402"/>
                  </a:moveTo>
                  <a:cubicBezTo>
                    <a:pt x="971" y="1406"/>
                    <a:pt x="976" y="1410"/>
                    <a:pt x="980" y="1416"/>
                  </a:cubicBezTo>
                  <a:cubicBezTo>
                    <a:pt x="1001" y="1409"/>
                    <a:pt x="1020" y="1400"/>
                    <a:pt x="1038" y="1391"/>
                  </a:cubicBezTo>
                  <a:cubicBezTo>
                    <a:pt x="1015" y="1395"/>
                    <a:pt x="989" y="1397"/>
                    <a:pt x="966" y="1402"/>
                  </a:cubicBezTo>
                  <a:close/>
                  <a:moveTo>
                    <a:pt x="567" y="1399"/>
                  </a:moveTo>
                  <a:cubicBezTo>
                    <a:pt x="573" y="1400"/>
                    <a:pt x="584" y="1403"/>
                    <a:pt x="589" y="1401"/>
                  </a:cubicBezTo>
                  <a:cubicBezTo>
                    <a:pt x="581" y="1397"/>
                    <a:pt x="574" y="1390"/>
                    <a:pt x="567" y="1399"/>
                  </a:cubicBezTo>
                  <a:close/>
                  <a:moveTo>
                    <a:pt x="891" y="1406"/>
                  </a:moveTo>
                  <a:cubicBezTo>
                    <a:pt x="896" y="1407"/>
                    <a:pt x="899" y="1404"/>
                    <a:pt x="904" y="1405"/>
                  </a:cubicBezTo>
                  <a:cubicBezTo>
                    <a:pt x="903" y="1401"/>
                    <a:pt x="907" y="1397"/>
                    <a:pt x="905" y="1395"/>
                  </a:cubicBezTo>
                  <a:cubicBezTo>
                    <a:pt x="901" y="1399"/>
                    <a:pt x="895" y="1402"/>
                    <a:pt x="891" y="1406"/>
                  </a:cubicBezTo>
                  <a:close/>
                  <a:moveTo>
                    <a:pt x="548" y="1410"/>
                  </a:moveTo>
                  <a:cubicBezTo>
                    <a:pt x="552" y="1408"/>
                    <a:pt x="555" y="1404"/>
                    <a:pt x="558" y="1401"/>
                  </a:cubicBezTo>
                  <a:cubicBezTo>
                    <a:pt x="546" y="1401"/>
                    <a:pt x="532" y="1396"/>
                    <a:pt x="521" y="1397"/>
                  </a:cubicBezTo>
                  <a:cubicBezTo>
                    <a:pt x="530" y="1401"/>
                    <a:pt x="539" y="1405"/>
                    <a:pt x="548" y="1410"/>
                  </a:cubicBezTo>
                  <a:close/>
                  <a:moveTo>
                    <a:pt x="552" y="1412"/>
                  </a:moveTo>
                  <a:cubicBezTo>
                    <a:pt x="559" y="1414"/>
                    <a:pt x="565" y="1417"/>
                    <a:pt x="572" y="1419"/>
                  </a:cubicBezTo>
                  <a:cubicBezTo>
                    <a:pt x="571" y="1413"/>
                    <a:pt x="567" y="1409"/>
                    <a:pt x="566" y="1402"/>
                  </a:cubicBezTo>
                  <a:cubicBezTo>
                    <a:pt x="558" y="1402"/>
                    <a:pt x="556" y="1408"/>
                    <a:pt x="552" y="1412"/>
                  </a:cubicBezTo>
                  <a:close/>
                  <a:moveTo>
                    <a:pt x="950" y="1403"/>
                  </a:moveTo>
                  <a:cubicBezTo>
                    <a:pt x="936" y="1407"/>
                    <a:pt x="915" y="1424"/>
                    <a:pt x="901" y="1427"/>
                  </a:cubicBezTo>
                  <a:cubicBezTo>
                    <a:pt x="899" y="1433"/>
                    <a:pt x="898" y="1439"/>
                    <a:pt x="895" y="1444"/>
                  </a:cubicBezTo>
                  <a:cubicBezTo>
                    <a:pt x="925" y="1438"/>
                    <a:pt x="950" y="1427"/>
                    <a:pt x="977" y="1418"/>
                  </a:cubicBezTo>
                  <a:cubicBezTo>
                    <a:pt x="971" y="1409"/>
                    <a:pt x="964" y="1399"/>
                    <a:pt x="950" y="1403"/>
                  </a:cubicBezTo>
                  <a:close/>
                  <a:moveTo>
                    <a:pt x="576" y="1421"/>
                  </a:moveTo>
                  <a:cubicBezTo>
                    <a:pt x="625" y="1439"/>
                    <a:pt x="678" y="1457"/>
                    <a:pt x="736" y="1463"/>
                  </a:cubicBezTo>
                  <a:cubicBezTo>
                    <a:pt x="684" y="1449"/>
                    <a:pt x="638" y="1429"/>
                    <a:pt x="596" y="1405"/>
                  </a:cubicBezTo>
                  <a:cubicBezTo>
                    <a:pt x="586" y="1405"/>
                    <a:pt x="579" y="1403"/>
                    <a:pt x="569" y="1403"/>
                  </a:cubicBezTo>
                  <a:cubicBezTo>
                    <a:pt x="571" y="1409"/>
                    <a:pt x="574" y="1415"/>
                    <a:pt x="576" y="1421"/>
                  </a:cubicBezTo>
                  <a:close/>
                  <a:moveTo>
                    <a:pt x="908" y="1407"/>
                  </a:moveTo>
                  <a:cubicBezTo>
                    <a:pt x="905" y="1412"/>
                    <a:pt x="905" y="1418"/>
                    <a:pt x="902" y="1423"/>
                  </a:cubicBezTo>
                  <a:cubicBezTo>
                    <a:pt x="917" y="1418"/>
                    <a:pt x="930" y="1411"/>
                    <a:pt x="942" y="1404"/>
                  </a:cubicBezTo>
                  <a:cubicBezTo>
                    <a:pt x="931" y="1405"/>
                    <a:pt x="920" y="1407"/>
                    <a:pt x="908" y="1407"/>
                  </a:cubicBezTo>
                  <a:close/>
                  <a:moveTo>
                    <a:pt x="606" y="1407"/>
                  </a:moveTo>
                  <a:cubicBezTo>
                    <a:pt x="645" y="1429"/>
                    <a:pt x="691" y="1449"/>
                    <a:pt x="737" y="1461"/>
                  </a:cubicBezTo>
                  <a:cubicBezTo>
                    <a:pt x="716" y="1449"/>
                    <a:pt x="695" y="1437"/>
                    <a:pt x="674" y="1423"/>
                  </a:cubicBezTo>
                  <a:cubicBezTo>
                    <a:pt x="667" y="1419"/>
                    <a:pt x="660" y="1411"/>
                    <a:pt x="654" y="1410"/>
                  </a:cubicBezTo>
                  <a:cubicBezTo>
                    <a:pt x="638" y="1406"/>
                    <a:pt x="624" y="1410"/>
                    <a:pt x="606" y="1407"/>
                  </a:cubicBezTo>
                  <a:moveTo>
                    <a:pt x="606" y="1407"/>
                  </a:moveTo>
                  <a:cubicBezTo>
                    <a:pt x="605" y="1404"/>
                    <a:pt x="602" y="1408"/>
                    <a:pt x="606" y="1407"/>
                  </a:cubicBezTo>
                  <a:moveTo>
                    <a:pt x="886" y="1409"/>
                  </a:moveTo>
                  <a:cubicBezTo>
                    <a:pt x="854" y="1430"/>
                    <a:pt x="820" y="1448"/>
                    <a:pt x="783" y="1463"/>
                  </a:cubicBezTo>
                  <a:cubicBezTo>
                    <a:pt x="824" y="1454"/>
                    <a:pt x="862" y="1441"/>
                    <a:pt x="897" y="1426"/>
                  </a:cubicBezTo>
                  <a:cubicBezTo>
                    <a:pt x="899" y="1420"/>
                    <a:pt x="901" y="1413"/>
                    <a:pt x="903" y="1408"/>
                  </a:cubicBezTo>
                  <a:cubicBezTo>
                    <a:pt x="897" y="1407"/>
                    <a:pt x="893" y="1410"/>
                    <a:pt x="886" y="1409"/>
                  </a:cubicBezTo>
                  <a:close/>
                  <a:moveTo>
                    <a:pt x="839" y="1412"/>
                  </a:moveTo>
                  <a:cubicBezTo>
                    <a:pt x="819" y="1430"/>
                    <a:pt x="798" y="1447"/>
                    <a:pt x="776" y="1463"/>
                  </a:cubicBezTo>
                  <a:cubicBezTo>
                    <a:pt x="814" y="1448"/>
                    <a:pt x="848" y="1430"/>
                    <a:pt x="879" y="1410"/>
                  </a:cubicBezTo>
                  <a:cubicBezTo>
                    <a:pt x="865" y="1410"/>
                    <a:pt x="853" y="1412"/>
                    <a:pt x="839" y="1412"/>
                  </a:cubicBezTo>
                  <a:close/>
                  <a:moveTo>
                    <a:pt x="736" y="1456"/>
                  </a:moveTo>
                  <a:cubicBezTo>
                    <a:pt x="735" y="1447"/>
                    <a:pt x="725" y="1440"/>
                    <a:pt x="718" y="1433"/>
                  </a:cubicBezTo>
                  <a:cubicBezTo>
                    <a:pt x="712" y="1427"/>
                    <a:pt x="704" y="1415"/>
                    <a:pt x="697" y="1413"/>
                  </a:cubicBezTo>
                  <a:cubicBezTo>
                    <a:pt x="687" y="1409"/>
                    <a:pt x="674" y="1412"/>
                    <a:pt x="661" y="1412"/>
                  </a:cubicBezTo>
                  <a:cubicBezTo>
                    <a:pt x="685" y="1428"/>
                    <a:pt x="708" y="1444"/>
                    <a:pt x="736" y="1456"/>
                  </a:cubicBezTo>
                  <a:close/>
                  <a:moveTo>
                    <a:pt x="770" y="1463"/>
                  </a:moveTo>
                  <a:cubicBezTo>
                    <a:pt x="769" y="1462"/>
                    <a:pt x="769" y="1463"/>
                    <a:pt x="769" y="1463"/>
                  </a:cubicBezTo>
                  <a:moveTo>
                    <a:pt x="769" y="1463"/>
                  </a:moveTo>
                  <a:cubicBezTo>
                    <a:pt x="767" y="1464"/>
                    <a:pt x="769" y="1465"/>
                    <a:pt x="769" y="1463"/>
                  </a:cubicBezTo>
                  <a:moveTo>
                    <a:pt x="769" y="1463"/>
                  </a:moveTo>
                  <a:cubicBezTo>
                    <a:pt x="770" y="1464"/>
                    <a:pt x="770" y="1463"/>
                    <a:pt x="770" y="1463"/>
                  </a:cubicBezTo>
                  <a:moveTo>
                    <a:pt x="770" y="1463"/>
                  </a:moveTo>
                  <a:cubicBezTo>
                    <a:pt x="789" y="1450"/>
                    <a:pt x="811" y="1435"/>
                    <a:pt x="828" y="1418"/>
                  </a:cubicBezTo>
                  <a:cubicBezTo>
                    <a:pt x="830" y="1417"/>
                    <a:pt x="834" y="1414"/>
                    <a:pt x="832" y="1412"/>
                  </a:cubicBezTo>
                  <a:cubicBezTo>
                    <a:pt x="824" y="1414"/>
                    <a:pt x="811" y="1412"/>
                    <a:pt x="801" y="1413"/>
                  </a:cubicBezTo>
                  <a:cubicBezTo>
                    <a:pt x="792" y="1430"/>
                    <a:pt x="781" y="1446"/>
                    <a:pt x="770" y="1463"/>
                  </a:cubicBezTo>
                  <a:moveTo>
                    <a:pt x="735" y="1445"/>
                  </a:moveTo>
                  <a:cubicBezTo>
                    <a:pt x="735" y="1434"/>
                    <a:pt x="734" y="1424"/>
                    <a:pt x="733" y="1414"/>
                  </a:cubicBezTo>
                  <a:cubicBezTo>
                    <a:pt x="724" y="1414"/>
                    <a:pt x="712" y="1411"/>
                    <a:pt x="702" y="1414"/>
                  </a:cubicBezTo>
                  <a:cubicBezTo>
                    <a:pt x="713" y="1424"/>
                    <a:pt x="723" y="1436"/>
                    <a:pt x="735" y="1445"/>
                  </a:cubicBezTo>
                  <a:close/>
                  <a:moveTo>
                    <a:pt x="574" y="1423"/>
                  </a:moveTo>
                  <a:cubicBezTo>
                    <a:pt x="566" y="1420"/>
                    <a:pt x="558" y="1416"/>
                    <a:pt x="549" y="1414"/>
                  </a:cubicBezTo>
                  <a:cubicBezTo>
                    <a:pt x="545" y="1420"/>
                    <a:pt x="540" y="1423"/>
                    <a:pt x="539" y="1433"/>
                  </a:cubicBezTo>
                  <a:cubicBezTo>
                    <a:pt x="554" y="1436"/>
                    <a:pt x="571" y="1443"/>
                    <a:pt x="584" y="1444"/>
                  </a:cubicBezTo>
                  <a:cubicBezTo>
                    <a:pt x="580" y="1438"/>
                    <a:pt x="578" y="1430"/>
                    <a:pt x="574" y="1423"/>
                  </a:cubicBezTo>
                  <a:close/>
                  <a:moveTo>
                    <a:pt x="761" y="1463"/>
                  </a:moveTo>
                  <a:cubicBezTo>
                    <a:pt x="763" y="1448"/>
                    <a:pt x="764" y="1430"/>
                    <a:pt x="766" y="1414"/>
                  </a:cubicBezTo>
                  <a:cubicBezTo>
                    <a:pt x="757" y="1414"/>
                    <a:pt x="745" y="1412"/>
                    <a:pt x="737" y="1415"/>
                  </a:cubicBezTo>
                  <a:cubicBezTo>
                    <a:pt x="745" y="1431"/>
                    <a:pt x="752" y="1449"/>
                    <a:pt x="761" y="1463"/>
                  </a:cubicBezTo>
                  <a:close/>
                  <a:moveTo>
                    <a:pt x="765" y="1464"/>
                  </a:moveTo>
                  <a:cubicBezTo>
                    <a:pt x="776" y="1448"/>
                    <a:pt x="788" y="1432"/>
                    <a:pt x="798" y="1414"/>
                  </a:cubicBezTo>
                  <a:cubicBezTo>
                    <a:pt x="788" y="1414"/>
                    <a:pt x="778" y="1414"/>
                    <a:pt x="768" y="1414"/>
                  </a:cubicBezTo>
                  <a:cubicBezTo>
                    <a:pt x="768" y="1431"/>
                    <a:pt x="764" y="1449"/>
                    <a:pt x="765" y="1464"/>
                  </a:cubicBezTo>
                  <a:close/>
                  <a:moveTo>
                    <a:pt x="366" y="1415"/>
                  </a:moveTo>
                  <a:cubicBezTo>
                    <a:pt x="366" y="1416"/>
                    <a:pt x="367" y="1416"/>
                    <a:pt x="367" y="1416"/>
                  </a:cubicBezTo>
                  <a:moveTo>
                    <a:pt x="367" y="1416"/>
                  </a:moveTo>
                  <a:cubicBezTo>
                    <a:pt x="382" y="1430"/>
                    <a:pt x="403" y="1442"/>
                    <a:pt x="422" y="1448"/>
                  </a:cubicBezTo>
                  <a:cubicBezTo>
                    <a:pt x="403" y="1438"/>
                    <a:pt x="388" y="1425"/>
                    <a:pt x="367" y="1416"/>
                  </a:cubicBezTo>
                  <a:moveTo>
                    <a:pt x="367" y="1416"/>
                  </a:moveTo>
                  <a:cubicBezTo>
                    <a:pt x="367" y="1416"/>
                    <a:pt x="366" y="1416"/>
                    <a:pt x="366" y="1415"/>
                  </a:cubicBezTo>
                  <a:moveTo>
                    <a:pt x="366" y="1415"/>
                  </a:moveTo>
                  <a:cubicBezTo>
                    <a:pt x="365" y="1414"/>
                    <a:pt x="364" y="1416"/>
                    <a:pt x="366" y="1415"/>
                  </a:cubicBezTo>
                  <a:moveTo>
                    <a:pt x="1132" y="1415"/>
                  </a:moveTo>
                  <a:cubicBezTo>
                    <a:pt x="1094" y="1431"/>
                    <a:pt x="1057" y="1446"/>
                    <a:pt x="1014" y="1456"/>
                  </a:cubicBezTo>
                  <a:cubicBezTo>
                    <a:pt x="1007" y="1463"/>
                    <a:pt x="999" y="1470"/>
                    <a:pt x="991" y="1477"/>
                  </a:cubicBezTo>
                  <a:cubicBezTo>
                    <a:pt x="1048" y="1467"/>
                    <a:pt x="1099" y="1450"/>
                    <a:pt x="1132" y="1415"/>
                  </a:cubicBezTo>
                  <a:moveTo>
                    <a:pt x="1132" y="1415"/>
                  </a:moveTo>
                  <a:cubicBezTo>
                    <a:pt x="1133" y="1415"/>
                    <a:pt x="1132" y="1414"/>
                    <a:pt x="1132" y="1415"/>
                  </a:cubicBezTo>
                  <a:moveTo>
                    <a:pt x="979" y="1419"/>
                  </a:moveTo>
                  <a:cubicBezTo>
                    <a:pt x="953" y="1430"/>
                    <a:pt x="925" y="1440"/>
                    <a:pt x="894" y="1447"/>
                  </a:cubicBezTo>
                  <a:cubicBezTo>
                    <a:pt x="893" y="1451"/>
                    <a:pt x="891" y="1455"/>
                    <a:pt x="890" y="1460"/>
                  </a:cubicBezTo>
                  <a:cubicBezTo>
                    <a:pt x="924" y="1455"/>
                    <a:pt x="955" y="1447"/>
                    <a:pt x="987" y="1439"/>
                  </a:cubicBezTo>
                  <a:cubicBezTo>
                    <a:pt x="986" y="1431"/>
                    <a:pt x="983" y="1424"/>
                    <a:pt x="979" y="1419"/>
                  </a:cubicBezTo>
                  <a:close/>
                  <a:moveTo>
                    <a:pt x="755" y="1463"/>
                  </a:moveTo>
                  <a:cubicBezTo>
                    <a:pt x="756" y="1464"/>
                    <a:pt x="756" y="1462"/>
                    <a:pt x="755" y="1463"/>
                  </a:cubicBezTo>
                  <a:moveTo>
                    <a:pt x="755" y="1463"/>
                  </a:moveTo>
                  <a:cubicBezTo>
                    <a:pt x="749" y="1449"/>
                    <a:pt x="743" y="1437"/>
                    <a:pt x="737" y="1424"/>
                  </a:cubicBezTo>
                  <a:cubicBezTo>
                    <a:pt x="736" y="1433"/>
                    <a:pt x="739" y="1439"/>
                    <a:pt x="738" y="1448"/>
                  </a:cubicBezTo>
                  <a:cubicBezTo>
                    <a:pt x="743" y="1453"/>
                    <a:pt x="749" y="1458"/>
                    <a:pt x="755" y="1463"/>
                  </a:cubicBezTo>
                  <a:moveTo>
                    <a:pt x="587" y="1446"/>
                  </a:moveTo>
                  <a:cubicBezTo>
                    <a:pt x="632" y="1456"/>
                    <a:pt x="682" y="1466"/>
                    <a:pt x="733" y="1466"/>
                  </a:cubicBezTo>
                  <a:cubicBezTo>
                    <a:pt x="676" y="1459"/>
                    <a:pt x="625" y="1440"/>
                    <a:pt x="578" y="1426"/>
                  </a:cubicBezTo>
                  <a:cubicBezTo>
                    <a:pt x="582" y="1432"/>
                    <a:pt x="584" y="1439"/>
                    <a:pt x="587" y="1446"/>
                  </a:cubicBezTo>
                  <a:close/>
                  <a:moveTo>
                    <a:pt x="1034" y="1427"/>
                  </a:moveTo>
                  <a:cubicBezTo>
                    <a:pt x="1019" y="1432"/>
                    <a:pt x="1004" y="1437"/>
                    <a:pt x="989" y="1441"/>
                  </a:cubicBezTo>
                  <a:cubicBezTo>
                    <a:pt x="989" y="1450"/>
                    <a:pt x="986" y="1454"/>
                    <a:pt x="984" y="1460"/>
                  </a:cubicBezTo>
                  <a:moveTo>
                    <a:pt x="984" y="1460"/>
                  </a:moveTo>
                  <a:cubicBezTo>
                    <a:pt x="982" y="1460"/>
                    <a:pt x="984" y="1461"/>
                    <a:pt x="984" y="1460"/>
                  </a:cubicBezTo>
                  <a:moveTo>
                    <a:pt x="984" y="1460"/>
                  </a:moveTo>
                  <a:cubicBezTo>
                    <a:pt x="994" y="1459"/>
                    <a:pt x="1001" y="1456"/>
                    <a:pt x="1011" y="1455"/>
                  </a:cubicBezTo>
                  <a:cubicBezTo>
                    <a:pt x="1019" y="1446"/>
                    <a:pt x="1027" y="1437"/>
                    <a:pt x="1034" y="1427"/>
                  </a:cubicBezTo>
                  <a:moveTo>
                    <a:pt x="1034" y="1427"/>
                  </a:moveTo>
                  <a:cubicBezTo>
                    <a:pt x="1035" y="1426"/>
                    <a:pt x="1034" y="1426"/>
                    <a:pt x="1034" y="1427"/>
                  </a:cubicBezTo>
                  <a:moveTo>
                    <a:pt x="1141" y="1428"/>
                  </a:moveTo>
                  <a:cubicBezTo>
                    <a:pt x="1141" y="1428"/>
                    <a:pt x="1142" y="1429"/>
                    <a:pt x="1141" y="1428"/>
                  </a:cubicBezTo>
                  <a:close/>
                  <a:moveTo>
                    <a:pt x="1139" y="1429"/>
                  </a:moveTo>
                  <a:cubicBezTo>
                    <a:pt x="1138" y="1429"/>
                    <a:pt x="1138" y="1429"/>
                    <a:pt x="1137" y="1430"/>
                  </a:cubicBezTo>
                  <a:moveTo>
                    <a:pt x="1137" y="1430"/>
                  </a:moveTo>
                  <a:cubicBezTo>
                    <a:pt x="1136" y="1430"/>
                    <a:pt x="1136" y="1430"/>
                    <a:pt x="1135" y="1431"/>
                  </a:cubicBezTo>
                  <a:moveTo>
                    <a:pt x="1135" y="1431"/>
                  </a:moveTo>
                  <a:cubicBezTo>
                    <a:pt x="1116" y="1441"/>
                    <a:pt x="1092" y="1448"/>
                    <a:pt x="1074" y="1461"/>
                  </a:cubicBezTo>
                  <a:cubicBezTo>
                    <a:pt x="1096" y="1452"/>
                    <a:pt x="1118" y="1443"/>
                    <a:pt x="1135" y="1431"/>
                  </a:cubicBezTo>
                  <a:moveTo>
                    <a:pt x="1135" y="1431"/>
                  </a:moveTo>
                  <a:cubicBezTo>
                    <a:pt x="1137" y="1431"/>
                    <a:pt x="1137" y="1431"/>
                    <a:pt x="1137" y="1430"/>
                  </a:cubicBezTo>
                  <a:moveTo>
                    <a:pt x="1137" y="1430"/>
                  </a:moveTo>
                  <a:cubicBezTo>
                    <a:pt x="1138" y="1430"/>
                    <a:pt x="1139" y="1430"/>
                    <a:pt x="1139" y="1429"/>
                  </a:cubicBezTo>
                  <a:moveTo>
                    <a:pt x="1139" y="1429"/>
                  </a:moveTo>
                  <a:cubicBezTo>
                    <a:pt x="1141" y="1428"/>
                    <a:pt x="1139" y="1428"/>
                    <a:pt x="1139" y="1429"/>
                  </a:cubicBezTo>
                  <a:moveTo>
                    <a:pt x="789" y="1465"/>
                  </a:moveTo>
                  <a:cubicBezTo>
                    <a:pt x="825" y="1461"/>
                    <a:pt x="858" y="1454"/>
                    <a:pt x="891" y="1446"/>
                  </a:cubicBezTo>
                  <a:cubicBezTo>
                    <a:pt x="892" y="1440"/>
                    <a:pt x="897" y="1434"/>
                    <a:pt x="895" y="1429"/>
                  </a:cubicBezTo>
                  <a:cubicBezTo>
                    <a:pt x="863" y="1444"/>
                    <a:pt x="826" y="1455"/>
                    <a:pt x="789" y="1465"/>
                  </a:cubicBezTo>
                  <a:close/>
                  <a:moveTo>
                    <a:pt x="404" y="1435"/>
                  </a:moveTo>
                  <a:cubicBezTo>
                    <a:pt x="404" y="1434"/>
                    <a:pt x="405" y="1435"/>
                    <a:pt x="404" y="1435"/>
                  </a:cubicBezTo>
                  <a:close/>
                  <a:moveTo>
                    <a:pt x="407" y="1436"/>
                  </a:moveTo>
                  <a:cubicBezTo>
                    <a:pt x="407" y="1437"/>
                    <a:pt x="408" y="1436"/>
                    <a:pt x="409" y="1437"/>
                  </a:cubicBezTo>
                  <a:moveTo>
                    <a:pt x="409" y="1437"/>
                  </a:moveTo>
                  <a:cubicBezTo>
                    <a:pt x="409" y="1437"/>
                    <a:pt x="409" y="1437"/>
                    <a:pt x="409" y="1438"/>
                  </a:cubicBezTo>
                  <a:cubicBezTo>
                    <a:pt x="439" y="1456"/>
                    <a:pt x="472" y="1472"/>
                    <a:pt x="513" y="1480"/>
                  </a:cubicBezTo>
                  <a:moveTo>
                    <a:pt x="513" y="1480"/>
                  </a:moveTo>
                  <a:cubicBezTo>
                    <a:pt x="514" y="1483"/>
                    <a:pt x="517" y="1479"/>
                    <a:pt x="513" y="1480"/>
                  </a:cubicBezTo>
                  <a:moveTo>
                    <a:pt x="513" y="1480"/>
                  </a:moveTo>
                  <a:cubicBezTo>
                    <a:pt x="487" y="1457"/>
                    <a:pt x="441" y="1454"/>
                    <a:pt x="409" y="1437"/>
                  </a:cubicBezTo>
                  <a:moveTo>
                    <a:pt x="409" y="1437"/>
                  </a:moveTo>
                  <a:cubicBezTo>
                    <a:pt x="409" y="1436"/>
                    <a:pt x="408" y="1436"/>
                    <a:pt x="407" y="1436"/>
                  </a:cubicBezTo>
                  <a:moveTo>
                    <a:pt x="407" y="1436"/>
                  </a:moveTo>
                  <a:cubicBezTo>
                    <a:pt x="406" y="1434"/>
                    <a:pt x="406" y="1436"/>
                    <a:pt x="407" y="1436"/>
                  </a:cubicBezTo>
                  <a:moveTo>
                    <a:pt x="541" y="1455"/>
                  </a:moveTo>
                  <a:cubicBezTo>
                    <a:pt x="559" y="1457"/>
                    <a:pt x="575" y="1462"/>
                    <a:pt x="594" y="1463"/>
                  </a:cubicBezTo>
                  <a:cubicBezTo>
                    <a:pt x="592" y="1458"/>
                    <a:pt x="588" y="1454"/>
                    <a:pt x="586" y="1448"/>
                  </a:cubicBezTo>
                  <a:cubicBezTo>
                    <a:pt x="570" y="1444"/>
                    <a:pt x="554" y="1440"/>
                    <a:pt x="538" y="1435"/>
                  </a:cubicBezTo>
                  <a:cubicBezTo>
                    <a:pt x="536" y="1441"/>
                    <a:pt x="539" y="1450"/>
                    <a:pt x="541" y="1455"/>
                  </a:cubicBezTo>
                  <a:close/>
                  <a:moveTo>
                    <a:pt x="466" y="1437"/>
                  </a:moveTo>
                  <a:cubicBezTo>
                    <a:pt x="466" y="1437"/>
                    <a:pt x="466" y="1437"/>
                    <a:pt x="466" y="1438"/>
                  </a:cubicBezTo>
                  <a:cubicBezTo>
                    <a:pt x="476" y="1446"/>
                    <a:pt x="485" y="1455"/>
                    <a:pt x="495" y="1463"/>
                  </a:cubicBezTo>
                  <a:cubicBezTo>
                    <a:pt x="514" y="1467"/>
                    <a:pt x="531" y="1473"/>
                    <a:pt x="552" y="1474"/>
                  </a:cubicBezTo>
                  <a:moveTo>
                    <a:pt x="552" y="1474"/>
                  </a:moveTo>
                  <a:cubicBezTo>
                    <a:pt x="552" y="1475"/>
                    <a:pt x="553" y="1474"/>
                    <a:pt x="552" y="1474"/>
                  </a:cubicBezTo>
                  <a:moveTo>
                    <a:pt x="552" y="1474"/>
                  </a:moveTo>
                  <a:cubicBezTo>
                    <a:pt x="547" y="1468"/>
                    <a:pt x="542" y="1463"/>
                    <a:pt x="538" y="1456"/>
                  </a:cubicBezTo>
                  <a:cubicBezTo>
                    <a:pt x="512" y="1451"/>
                    <a:pt x="490" y="1443"/>
                    <a:pt x="466" y="1437"/>
                  </a:cubicBezTo>
                  <a:moveTo>
                    <a:pt x="466" y="1437"/>
                  </a:moveTo>
                  <a:cubicBezTo>
                    <a:pt x="466" y="1435"/>
                    <a:pt x="465" y="1437"/>
                    <a:pt x="466" y="1437"/>
                  </a:cubicBezTo>
                  <a:moveTo>
                    <a:pt x="888" y="1463"/>
                  </a:moveTo>
                  <a:cubicBezTo>
                    <a:pt x="888" y="1467"/>
                    <a:pt x="885" y="1469"/>
                    <a:pt x="884" y="1472"/>
                  </a:cubicBezTo>
                  <a:cubicBezTo>
                    <a:pt x="919" y="1472"/>
                    <a:pt x="949" y="1466"/>
                    <a:pt x="980" y="1462"/>
                  </a:cubicBezTo>
                  <a:cubicBezTo>
                    <a:pt x="982" y="1456"/>
                    <a:pt x="988" y="1448"/>
                    <a:pt x="986" y="1441"/>
                  </a:cubicBezTo>
                  <a:cubicBezTo>
                    <a:pt x="956" y="1451"/>
                    <a:pt x="922" y="1458"/>
                    <a:pt x="888" y="1463"/>
                  </a:cubicBezTo>
                  <a:close/>
                  <a:moveTo>
                    <a:pt x="1098" y="1445"/>
                  </a:moveTo>
                  <a:cubicBezTo>
                    <a:pt x="1098" y="1445"/>
                    <a:pt x="1099" y="1446"/>
                    <a:pt x="1098" y="1445"/>
                  </a:cubicBezTo>
                  <a:close/>
                  <a:moveTo>
                    <a:pt x="423" y="1450"/>
                  </a:moveTo>
                  <a:cubicBezTo>
                    <a:pt x="423" y="1450"/>
                    <a:pt x="424" y="1451"/>
                    <a:pt x="423" y="1450"/>
                  </a:cubicBezTo>
                  <a:close/>
                  <a:moveTo>
                    <a:pt x="600" y="1464"/>
                  </a:moveTo>
                  <a:cubicBezTo>
                    <a:pt x="639" y="1469"/>
                    <a:pt x="688" y="1474"/>
                    <a:pt x="730" y="1469"/>
                  </a:cubicBezTo>
                  <a:cubicBezTo>
                    <a:pt x="679" y="1467"/>
                    <a:pt x="633" y="1459"/>
                    <a:pt x="590" y="1449"/>
                  </a:cubicBezTo>
                  <a:cubicBezTo>
                    <a:pt x="593" y="1455"/>
                    <a:pt x="595" y="1461"/>
                    <a:pt x="600" y="1464"/>
                  </a:cubicBezTo>
                  <a:close/>
                  <a:moveTo>
                    <a:pt x="888" y="1449"/>
                  </a:moveTo>
                  <a:cubicBezTo>
                    <a:pt x="859" y="1457"/>
                    <a:pt x="828" y="1462"/>
                    <a:pt x="797" y="1467"/>
                  </a:cubicBezTo>
                  <a:cubicBezTo>
                    <a:pt x="795" y="1467"/>
                    <a:pt x="793" y="1467"/>
                    <a:pt x="792" y="1467"/>
                  </a:cubicBezTo>
                  <a:cubicBezTo>
                    <a:pt x="790" y="1468"/>
                    <a:pt x="792" y="1469"/>
                    <a:pt x="794" y="1468"/>
                  </a:cubicBezTo>
                  <a:cubicBezTo>
                    <a:pt x="826" y="1467"/>
                    <a:pt x="856" y="1465"/>
                    <a:pt x="885" y="1461"/>
                  </a:cubicBezTo>
                  <a:cubicBezTo>
                    <a:pt x="887" y="1457"/>
                    <a:pt x="888" y="1453"/>
                    <a:pt x="890" y="1449"/>
                  </a:cubicBezTo>
                  <a:cubicBezTo>
                    <a:pt x="889" y="1449"/>
                    <a:pt x="888" y="1449"/>
                    <a:pt x="888" y="1449"/>
                  </a:cubicBezTo>
                  <a:close/>
                  <a:moveTo>
                    <a:pt x="425" y="1451"/>
                  </a:moveTo>
                  <a:cubicBezTo>
                    <a:pt x="425" y="1451"/>
                    <a:pt x="426" y="1452"/>
                    <a:pt x="425" y="1451"/>
                  </a:cubicBezTo>
                  <a:close/>
                  <a:moveTo>
                    <a:pt x="427" y="1452"/>
                  </a:moveTo>
                  <a:cubicBezTo>
                    <a:pt x="427" y="1452"/>
                    <a:pt x="428" y="1453"/>
                    <a:pt x="427" y="1452"/>
                  </a:cubicBezTo>
                  <a:close/>
                  <a:moveTo>
                    <a:pt x="429" y="1453"/>
                  </a:moveTo>
                  <a:cubicBezTo>
                    <a:pt x="428" y="1453"/>
                    <a:pt x="430" y="1454"/>
                    <a:pt x="429" y="1453"/>
                  </a:cubicBezTo>
                  <a:close/>
                  <a:moveTo>
                    <a:pt x="749" y="1462"/>
                  </a:moveTo>
                  <a:cubicBezTo>
                    <a:pt x="749" y="1462"/>
                    <a:pt x="750" y="1462"/>
                    <a:pt x="750" y="1463"/>
                  </a:cubicBezTo>
                  <a:moveTo>
                    <a:pt x="750" y="1463"/>
                  </a:moveTo>
                  <a:cubicBezTo>
                    <a:pt x="751" y="1464"/>
                    <a:pt x="752" y="1462"/>
                    <a:pt x="750" y="1463"/>
                  </a:cubicBezTo>
                  <a:moveTo>
                    <a:pt x="750" y="1463"/>
                  </a:moveTo>
                  <a:cubicBezTo>
                    <a:pt x="750" y="1462"/>
                    <a:pt x="749" y="1462"/>
                    <a:pt x="749" y="1462"/>
                  </a:cubicBezTo>
                  <a:moveTo>
                    <a:pt x="749" y="1462"/>
                  </a:moveTo>
                  <a:cubicBezTo>
                    <a:pt x="746" y="1458"/>
                    <a:pt x="742" y="1456"/>
                    <a:pt x="739" y="1453"/>
                  </a:cubicBezTo>
                  <a:cubicBezTo>
                    <a:pt x="738" y="1460"/>
                    <a:pt x="744" y="1460"/>
                    <a:pt x="749" y="1462"/>
                  </a:cubicBezTo>
                  <a:moveTo>
                    <a:pt x="559" y="1476"/>
                  </a:moveTo>
                  <a:cubicBezTo>
                    <a:pt x="572" y="1480"/>
                    <a:pt x="590" y="1477"/>
                    <a:pt x="605" y="1480"/>
                  </a:cubicBezTo>
                  <a:cubicBezTo>
                    <a:pt x="605" y="1476"/>
                    <a:pt x="598" y="1472"/>
                    <a:pt x="597" y="1466"/>
                  </a:cubicBezTo>
                  <a:cubicBezTo>
                    <a:pt x="577" y="1465"/>
                    <a:pt x="561" y="1460"/>
                    <a:pt x="543" y="1458"/>
                  </a:cubicBezTo>
                  <a:cubicBezTo>
                    <a:pt x="547" y="1464"/>
                    <a:pt x="551" y="1473"/>
                    <a:pt x="559" y="1476"/>
                  </a:cubicBezTo>
                  <a:close/>
                  <a:moveTo>
                    <a:pt x="981" y="1463"/>
                  </a:moveTo>
                  <a:cubicBezTo>
                    <a:pt x="976" y="1471"/>
                    <a:pt x="970" y="1476"/>
                    <a:pt x="964" y="1481"/>
                  </a:cubicBezTo>
                  <a:cubicBezTo>
                    <a:pt x="972" y="1480"/>
                    <a:pt x="978" y="1479"/>
                    <a:pt x="986" y="1478"/>
                  </a:cubicBezTo>
                  <a:cubicBezTo>
                    <a:pt x="993" y="1472"/>
                    <a:pt x="1000" y="1466"/>
                    <a:pt x="1007" y="1460"/>
                  </a:cubicBezTo>
                  <a:cubicBezTo>
                    <a:pt x="1007" y="1458"/>
                    <a:pt x="1008" y="1458"/>
                    <a:pt x="1006" y="1458"/>
                  </a:cubicBezTo>
                  <a:cubicBezTo>
                    <a:pt x="998" y="1460"/>
                    <a:pt x="989" y="1461"/>
                    <a:pt x="981" y="1463"/>
                  </a:cubicBezTo>
                  <a:close/>
                  <a:moveTo>
                    <a:pt x="1069" y="1460"/>
                  </a:moveTo>
                  <a:cubicBezTo>
                    <a:pt x="1069" y="1459"/>
                    <a:pt x="1070" y="1460"/>
                    <a:pt x="1069" y="1460"/>
                  </a:cubicBezTo>
                  <a:close/>
                  <a:moveTo>
                    <a:pt x="1066" y="1461"/>
                  </a:moveTo>
                  <a:cubicBezTo>
                    <a:pt x="1041" y="1468"/>
                    <a:pt x="1016" y="1476"/>
                    <a:pt x="987" y="1480"/>
                  </a:cubicBezTo>
                  <a:cubicBezTo>
                    <a:pt x="984" y="1484"/>
                    <a:pt x="979" y="1485"/>
                    <a:pt x="976" y="1488"/>
                  </a:cubicBezTo>
                  <a:cubicBezTo>
                    <a:pt x="1008" y="1481"/>
                    <a:pt x="1042" y="1475"/>
                    <a:pt x="1066" y="1461"/>
                  </a:cubicBezTo>
                  <a:moveTo>
                    <a:pt x="1066" y="1461"/>
                  </a:moveTo>
                  <a:cubicBezTo>
                    <a:pt x="1070" y="1462"/>
                    <a:pt x="1067" y="1458"/>
                    <a:pt x="1066" y="1461"/>
                  </a:cubicBezTo>
                  <a:moveTo>
                    <a:pt x="742" y="1463"/>
                  </a:moveTo>
                  <a:cubicBezTo>
                    <a:pt x="742" y="1465"/>
                    <a:pt x="746" y="1462"/>
                    <a:pt x="742" y="1463"/>
                  </a:cubicBezTo>
                  <a:moveTo>
                    <a:pt x="742" y="1463"/>
                  </a:moveTo>
                  <a:cubicBezTo>
                    <a:pt x="741" y="1462"/>
                    <a:pt x="740" y="1461"/>
                    <a:pt x="739" y="1461"/>
                  </a:cubicBezTo>
                  <a:cubicBezTo>
                    <a:pt x="739" y="1463"/>
                    <a:pt x="740" y="1462"/>
                    <a:pt x="742" y="1463"/>
                  </a:cubicBezTo>
                  <a:moveTo>
                    <a:pt x="1072" y="1462"/>
                  </a:moveTo>
                  <a:cubicBezTo>
                    <a:pt x="1072" y="1461"/>
                    <a:pt x="1073" y="1462"/>
                    <a:pt x="1072" y="1462"/>
                  </a:cubicBezTo>
                  <a:close/>
                  <a:moveTo>
                    <a:pt x="774" y="1463"/>
                  </a:moveTo>
                  <a:cubicBezTo>
                    <a:pt x="774" y="1463"/>
                    <a:pt x="775" y="1464"/>
                    <a:pt x="774" y="1463"/>
                  </a:cubicBezTo>
                  <a:close/>
                  <a:moveTo>
                    <a:pt x="746" y="1464"/>
                  </a:moveTo>
                  <a:cubicBezTo>
                    <a:pt x="745" y="1464"/>
                    <a:pt x="746" y="1465"/>
                    <a:pt x="746" y="1464"/>
                  </a:cubicBezTo>
                  <a:close/>
                  <a:moveTo>
                    <a:pt x="780" y="1464"/>
                  </a:moveTo>
                  <a:cubicBezTo>
                    <a:pt x="780" y="1464"/>
                    <a:pt x="781" y="1465"/>
                    <a:pt x="780" y="1464"/>
                  </a:cubicBezTo>
                  <a:close/>
                  <a:moveTo>
                    <a:pt x="796" y="1472"/>
                  </a:moveTo>
                  <a:cubicBezTo>
                    <a:pt x="823" y="1473"/>
                    <a:pt x="851" y="1473"/>
                    <a:pt x="879" y="1473"/>
                  </a:cubicBezTo>
                  <a:cubicBezTo>
                    <a:pt x="879" y="1470"/>
                    <a:pt x="886" y="1464"/>
                    <a:pt x="882" y="1463"/>
                  </a:cubicBezTo>
                  <a:cubicBezTo>
                    <a:pt x="855" y="1469"/>
                    <a:pt x="823" y="1468"/>
                    <a:pt x="796" y="1472"/>
                  </a:cubicBezTo>
                  <a:close/>
                  <a:moveTo>
                    <a:pt x="882" y="1475"/>
                  </a:moveTo>
                  <a:cubicBezTo>
                    <a:pt x="882" y="1479"/>
                    <a:pt x="879" y="1481"/>
                    <a:pt x="878" y="1485"/>
                  </a:cubicBezTo>
                  <a:cubicBezTo>
                    <a:pt x="901" y="1482"/>
                    <a:pt x="937" y="1489"/>
                    <a:pt x="958" y="1482"/>
                  </a:cubicBezTo>
                  <a:cubicBezTo>
                    <a:pt x="961" y="1480"/>
                    <a:pt x="965" y="1476"/>
                    <a:pt x="968" y="1473"/>
                  </a:cubicBezTo>
                  <a:cubicBezTo>
                    <a:pt x="971" y="1470"/>
                    <a:pt x="977" y="1467"/>
                    <a:pt x="975" y="1464"/>
                  </a:cubicBezTo>
                  <a:cubicBezTo>
                    <a:pt x="946" y="1470"/>
                    <a:pt x="916" y="1474"/>
                    <a:pt x="882" y="1475"/>
                  </a:cubicBezTo>
                  <a:close/>
                  <a:moveTo>
                    <a:pt x="784" y="1466"/>
                  </a:moveTo>
                  <a:cubicBezTo>
                    <a:pt x="784" y="1466"/>
                    <a:pt x="785" y="1467"/>
                    <a:pt x="784" y="1466"/>
                  </a:cubicBezTo>
                  <a:close/>
                  <a:moveTo>
                    <a:pt x="503" y="1468"/>
                  </a:moveTo>
                  <a:cubicBezTo>
                    <a:pt x="520" y="1486"/>
                    <a:pt x="554" y="1491"/>
                    <a:pt x="582" y="1493"/>
                  </a:cubicBezTo>
                  <a:cubicBezTo>
                    <a:pt x="572" y="1490"/>
                    <a:pt x="565" y="1483"/>
                    <a:pt x="556" y="1478"/>
                  </a:cubicBezTo>
                  <a:cubicBezTo>
                    <a:pt x="537" y="1475"/>
                    <a:pt x="521" y="1471"/>
                    <a:pt x="503" y="1468"/>
                  </a:cubicBezTo>
                  <a:moveTo>
                    <a:pt x="503" y="1468"/>
                  </a:moveTo>
                  <a:cubicBezTo>
                    <a:pt x="502" y="1467"/>
                    <a:pt x="502" y="1468"/>
                    <a:pt x="503" y="1468"/>
                  </a:cubicBezTo>
                  <a:moveTo>
                    <a:pt x="611" y="1480"/>
                  </a:moveTo>
                  <a:cubicBezTo>
                    <a:pt x="653" y="1483"/>
                    <a:pt x="697" y="1480"/>
                    <a:pt x="732" y="1473"/>
                  </a:cubicBezTo>
                  <a:cubicBezTo>
                    <a:pt x="687" y="1475"/>
                    <a:pt x="642" y="1473"/>
                    <a:pt x="601" y="1467"/>
                  </a:cubicBezTo>
                  <a:cubicBezTo>
                    <a:pt x="604" y="1472"/>
                    <a:pt x="605" y="1478"/>
                    <a:pt x="611" y="1480"/>
                  </a:cubicBezTo>
                  <a:close/>
                  <a:moveTo>
                    <a:pt x="738" y="1472"/>
                  </a:moveTo>
                  <a:cubicBezTo>
                    <a:pt x="737" y="1472"/>
                    <a:pt x="736" y="1472"/>
                    <a:pt x="736" y="1473"/>
                  </a:cubicBezTo>
                  <a:cubicBezTo>
                    <a:pt x="737" y="1473"/>
                    <a:pt x="738" y="1473"/>
                    <a:pt x="738" y="1472"/>
                  </a:cubicBezTo>
                  <a:close/>
                  <a:moveTo>
                    <a:pt x="789" y="1473"/>
                  </a:moveTo>
                  <a:cubicBezTo>
                    <a:pt x="788" y="1473"/>
                    <a:pt x="786" y="1473"/>
                    <a:pt x="786" y="1474"/>
                  </a:cubicBezTo>
                  <a:cubicBezTo>
                    <a:pt x="787" y="1474"/>
                    <a:pt x="789" y="1474"/>
                    <a:pt x="789" y="1473"/>
                  </a:cubicBezTo>
                  <a:close/>
                  <a:moveTo>
                    <a:pt x="742" y="1475"/>
                  </a:moveTo>
                  <a:cubicBezTo>
                    <a:pt x="741" y="1475"/>
                    <a:pt x="742" y="1476"/>
                    <a:pt x="742" y="1475"/>
                  </a:cubicBezTo>
                  <a:close/>
                  <a:moveTo>
                    <a:pt x="745" y="1509"/>
                  </a:moveTo>
                  <a:cubicBezTo>
                    <a:pt x="748" y="1509"/>
                    <a:pt x="752" y="1509"/>
                    <a:pt x="755" y="1509"/>
                  </a:cubicBezTo>
                  <a:cubicBezTo>
                    <a:pt x="757" y="1498"/>
                    <a:pt x="761" y="1484"/>
                    <a:pt x="759" y="1474"/>
                  </a:cubicBezTo>
                  <a:cubicBezTo>
                    <a:pt x="754" y="1485"/>
                    <a:pt x="737" y="1490"/>
                    <a:pt x="745" y="1509"/>
                  </a:cubicBezTo>
                  <a:close/>
                  <a:moveTo>
                    <a:pt x="877" y="1476"/>
                  </a:moveTo>
                  <a:cubicBezTo>
                    <a:pt x="879" y="1475"/>
                    <a:pt x="877" y="1475"/>
                    <a:pt x="877" y="1476"/>
                  </a:cubicBezTo>
                  <a:moveTo>
                    <a:pt x="877" y="1476"/>
                  </a:moveTo>
                  <a:cubicBezTo>
                    <a:pt x="848" y="1477"/>
                    <a:pt x="817" y="1475"/>
                    <a:pt x="791" y="1475"/>
                  </a:cubicBezTo>
                  <a:cubicBezTo>
                    <a:pt x="817" y="1479"/>
                    <a:pt x="844" y="1483"/>
                    <a:pt x="873" y="1485"/>
                  </a:cubicBezTo>
                  <a:cubicBezTo>
                    <a:pt x="875" y="1482"/>
                    <a:pt x="877" y="1480"/>
                    <a:pt x="877" y="1476"/>
                  </a:cubicBezTo>
                  <a:moveTo>
                    <a:pt x="655" y="1493"/>
                  </a:moveTo>
                  <a:cubicBezTo>
                    <a:pt x="685" y="1490"/>
                    <a:pt x="715" y="1482"/>
                    <a:pt x="737" y="1477"/>
                  </a:cubicBezTo>
                  <a:cubicBezTo>
                    <a:pt x="737" y="1476"/>
                    <a:pt x="739" y="1475"/>
                    <a:pt x="736" y="1475"/>
                  </a:cubicBezTo>
                  <a:cubicBezTo>
                    <a:pt x="700" y="1482"/>
                    <a:pt x="655" y="1485"/>
                    <a:pt x="612" y="1483"/>
                  </a:cubicBezTo>
                  <a:cubicBezTo>
                    <a:pt x="615" y="1498"/>
                    <a:pt x="635" y="1496"/>
                    <a:pt x="655" y="1493"/>
                  </a:cubicBezTo>
                  <a:close/>
                  <a:moveTo>
                    <a:pt x="749" y="1476"/>
                  </a:moveTo>
                  <a:cubicBezTo>
                    <a:pt x="748" y="1476"/>
                    <a:pt x="749" y="1477"/>
                    <a:pt x="749" y="1476"/>
                  </a:cubicBezTo>
                  <a:close/>
                  <a:moveTo>
                    <a:pt x="754" y="1476"/>
                  </a:moveTo>
                  <a:cubicBezTo>
                    <a:pt x="749" y="1477"/>
                    <a:pt x="746" y="1481"/>
                    <a:pt x="741" y="1483"/>
                  </a:cubicBezTo>
                  <a:cubicBezTo>
                    <a:pt x="742" y="1484"/>
                    <a:pt x="741" y="1488"/>
                    <a:pt x="743" y="1489"/>
                  </a:cubicBezTo>
                  <a:cubicBezTo>
                    <a:pt x="746" y="1485"/>
                    <a:pt x="752" y="1481"/>
                    <a:pt x="754" y="1476"/>
                  </a:cubicBezTo>
                  <a:moveTo>
                    <a:pt x="754" y="1476"/>
                  </a:moveTo>
                  <a:cubicBezTo>
                    <a:pt x="756" y="1475"/>
                    <a:pt x="754" y="1475"/>
                    <a:pt x="754" y="1476"/>
                  </a:cubicBezTo>
                  <a:moveTo>
                    <a:pt x="773" y="1476"/>
                  </a:moveTo>
                  <a:cubicBezTo>
                    <a:pt x="772" y="1476"/>
                    <a:pt x="773" y="1477"/>
                    <a:pt x="773" y="1476"/>
                  </a:cubicBezTo>
                  <a:close/>
                  <a:moveTo>
                    <a:pt x="782" y="1475"/>
                  </a:moveTo>
                  <a:cubicBezTo>
                    <a:pt x="781" y="1475"/>
                    <a:pt x="780" y="1475"/>
                    <a:pt x="780" y="1476"/>
                  </a:cubicBezTo>
                  <a:cubicBezTo>
                    <a:pt x="781" y="1476"/>
                    <a:pt x="782" y="1476"/>
                    <a:pt x="782" y="1475"/>
                  </a:cubicBezTo>
                  <a:close/>
                  <a:moveTo>
                    <a:pt x="746" y="1477"/>
                  </a:moveTo>
                  <a:cubicBezTo>
                    <a:pt x="743" y="1476"/>
                    <a:pt x="739" y="1478"/>
                    <a:pt x="742" y="1480"/>
                  </a:cubicBezTo>
                  <a:cubicBezTo>
                    <a:pt x="742" y="1478"/>
                    <a:pt x="745" y="1479"/>
                    <a:pt x="746" y="1477"/>
                  </a:cubicBezTo>
                  <a:moveTo>
                    <a:pt x="746" y="1477"/>
                  </a:moveTo>
                  <a:cubicBezTo>
                    <a:pt x="750" y="1478"/>
                    <a:pt x="746" y="1474"/>
                    <a:pt x="746" y="1477"/>
                  </a:cubicBezTo>
                  <a:moveTo>
                    <a:pt x="758" y="1509"/>
                  </a:moveTo>
                  <a:cubicBezTo>
                    <a:pt x="768" y="1509"/>
                    <a:pt x="777" y="1509"/>
                    <a:pt x="787" y="1509"/>
                  </a:cubicBezTo>
                  <a:cubicBezTo>
                    <a:pt x="781" y="1500"/>
                    <a:pt x="770" y="1487"/>
                    <a:pt x="763" y="1476"/>
                  </a:cubicBezTo>
                  <a:cubicBezTo>
                    <a:pt x="761" y="1486"/>
                    <a:pt x="760" y="1498"/>
                    <a:pt x="758" y="1509"/>
                  </a:cubicBezTo>
                  <a:close/>
                  <a:moveTo>
                    <a:pt x="796" y="1509"/>
                  </a:moveTo>
                  <a:cubicBezTo>
                    <a:pt x="804" y="1511"/>
                    <a:pt x="813" y="1505"/>
                    <a:pt x="826" y="1508"/>
                  </a:cubicBezTo>
                  <a:cubicBezTo>
                    <a:pt x="807" y="1497"/>
                    <a:pt x="786" y="1489"/>
                    <a:pt x="769" y="1476"/>
                  </a:cubicBezTo>
                  <a:cubicBezTo>
                    <a:pt x="777" y="1485"/>
                    <a:pt x="782" y="1505"/>
                    <a:pt x="796" y="1509"/>
                  </a:cubicBezTo>
                  <a:close/>
                  <a:moveTo>
                    <a:pt x="837" y="1507"/>
                  </a:moveTo>
                  <a:cubicBezTo>
                    <a:pt x="844" y="1507"/>
                    <a:pt x="860" y="1507"/>
                    <a:pt x="864" y="1499"/>
                  </a:cubicBezTo>
                  <a:cubicBezTo>
                    <a:pt x="831" y="1496"/>
                    <a:pt x="800" y="1484"/>
                    <a:pt x="774" y="1477"/>
                  </a:cubicBezTo>
                  <a:cubicBezTo>
                    <a:pt x="791" y="1485"/>
                    <a:pt x="814" y="1505"/>
                    <a:pt x="837" y="1507"/>
                  </a:cubicBezTo>
                  <a:close/>
                  <a:moveTo>
                    <a:pt x="865" y="1497"/>
                  </a:moveTo>
                  <a:cubicBezTo>
                    <a:pt x="867" y="1494"/>
                    <a:pt x="870" y="1491"/>
                    <a:pt x="871" y="1487"/>
                  </a:cubicBezTo>
                  <a:cubicBezTo>
                    <a:pt x="839" y="1487"/>
                    <a:pt x="810" y="1479"/>
                    <a:pt x="783" y="1477"/>
                  </a:cubicBezTo>
                  <a:cubicBezTo>
                    <a:pt x="809" y="1485"/>
                    <a:pt x="835" y="1493"/>
                    <a:pt x="865" y="1497"/>
                  </a:cubicBezTo>
                  <a:close/>
                  <a:moveTo>
                    <a:pt x="617" y="1495"/>
                  </a:moveTo>
                  <a:cubicBezTo>
                    <a:pt x="616" y="1492"/>
                    <a:pt x="610" y="1486"/>
                    <a:pt x="606" y="1483"/>
                  </a:cubicBezTo>
                  <a:cubicBezTo>
                    <a:pt x="592" y="1483"/>
                    <a:pt x="576" y="1479"/>
                    <a:pt x="563" y="1480"/>
                  </a:cubicBezTo>
                  <a:cubicBezTo>
                    <a:pt x="577" y="1489"/>
                    <a:pt x="591" y="1498"/>
                    <a:pt x="617" y="1495"/>
                  </a:cubicBezTo>
                  <a:close/>
                  <a:moveTo>
                    <a:pt x="626" y="1499"/>
                  </a:moveTo>
                  <a:cubicBezTo>
                    <a:pt x="667" y="1513"/>
                    <a:pt x="710" y="1498"/>
                    <a:pt x="738" y="1480"/>
                  </a:cubicBezTo>
                  <a:cubicBezTo>
                    <a:pt x="706" y="1488"/>
                    <a:pt x="665" y="1495"/>
                    <a:pt x="626" y="1499"/>
                  </a:cubicBezTo>
                  <a:close/>
                  <a:moveTo>
                    <a:pt x="1025" y="1480"/>
                  </a:moveTo>
                  <a:cubicBezTo>
                    <a:pt x="1025" y="1479"/>
                    <a:pt x="1026" y="1480"/>
                    <a:pt x="1025" y="1480"/>
                  </a:cubicBezTo>
                  <a:close/>
                  <a:moveTo>
                    <a:pt x="1022" y="1481"/>
                  </a:moveTo>
                  <a:cubicBezTo>
                    <a:pt x="1023" y="1481"/>
                    <a:pt x="1022" y="1480"/>
                    <a:pt x="1022" y="1481"/>
                  </a:cubicBezTo>
                  <a:close/>
                  <a:moveTo>
                    <a:pt x="516" y="1482"/>
                  </a:moveTo>
                  <a:cubicBezTo>
                    <a:pt x="516" y="1481"/>
                    <a:pt x="517" y="1482"/>
                    <a:pt x="516" y="1482"/>
                  </a:cubicBezTo>
                  <a:close/>
                  <a:moveTo>
                    <a:pt x="1018" y="1482"/>
                  </a:moveTo>
                  <a:cubicBezTo>
                    <a:pt x="1001" y="1486"/>
                    <a:pt x="981" y="1488"/>
                    <a:pt x="966" y="1495"/>
                  </a:cubicBezTo>
                  <a:moveTo>
                    <a:pt x="966" y="1495"/>
                  </a:moveTo>
                  <a:cubicBezTo>
                    <a:pt x="962" y="1494"/>
                    <a:pt x="965" y="1498"/>
                    <a:pt x="966" y="1495"/>
                  </a:cubicBezTo>
                  <a:moveTo>
                    <a:pt x="966" y="1495"/>
                  </a:moveTo>
                  <a:cubicBezTo>
                    <a:pt x="985" y="1493"/>
                    <a:pt x="1002" y="1488"/>
                    <a:pt x="1018" y="1482"/>
                  </a:cubicBezTo>
                  <a:moveTo>
                    <a:pt x="1018" y="1482"/>
                  </a:moveTo>
                  <a:cubicBezTo>
                    <a:pt x="1022" y="1483"/>
                    <a:pt x="1019" y="1479"/>
                    <a:pt x="1018" y="1482"/>
                  </a:cubicBezTo>
                  <a:moveTo>
                    <a:pt x="940" y="1495"/>
                  </a:moveTo>
                  <a:cubicBezTo>
                    <a:pt x="955" y="1492"/>
                    <a:pt x="972" y="1491"/>
                    <a:pt x="980" y="1482"/>
                  </a:cubicBezTo>
                  <a:cubicBezTo>
                    <a:pt x="962" y="1482"/>
                    <a:pt x="950" y="1488"/>
                    <a:pt x="940" y="1495"/>
                  </a:cubicBezTo>
                  <a:close/>
                  <a:moveTo>
                    <a:pt x="681" y="1507"/>
                  </a:moveTo>
                  <a:cubicBezTo>
                    <a:pt x="694" y="1507"/>
                    <a:pt x="707" y="1507"/>
                    <a:pt x="719" y="1509"/>
                  </a:cubicBezTo>
                  <a:cubicBezTo>
                    <a:pt x="726" y="1503"/>
                    <a:pt x="734" y="1498"/>
                    <a:pt x="740" y="1491"/>
                  </a:cubicBezTo>
                  <a:cubicBezTo>
                    <a:pt x="737" y="1491"/>
                    <a:pt x="741" y="1484"/>
                    <a:pt x="738" y="1484"/>
                  </a:cubicBezTo>
                  <a:cubicBezTo>
                    <a:pt x="722" y="1494"/>
                    <a:pt x="700" y="1499"/>
                    <a:pt x="681" y="1507"/>
                  </a:cubicBezTo>
                  <a:close/>
                  <a:moveTo>
                    <a:pt x="876" y="1487"/>
                  </a:moveTo>
                  <a:cubicBezTo>
                    <a:pt x="874" y="1491"/>
                    <a:pt x="871" y="1493"/>
                    <a:pt x="870" y="1498"/>
                  </a:cubicBezTo>
                  <a:cubicBezTo>
                    <a:pt x="900" y="1502"/>
                    <a:pt x="934" y="1501"/>
                    <a:pt x="950" y="1486"/>
                  </a:cubicBezTo>
                  <a:cubicBezTo>
                    <a:pt x="927" y="1487"/>
                    <a:pt x="902" y="1488"/>
                    <a:pt x="876" y="1487"/>
                  </a:cubicBezTo>
                  <a:close/>
                  <a:moveTo>
                    <a:pt x="542" y="1492"/>
                  </a:moveTo>
                  <a:cubicBezTo>
                    <a:pt x="542" y="1492"/>
                    <a:pt x="543" y="1493"/>
                    <a:pt x="542" y="1492"/>
                  </a:cubicBezTo>
                  <a:close/>
                  <a:moveTo>
                    <a:pt x="570" y="1495"/>
                  </a:moveTo>
                  <a:cubicBezTo>
                    <a:pt x="565" y="1495"/>
                    <a:pt x="538" y="1491"/>
                    <a:pt x="548" y="1494"/>
                  </a:cubicBezTo>
                  <a:cubicBezTo>
                    <a:pt x="571" y="1502"/>
                    <a:pt x="600" y="1512"/>
                    <a:pt x="625" y="1510"/>
                  </a:cubicBezTo>
                  <a:cubicBezTo>
                    <a:pt x="606" y="1504"/>
                    <a:pt x="592" y="1498"/>
                    <a:pt x="570" y="1495"/>
                  </a:cubicBezTo>
                  <a:close/>
                  <a:moveTo>
                    <a:pt x="958" y="1495"/>
                  </a:moveTo>
                  <a:cubicBezTo>
                    <a:pt x="949" y="1496"/>
                    <a:pt x="942" y="1497"/>
                    <a:pt x="935" y="1499"/>
                  </a:cubicBezTo>
                  <a:cubicBezTo>
                    <a:pt x="943" y="1498"/>
                    <a:pt x="953" y="1499"/>
                    <a:pt x="958" y="1495"/>
                  </a:cubicBezTo>
                  <a:moveTo>
                    <a:pt x="958" y="1495"/>
                  </a:moveTo>
                  <a:cubicBezTo>
                    <a:pt x="962" y="1496"/>
                    <a:pt x="958" y="1492"/>
                    <a:pt x="958" y="1495"/>
                  </a:cubicBezTo>
                  <a:moveTo>
                    <a:pt x="724" y="1509"/>
                  </a:moveTo>
                  <a:cubicBezTo>
                    <a:pt x="730" y="1509"/>
                    <a:pt x="736" y="1509"/>
                    <a:pt x="742" y="1509"/>
                  </a:cubicBezTo>
                  <a:cubicBezTo>
                    <a:pt x="740" y="1505"/>
                    <a:pt x="741" y="1498"/>
                    <a:pt x="739" y="1495"/>
                  </a:cubicBezTo>
                  <a:cubicBezTo>
                    <a:pt x="735" y="1501"/>
                    <a:pt x="728" y="1504"/>
                    <a:pt x="724" y="1509"/>
                  </a:cubicBezTo>
                  <a:close/>
                  <a:moveTo>
                    <a:pt x="613" y="1499"/>
                  </a:moveTo>
                  <a:cubicBezTo>
                    <a:pt x="615" y="1500"/>
                    <a:pt x="623" y="1501"/>
                    <a:pt x="624" y="1500"/>
                  </a:cubicBezTo>
                  <a:cubicBezTo>
                    <a:pt x="622" y="1496"/>
                    <a:pt x="599" y="1499"/>
                    <a:pt x="613" y="1499"/>
                  </a:cubicBezTo>
                  <a:close/>
                  <a:moveTo>
                    <a:pt x="929" y="1500"/>
                  </a:moveTo>
                  <a:cubicBezTo>
                    <a:pt x="929" y="1500"/>
                    <a:pt x="930" y="1501"/>
                    <a:pt x="929" y="1500"/>
                  </a:cubicBezTo>
                  <a:close/>
                  <a:moveTo>
                    <a:pt x="865" y="1505"/>
                  </a:moveTo>
                  <a:cubicBezTo>
                    <a:pt x="871" y="1503"/>
                    <a:pt x="880" y="1504"/>
                    <a:pt x="886" y="1502"/>
                  </a:cubicBezTo>
                  <a:cubicBezTo>
                    <a:pt x="879" y="1502"/>
                    <a:pt x="867" y="1497"/>
                    <a:pt x="865" y="1505"/>
                  </a:cubicBezTo>
                  <a:close/>
                  <a:moveTo>
                    <a:pt x="608" y="1501"/>
                  </a:moveTo>
                  <a:cubicBezTo>
                    <a:pt x="608" y="1501"/>
                    <a:pt x="607" y="1501"/>
                    <a:pt x="606" y="1502"/>
                  </a:cubicBezTo>
                  <a:cubicBezTo>
                    <a:pt x="607" y="1502"/>
                    <a:pt x="608" y="1502"/>
                    <a:pt x="608" y="1501"/>
                  </a:cubicBezTo>
                  <a:close/>
                  <a:moveTo>
                    <a:pt x="885" y="1514"/>
                  </a:moveTo>
                  <a:cubicBezTo>
                    <a:pt x="909" y="1514"/>
                    <a:pt x="929" y="1509"/>
                    <a:pt x="946" y="1501"/>
                  </a:cubicBezTo>
                  <a:cubicBezTo>
                    <a:pt x="921" y="1500"/>
                    <a:pt x="904" y="1509"/>
                    <a:pt x="885" y="1514"/>
                  </a:cubicBezTo>
                  <a:close/>
                  <a:moveTo>
                    <a:pt x="633" y="1509"/>
                  </a:moveTo>
                  <a:cubicBezTo>
                    <a:pt x="629" y="1504"/>
                    <a:pt x="618" y="1501"/>
                    <a:pt x="609" y="1503"/>
                  </a:cubicBezTo>
                  <a:cubicBezTo>
                    <a:pt x="618" y="1504"/>
                    <a:pt x="626" y="1509"/>
                    <a:pt x="633" y="1509"/>
                  </a:cubicBezTo>
                  <a:close/>
                  <a:moveTo>
                    <a:pt x="858" y="1512"/>
                  </a:moveTo>
                  <a:cubicBezTo>
                    <a:pt x="879" y="1516"/>
                    <a:pt x="896" y="1508"/>
                    <a:pt x="912" y="1503"/>
                  </a:cubicBezTo>
                  <a:cubicBezTo>
                    <a:pt x="893" y="1506"/>
                    <a:pt x="869" y="1502"/>
                    <a:pt x="858" y="1512"/>
                  </a:cubicBezTo>
                  <a:close/>
                  <a:moveTo>
                    <a:pt x="659" y="1507"/>
                  </a:moveTo>
                  <a:cubicBezTo>
                    <a:pt x="650" y="1508"/>
                    <a:pt x="641" y="1503"/>
                    <a:pt x="633" y="1506"/>
                  </a:cubicBezTo>
                  <a:cubicBezTo>
                    <a:pt x="638" y="1512"/>
                    <a:pt x="652" y="1509"/>
                    <a:pt x="659" y="1507"/>
                  </a:cubicBezTo>
                  <a:close/>
                  <a:moveTo>
                    <a:pt x="645" y="1512"/>
                  </a:moveTo>
                  <a:cubicBezTo>
                    <a:pt x="667" y="1518"/>
                    <a:pt x="698" y="1526"/>
                    <a:pt x="714" y="1511"/>
                  </a:cubicBezTo>
                  <a:cubicBezTo>
                    <a:pt x="688" y="1510"/>
                    <a:pt x="666" y="1506"/>
                    <a:pt x="645" y="1512"/>
                  </a:cubicBezTo>
                  <a:close/>
                  <a:moveTo>
                    <a:pt x="845" y="1510"/>
                  </a:moveTo>
                  <a:cubicBezTo>
                    <a:pt x="849" y="1510"/>
                    <a:pt x="855" y="1512"/>
                    <a:pt x="856" y="1508"/>
                  </a:cubicBezTo>
                  <a:cubicBezTo>
                    <a:pt x="852" y="1509"/>
                    <a:pt x="847" y="1508"/>
                    <a:pt x="845" y="1510"/>
                  </a:cubicBezTo>
                  <a:close/>
                  <a:moveTo>
                    <a:pt x="798" y="1512"/>
                  </a:moveTo>
                  <a:cubicBezTo>
                    <a:pt x="808" y="1524"/>
                    <a:pt x="839" y="1525"/>
                    <a:pt x="850" y="1513"/>
                  </a:cubicBezTo>
                  <a:cubicBezTo>
                    <a:pt x="837" y="1508"/>
                    <a:pt x="813" y="1509"/>
                    <a:pt x="798" y="1512"/>
                  </a:cubicBezTo>
                  <a:close/>
                  <a:moveTo>
                    <a:pt x="699" y="1522"/>
                  </a:moveTo>
                  <a:cubicBezTo>
                    <a:pt x="714" y="1522"/>
                    <a:pt x="731" y="1526"/>
                    <a:pt x="746" y="1524"/>
                  </a:cubicBezTo>
                  <a:cubicBezTo>
                    <a:pt x="743" y="1521"/>
                    <a:pt x="744" y="1515"/>
                    <a:pt x="742" y="1511"/>
                  </a:cubicBezTo>
                  <a:cubicBezTo>
                    <a:pt x="721" y="1509"/>
                    <a:pt x="710" y="1514"/>
                    <a:pt x="699" y="1522"/>
                  </a:cubicBezTo>
                  <a:close/>
                  <a:moveTo>
                    <a:pt x="750" y="1525"/>
                  </a:moveTo>
                  <a:cubicBezTo>
                    <a:pt x="753" y="1522"/>
                    <a:pt x="754" y="1517"/>
                    <a:pt x="754" y="1511"/>
                  </a:cubicBezTo>
                  <a:cubicBezTo>
                    <a:pt x="751" y="1511"/>
                    <a:pt x="748" y="1511"/>
                    <a:pt x="745" y="1511"/>
                  </a:cubicBezTo>
                  <a:cubicBezTo>
                    <a:pt x="747" y="1516"/>
                    <a:pt x="745" y="1524"/>
                    <a:pt x="750" y="1525"/>
                  </a:cubicBezTo>
                  <a:close/>
                  <a:moveTo>
                    <a:pt x="790" y="1511"/>
                  </a:moveTo>
                  <a:cubicBezTo>
                    <a:pt x="779" y="1511"/>
                    <a:pt x="768" y="1511"/>
                    <a:pt x="757" y="1511"/>
                  </a:cubicBezTo>
                  <a:cubicBezTo>
                    <a:pt x="757" y="1517"/>
                    <a:pt x="755" y="1520"/>
                    <a:pt x="754" y="1525"/>
                  </a:cubicBezTo>
                  <a:cubicBezTo>
                    <a:pt x="773" y="1525"/>
                    <a:pt x="792" y="1526"/>
                    <a:pt x="807" y="1522"/>
                  </a:cubicBezTo>
                  <a:cubicBezTo>
                    <a:pt x="800" y="1520"/>
                    <a:pt x="797" y="1514"/>
                    <a:pt x="790" y="1511"/>
                  </a:cubicBezTo>
                  <a:close/>
                  <a:moveTo>
                    <a:pt x="852" y="1517"/>
                  </a:moveTo>
                  <a:cubicBezTo>
                    <a:pt x="851" y="1518"/>
                    <a:pt x="852" y="1518"/>
                    <a:pt x="852" y="1517"/>
                  </a:cubicBezTo>
                  <a:moveTo>
                    <a:pt x="852" y="1517"/>
                  </a:moveTo>
                  <a:cubicBezTo>
                    <a:pt x="857" y="1517"/>
                    <a:pt x="861" y="1517"/>
                    <a:pt x="864" y="1515"/>
                  </a:cubicBezTo>
                  <a:cubicBezTo>
                    <a:pt x="859" y="1515"/>
                    <a:pt x="854" y="1513"/>
                    <a:pt x="852" y="1517"/>
                  </a:cubicBezTo>
                  <a:moveTo>
                    <a:pt x="655" y="1518"/>
                  </a:moveTo>
                  <a:cubicBezTo>
                    <a:pt x="655" y="1518"/>
                    <a:pt x="656" y="1519"/>
                    <a:pt x="655" y="1518"/>
                  </a:cubicBezTo>
                  <a:close/>
                  <a:moveTo>
                    <a:pt x="674" y="1522"/>
                  </a:moveTo>
                  <a:cubicBezTo>
                    <a:pt x="679" y="1522"/>
                    <a:pt x="678" y="1522"/>
                    <a:pt x="674" y="1521"/>
                  </a:cubicBezTo>
                  <a:cubicBezTo>
                    <a:pt x="672" y="1521"/>
                    <a:pt x="662" y="1518"/>
                    <a:pt x="658" y="1519"/>
                  </a:cubicBezTo>
                  <a:cubicBezTo>
                    <a:pt x="665" y="1520"/>
                    <a:pt x="671" y="1522"/>
                    <a:pt x="674" y="1522"/>
                  </a:cubicBezTo>
                  <a:close/>
                </a:path>
              </a:pathLst>
            </a:custGeom>
            <a:solidFill>
              <a:srgbClr val="CF0101"/>
            </a:solidFill>
            <a:ln w="9525">
              <a:noFill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2"/>
            <p:cNvSpPr>
              <a:spLocks noEditPoints="1"/>
            </p:cNvSpPr>
            <p:nvPr/>
          </p:nvSpPr>
          <p:spPr bwMode="gray">
            <a:xfrm>
              <a:off x="5056923" y="2717866"/>
              <a:ext cx="2093932" cy="2024559"/>
            </a:xfrm>
            <a:custGeom>
              <a:avLst/>
              <a:gdLst/>
              <a:ahLst/>
              <a:cxnLst>
                <a:cxn ang="0">
                  <a:pos x="1157" y="29"/>
                </a:cxn>
                <a:cxn ang="0">
                  <a:pos x="617" y="117"/>
                </a:cxn>
                <a:cxn ang="0">
                  <a:pos x="656" y="178"/>
                </a:cxn>
                <a:cxn ang="0">
                  <a:pos x="239" y="258"/>
                </a:cxn>
                <a:cxn ang="0">
                  <a:pos x="536" y="255"/>
                </a:cxn>
                <a:cxn ang="0">
                  <a:pos x="663" y="454"/>
                </a:cxn>
                <a:cxn ang="0">
                  <a:pos x="900" y="474"/>
                </a:cxn>
                <a:cxn ang="0">
                  <a:pos x="922" y="511"/>
                </a:cxn>
                <a:cxn ang="0">
                  <a:pos x="908" y="527"/>
                </a:cxn>
                <a:cxn ang="0">
                  <a:pos x="895" y="533"/>
                </a:cxn>
                <a:cxn ang="0">
                  <a:pos x="1040" y="559"/>
                </a:cxn>
                <a:cxn ang="0">
                  <a:pos x="1319" y="1342"/>
                </a:cxn>
                <a:cxn ang="0">
                  <a:pos x="1320" y="1379"/>
                </a:cxn>
                <a:cxn ang="0">
                  <a:pos x="576" y="31"/>
                </a:cxn>
                <a:cxn ang="0">
                  <a:pos x="469" y="123"/>
                </a:cxn>
                <a:cxn ang="0">
                  <a:pos x="676" y="54"/>
                </a:cxn>
                <a:cxn ang="0">
                  <a:pos x="618" y="4"/>
                </a:cxn>
                <a:cxn ang="0">
                  <a:pos x="595" y="5"/>
                </a:cxn>
                <a:cxn ang="0">
                  <a:pos x="513" y="46"/>
                </a:cxn>
                <a:cxn ang="0">
                  <a:pos x="422" y="75"/>
                </a:cxn>
                <a:cxn ang="0">
                  <a:pos x="459" y="67"/>
                </a:cxn>
                <a:cxn ang="0">
                  <a:pos x="1681" y="642"/>
                </a:cxn>
                <a:cxn ang="0">
                  <a:pos x="1077" y="36"/>
                </a:cxn>
                <a:cxn ang="0">
                  <a:pos x="1098" y="110"/>
                </a:cxn>
                <a:cxn ang="0">
                  <a:pos x="979" y="117"/>
                </a:cxn>
                <a:cxn ang="0">
                  <a:pos x="948" y="122"/>
                </a:cxn>
                <a:cxn ang="0">
                  <a:pos x="820" y="97"/>
                </a:cxn>
                <a:cxn ang="0">
                  <a:pos x="698" y="200"/>
                </a:cxn>
                <a:cxn ang="0">
                  <a:pos x="828" y="182"/>
                </a:cxn>
                <a:cxn ang="0">
                  <a:pos x="734" y="228"/>
                </a:cxn>
                <a:cxn ang="0">
                  <a:pos x="635" y="272"/>
                </a:cxn>
                <a:cxn ang="0">
                  <a:pos x="593" y="234"/>
                </a:cxn>
                <a:cxn ang="0">
                  <a:pos x="621" y="295"/>
                </a:cxn>
                <a:cxn ang="0">
                  <a:pos x="441" y="441"/>
                </a:cxn>
                <a:cxn ang="0">
                  <a:pos x="621" y="411"/>
                </a:cxn>
                <a:cxn ang="0">
                  <a:pos x="709" y="512"/>
                </a:cxn>
                <a:cxn ang="0">
                  <a:pos x="740" y="381"/>
                </a:cxn>
                <a:cxn ang="0">
                  <a:pos x="870" y="536"/>
                </a:cxn>
                <a:cxn ang="0">
                  <a:pos x="911" y="470"/>
                </a:cxn>
                <a:cxn ang="0">
                  <a:pos x="1059" y="616"/>
                </a:cxn>
                <a:cxn ang="0">
                  <a:pos x="834" y="603"/>
                </a:cxn>
                <a:cxn ang="0">
                  <a:pos x="677" y="539"/>
                </a:cxn>
                <a:cxn ang="0">
                  <a:pos x="369" y="587"/>
                </a:cxn>
                <a:cxn ang="0">
                  <a:pos x="215" y="834"/>
                </a:cxn>
                <a:cxn ang="0">
                  <a:pos x="317" y="1065"/>
                </a:cxn>
                <a:cxn ang="0">
                  <a:pos x="592" y="1115"/>
                </a:cxn>
                <a:cxn ang="0">
                  <a:pos x="681" y="1291"/>
                </a:cxn>
                <a:cxn ang="0">
                  <a:pos x="733" y="1503"/>
                </a:cxn>
                <a:cxn ang="0">
                  <a:pos x="1016" y="1556"/>
                </a:cxn>
                <a:cxn ang="0">
                  <a:pos x="1197" y="1373"/>
                </a:cxn>
                <a:cxn ang="0">
                  <a:pos x="1271" y="1154"/>
                </a:cxn>
                <a:cxn ang="0">
                  <a:pos x="1311" y="967"/>
                </a:cxn>
                <a:cxn ang="0">
                  <a:pos x="1135" y="797"/>
                </a:cxn>
                <a:cxn ang="0">
                  <a:pos x="1197" y="810"/>
                </a:cxn>
                <a:cxn ang="0">
                  <a:pos x="1447" y="788"/>
                </a:cxn>
                <a:cxn ang="0">
                  <a:pos x="1277" y="635"/>
                </a:cxn>
                <a:cxn ang="0">
                  <a:pos x="1531" y="652"/>
                </a:cxn>
                <a:cxn ang="0">
                  <a:pos x="1658" y="862"/>
                </a:cxn>
                <a:cxn ang="0">
                  <a:pos x="1038" y="440"/>
                </a:cxn>
                <a:cxn ang="0">
                  <a:pos x="991" y="389"/>
                </a:cxn>
                <a:cxn ang="0">
                  <a:pos x="1099" y="418"/>
                </a:cxn>
                <a:cxn ang="0">
                  <a:pos x="287" y="206"/>
                </a:cxn>
                <a:cxn ang="0">
                  <a:pos x="50" y="1063"/>
                </a:cxn>
              </a:cxnLst>
              <a:rect l="0" t="0" r="r" b="b"/>
              <a:pathLst>
                <a:path w="1683" h="1609">
                  <a:moveTo>
                    <a:pt x="1008" y="20"/>
                  </a:moveTo>
                  <a:cubicBezTo>
                    <a:pt x="1021" y="27"/>
                    <a:pt x="1028" y="27"/>
                    <a:pt x="1045" y="29"/>
                  </a:cubicBezTo>
                  <a:cubicBezTo>
                    <a:pt x="1035" y="22"/>
                    <a:pt x="1023" y="21"/>
                    <a:pt x="1008" y="20"/>
                  </a:cubicBezTo>
                  <a:close/>
                  <a:moveTo>
                    <a:pt x="1146" y="26"/>
                  </a:moveTo>
                  <a:cubicBezTo>
                    <a:pt x="1143" y="26"/>
                    <a:pt x="1143" y="22"/>
                    <a:pt x="1141" y="21"/>
                  </a:cubicBezTo>
                  <a:cubicBezTo>
                    <a:pt x="1142" y="21"/>
                    <a:pt x="1146" y="24"/>
                    <a:pt x="1147" y="21"/>
                  </a:cubicBezTo>
                  <a:cubicBezTo>
                    <a:pt x="1138" y="19"/>
                    <a:pt x="1136" y="20"/>
                    <a:pt x="1128" y="22"/>
                  </a:cubicBezTo>
                  <a:cubicBezTo>
                    <a:pt x="1134" y="24"/>
                    <a:pt x="1139" y="27"/>
                    <a:pt x="1146" y="26"/>
                  </a:cubicBezTo>
                  <a:close/>
                  <a:moveTo>
                    <a:pt x="1063" y="27"/>
                  </a:moveTo>
                  <a:cubicBezTo>
                    <a:pt x="1057" y="27"/>
                    <a:pt x="1049" y="23"/>
                    <a:pt x="1045" y="25"/>
                  </a:cubicBezTo>
                  <a:cubicBezTo>
                    <a:pt x="1050" y="26"/>
                    <a:pt x="1053" y="31"/>
                    <a:pt x="1059" y="32"/>
                  </a:cubicBezTo>
                  <a:cubicBezTo>
                    <a:pt x="1060" y="30"/>
                    <a:pt x="1063" y="30"/>
                    <a:pt x="1063" y="27"/>
                  </a:cubicBezTo>
                  <a:close/>
                  <a:moveTo>
                    <a:pt x="1157" y="29"/>
                  </a:moveTo>
                  <a:cubicBezTo>
                    <a:pt x="1159" y="30"/>
                    <a:pt x="1161" y="30"/>
                    <a:pt x="1163" y="31"/>
                  </a:cubicBezTo>
                  <a:cubicBezTo>
                    <a:pt x="1163" y="28"/>
                    <a:pt x="1158" y="27"/>
                    <a:pt x="1157" y="29"/>
                  </a:cubicBezTo>
                  <a:close/>
                  <a:moveTo>
                    <a:pt x="966" y="79"/>
                  </a:moveTo>
                  <a:cubicBezTo>
                    <a:pt x="979" y="79"/>
                    <a:pt x="987" y="91"/>
                    <a:pt x="1000" y="85"/>
                  </a:cubicBezTo>
                  <a:cubicBezTo>
                    <a:pt x="983" y="83"/>
                    <a:pt x="971" y="65"/>
                    <a:pt x="984" y="55"/>
                  </a:cubicBezTo>
                  <a:cubicBezTo>
                    <a:pt x="988" y="52"/>
                    <a:pt x="993" y="54"/>
                    <a:pt x="996" y="49"/>
                  </a:cubicBezTo>
                  <a:cubicBezTo>
                    <a:pt x="992" y="41"/>
                    <a:pt x="983" y="46"/>
                    <a:pt x="978" y="50"/>
                  </a:cubicBezTo>
                  <a:cubicBezTo>
                    <a:pt x="970" y="49"/>
                    <a:pt x="966" y="53"/>
                    <a:pt x="962" y="58"/>
                  </a:cubicBezTo>
                  <a:cubicBezTo>
                    <a:pt x="969" y="61"/>
                    <a:pt x="963" y="73"/>
                    <a:pt x="966" y="79"/>
                  </a:cubicBezTo>
                  <a:close/>
                  <a:moveTo>
                    <a:pt x="1026" y="63"/>
                  </a:moveTo>
                  <a:cubicBezTo>
                    <a:pt x="1029" y="64"/>
                    <a:pt x="1031" y="68"/>
                    <a:pt x="1033" y="64"/>
                  </a:cubicBezTo>
                  <a:cubicBezTo>
                    <a:pt x="1032" y="63"/>
                    <a:pt x="1028" y="61"/>
                    <a:pt x="1026" y="63"/>
                  </a:cubicBezTo>
                  <a:close/>
                  <a:moveTo>
                    <a:pt x="1025" y="92"/>
                  </a:moveTo>
                  <a:cubicBezTo>
                    <a:pt x="1021" y="90"/>
                    <a:pt x="1015" y="86"/>
                    <a:pt x="1011" y="88"/>
                  </a:cubicBezTo>
                  <a:cubicBezTo>
                    <a:pt x="1014" y="90"/>
                    <a:pt x="1020" y="94"/>
                    <a:pt x="1025" y="92"/>
                  </a:cubicBezTo>
                  <a:close/>
                  <a:moveTo>
                    <a:pt x="618" y="123"/>
                  </a:moveTo>
                  <a:cubicBezTo>
                    <a:pt x="612" y="123"/>
                    <a:pt x="617" y="119"/>
                    <a:pt x="617" y="117"/>
                  </a:cubicBezTo>
                  <a:cubicBezTo>
                    <a:pt x="614" y="117"/>
                    <a:pt x="614" y="116"/>
                    <a:pt x="614" y="114"/>
                  </a:cubicBezTo>
                  <a:cubicBezTo>
                    <a:pt x="605" y="120"/>
                    <a:pt x="599" y="113"/>
                    <a:pt x="590" y="118"/>
                  </a:cubicBezTo>
                  <a:cubicBezTo>
                    <a:pt x="590" y="117"/>
                    <a:pt x="590" y="115"/>
                    <a:pt x="589" y="115"/>
                  </a:cubicBezTo>
                  <a:cubicBezTo>
                    <a:pt x="588" y="118"/>
                    <a:pt x="582" y="120"/>
                    <a:pt x="580" y="119"/>
                  </a:cubicBezTo>
                  <a:cubicBezTo>
                    <a:pt x="582" y="117"/>
                    <a:pt x="585" y="116"/>
                    <a:pt x="584" y="111"/>
                  </a:cubicBezTo>
                  <a:cubicBezTo>
                    <a:pt x="577" y="113"/>
                    <a:pt x="569" y="115"/>
                    <a:pt x="565" y="119"/>
                  </a:cubicBezTo>
                  <a:cubicBezTo>
                    <a:pt x="568" y="121"/>
                    <a:pt x="572" y="116"/>
                    <a:pt x="574" y="119"/>
                  </a:cubicBezTo>
                  <a:cubicBezTo>
                    <a:pt x="573" y="125"/>
                    <a:pt x="562" y="121"/>
                    <a:pt x="559" y="125"/>
                  </a:cubicBezTo>
                  <a:cubicBezTo>
                    <a:pt x="563" y="124"/>
                    <a:pt x="564" y="126"/>
                    <a:pt x="566" y="129"/>
                  </a:cubicBezTo>
                  <a:cubicBezTo>
                    <a:pt x="563" y="133"/>
                    <a:pt x="556" y="128"/>
                    <a:pt x="555" y="134"/>
                  </a:cubicBezTo>
                  <a:cubicBezTo>
                    <a:pt x="559" y="135"/>
                    <a:pt x="561" y="134"/>
                    <a:pt x="564" y="133"/>
                  </a:cubicBezTo>
                  <a:cubicBezTo>
                    <a:pt x="564" y="137"/>
                    <a:pt x="567" y="137"/>
                    <a:pt x="568" y="140"/>
                  </a:cubicBezTo>
                  <a:cubicBezTo>
                    <a:pt x="584" y="136"/>
                    <a:pt x="608" y="137"/>
                    <a:pt x="618" y="123"/>
                  </a:cubicBezTo>
                  <a:close/>
                  <a:moveTo>
                    <a:pt x="651" y="184"/>
                  </a:moveTo>
                  <a:cubicBezTo>
                    <a:pt x="654" y="184"/>
                    <a:pt x="656" y="182"/>
                    <a:pt x="656" y="178"/>
                  </a:cubicBezTo>
                  <a:cubicBezTo>
                    <a:pt x="653" y="178"/>
                    <a:pt x="651" y="180"/>
                    <a:pt x="651" y="184"/>
                  </a:cubicBezTo>
                  <a:close/>
                  <a:moveTo>
                    <a:pt x="635" y="196"/>
                  </a:moveTo>
                  <a:cubicBezTo>
                    <a:pt x="634" y="194"/>
                    <a:pt x="634" y="192"/>
                    <a:pt x="633" y="191"/>
                  </a:cubicBezTo>
                  <a:cubicBezTo>
                    <a:pt x="631" y="192"/>
                    <a:pt x="631" y="196"/>
                    <a:pt x="635" y="196"/>
                  </a:cubicBezTo>
                  <a:close/>
                  <a:moveTo>
                    <a:pt x="604" y="197"/>
                  </a:moveTo>
                  <a:cubicBezTo>
                    <a:pt x="601" y="200"/>
                    <a:pt x="595" y="199"/>
                    <a:pt x="595" y="204"/>
                  </a:cubicBezTo>
                  <a:cubicBezTo>
                    <a:pt x="601" y="205"/>
                    <a:pt x="606" y="201"/>
                    <a:pt x="604" y="197"/>
                  </a:cubicBezTo>
                  <a:close/>
                  <a:moveTo>
                    <a:pt x="595" y="213"/>
                  </a:moveTo>
                  <a:cubicBezTo>
                    <a:pt x="599" y="213"/>
                    <a:pt x="599" y="210"/>
                    <a:pt x="599" y="207"/>
                  </a:cubicBezTo>
                  <a:cubicBezTo>
                    <a:pt x="595" y="207"/>
                    <a:pt x="593" y="211"/>
                    <a:pt x="595" y="213"/>
                  </a:cubicBezTo>
                  <a:close/>
                  <a:moveTo>
                    <a:pt x="280" y="210"/>
                  </a:moveTo>
                  <a:cubicBezTo>
                    <a:pt x="262" y="220"/>
                    <a:pt x="248" y="231"/>
                    <a:pt x="232" y="242"/>
                  </a:cubicBezTo>
                  <a:cubicBezTo>
                    <a:pt x="234" y="251"/>
                    <a:pt x="231" y="253"/>
                    <a:pt x="227" y="259"/>
                  </a:cubicBezTo>
                  <a:cubicBezTo>
                    <a:pt x="232" y="260"/>
                    <a:pt x="226" y="264"/>
                    <a:pt x="227" y="266"/>
                  </a:cubicBezTo>
                  <a:cubicBezTo>
                    <a:pt x="232" y="265"/>
                    <a:pt x="235" y="261"/>
                    <a:pt x="239" y="258"/>
                  </a:cubicBezTo>
                  <a:cubicBezTo>
                    <a:pt x="241" y="246"/>
                    <a:pt x="254" y="245"/>
                    <a:pt x="258" y="235"/>
                  </a:cubicBezTo>
                  <a:cubicBezTo>
                    <a:pt x="257" y="234"/>
                    <a:pt x="255" y="238"/>
                    <a:pt x="255" y="235"/>
                  </a:cubicBezTo>
                  <a:cubicBezTo>
                    <a:pt x="261" y="225"/>
                    <a:pt x="272" y="219"/>
                    <a:pt x="280" y="210"/>
                  </a:cubicBezTo>
                  <a:close/>
                  <a:moveTo>
                    <a:pt x="252" y="214"/>
                  </a:moveTo>
                  <a:cubicBezTo>
                    <a:pt x="250" y="216"/>
                    <a:pt x="245" y="220"/>
                    <a:pt x="248" y="224"/>
                  </a:cubicBezTo>
                  <a:cubicBezTo>
                    <a:pt x="250" y="221"/>
                    <a:pt x="254" y="217"/>
                    <a:pt x="252" y="214"/>
                  </a:cubicBezTo>
                  <a:close/>
                  <a:moveTo>
                    <a:pt x="520" y="272"/>
                  </a:moveTo>
                  <a:cubicBezTo>
                    <a:pt x="521" y="276"/>
                    <a:pt x="521" y="277"/>
                    <a:pt x="522" y="280"/>
                  </a:cubicBezTo>
                  <a:cubicBezTo>
                    <a:pt x="540" y="274"/>
                    <a:pt x="569" y="277"/>
                    <a:pt x="570" y="252"/>
                  </a:cubicBezTo>
                  <a:cubicBezTo>
                    <a:pt x="576" y="249"/>
                    <a:pt x="586" y="246"/>
                    <a:pt x="582" y="235"/>
                  </a:cubicBezTo>
                  <a:cubicBezTo>
                    <a:pt x="572" y="230"/>
                    <a:pt x="564" y="233"/>
                    <a:pt x="556" y="239"/>
                  </a:cubicBezTo>
                  <a:cubicBezTo>
                    <a:pt x="556" y="241"/>
                    <a:pt x="557" y="241"/>
                    <a:pt x="557" y="243"/>
                  </a:cubicBezTo>
                  <a:cubicBezTo>
                    <a:pt x="554" y="243"/>
                    <a:pt x="554" y="245"/>
                    <a:pt x="551" y="245"/>
                  </a:cubicBezTo>
                  <a:cubicBezTo>
                    <a:pt x="549" y="244"/>
                    <a:pt x="549" y="241"/>
                    <a:pt x="546" y="242"/>
                  </a:cubicBezTo>
                  <a:cubicBezTo>
                    <a:pt x="542" y="246"/>
                    <a:pt x="538" y="250"/>
                    <a:pt x="536" y="255"/>
                  </a:cubicBezTo>
                  <a:cubicBezTo>
                    <a:pt x="536" y="258"/>
                    <a:pt x="540" y="256"/>
                    <a:pt x="540" y="259"/>
                  </a:cubicBezTo>
                  <a:cubicBezTo>
                    <a:pt x="532" y="263"/>
                    <a:pt x="527" y="268"/>
                    <a:pt x="520" y="272"/>
                  </a:cubicBezTo>
                  <a:close/>
                  <a:moveTo>
                    <a:pt x="591" y="247"/>
                  </a:moveTo>
                  <a:cubicBezTo>
                    <a:pt x="588" y="244"/>
                    <a:pt x="585" y="248"/>
                    <a:pt x="585" y="251"/>
                  </a:cubicBezTo>
                  <a:cubicBezTo>
                    <a:pt x="588" y="251"/>
                    <a:pt x="589" y="249"/>
                    <a:pt x="591" y="247"/>
                  </a:cubicBezTo>
                  <a:close/>
                  <a:moveTo>
                    <a:pt x="212" y="259"/>
                  </a:moveTo>
                  <a:cubicBezTo>
                    <a:pt x="216" y="258"/>
                    <a:pt x="220" y="253"/>
                    <a:pt x="219" y="251"/>
                  </a:cubicBezTo>
                  <a:cubicBezTo>
                    <a:pt x="218" y="254"/>
                    <a:pt x="213" y="255"/>
                    <a:pt x="212" y="259"/>
                  </a:cubicBezTo>
                  <a:close/>
                  <a:moveTo>
                    <a:pt x="673" y="447"/>
                  </a:moveTo>
                  <a:cubicBezTo>
                    <a:pt x="678" y="442"/>
                    <a:pt x="685" y="428"/>
                    <a:pt x="678" y="420"/>
                  </a:cubicBezTo>
                  <a:cubicBezTo>
                    <a:pt x="670" y="427"/>
                    <a:pt x="664" y="431"/>
                    <a:pt x="666" y="444"/>
                  </a:cubicBezTo>
                  <a:cubicBezTo>
                    <a:pt x="669" y="445"/>
                    <a:pt x="669" y="448"/>
                    <a:pt x="673" y="447"/>
                  </a:cubicBezTo>
                  <a:close/>
                  <a:moveTo>
                    <a:pt x="654" y="488"/>
                  </a:moveTo>
                  <a:cubicBezTo>
                    <a:pt x="663" y="487"/>
                    <a:pt x="664" y="483"/>
                    <a:pt x="671" y="485"/>
                  </a:cubicBezTo>
                  <a:cubicBezTo>
                    <a:pt x="677" y="471"/>
                    <a:pt x="685" y="438"/>
                    <a:pt x="663" y="454"/>
                  </a:cubicBezTo>
                  <a:cubicBezTo>
                    <a:pt x="660" y="453"/>
                    <a:pt x="658" y="450"/>
                    <a:pt x="656" y="452"/>
                  </a:cubicBezTo>
                  <a:cubicBezTo>
                    <a:pt x="654" y="456"/>
                    <a:pt x="658" y="457"/>
                    <a:pt x="658" y="461"/>
                  </a:cubicBezTo>
                  <a:cubicBezTo>
                    <a:pt x="658" y="469"/>
                    <a:pt x="651" y="479"/>
                    <a:pt x="654" y="488"/>
                  </a:cubicBezTo>
                  <a:close/>
                  <a:moveTo>
                    <a:pt x="602" y="468"/>
                  </a:moveTo>
                  <a:cubicBezTo>
                    <a:pt x="603" y="464"/>
                    <a:pt x="597" y="462"/>
                    <a:pt x="594" y="465"/>
                  </a:cubicBezTo>
                  <a:cubicBezTo>
                    <a:pt x="595" y="468"/>
                    <a:pt x="599" y="471"/>
                    <a:pt x="602" y="468"/>
                  </a:cubicBezTo>
                  <a:close/>
                  <a:moveTo>
                    <a:pt x="590" y="468"/>
                  </a:moveTo>
                  <a:cubicBezTo>
                    <a:pt x="587" y="463"/>
                    <a:pt x="577" y="465"/>
                    <a:pt x="575" y="470"/>
                  </a:cubicBezTo>
                  <a:cubicBezTo>
                    <a:pt x="578" y="477"/>
                    <a:pt x="590" y="478"/>
                    <a:pt x="590" y="468"/>
                  </a:cubicBezTo>
                  <a:close/>
                  <a:moveTo>
                    <a:pt x="880" y="468"/>
                  </a:moveTo>
                  <a:cubicBezTo>
                    <a:pt x="879" y="472"/>
                    <a:pt x="883" y="470"/>
                    <a:pt x="884" y="470"/>
                  </a:cubicBezTo>
                  <a:cubicBezTo>
                    <a:pt x="885" y="468"/>
                    <a:pt x="881" y="467"/>
                    <a:pt x="880" y="468"/>
                  </a:cubicBezTo>
                  <a:close/>
                  <a:moveTo>
                    <a:pt x="900" y="474"/>
                  </a:moveTo>
                  <a:cubicBezTo>
                    <a:pt x="898" y="473"/>
                    <a:pt x="894" y="473"/>
                    <a:pt x="893" y="474"/>
                  </a:cubicBezTo>
                  <a:cubicBezTo>
                    <a:pt x="892" y="480"/>
                    <a:pt x="900" y="479"/>
                    <a:pt x="900" y="474"/>
                  </a:cubicBezTo>
                  <a:close/>
                  <a:moveTo>
                    <a:pt x="563" y="477"/>
                  </a:moveTo>
                  <a:cubicBezTo>
                    <a:pt x="561" y="477"/>
                    <a:pt x="560" y="477"/>
                    <a:pt x="559" y="476"/>
                  </a:cubicBezTo>
                  <a:cubicBezTo>
                    <a:pt x="558" y="478"/>
                    <a:pt x="555" y="480"/>
                    <a:pt x="557" y="483"/>
                  </a:cubicBezTo>
                  <a:cubicBezTo>
                    <a:pt x="560" y="482"/>
                    <a:pt x="563" y="481"/>
                    <a:pt x="563" y="477"/>
                  </a:cubicBezTo>
                  <a:close/>
                  <a:moveTo>
                    <a:pt x="826" y="506"/>
                  </a:moveTo>
                  <a:cubicBezTo>
                    <a:pt x="828" y="507"/>
                    <a:pt x="832" y="508"/>
                    <a:pt x="834" y="506"/>
                  </a:cubicBezTo>
                  <a:cubicBezTo>
                    <a:pt x="834" y="501"/>
                    <a:pt x="825" y="499"/>
                    <a:pt x="826" y="506"/>
                  </a:cubicBezTo>
                  <a:close/>
                  <a:moveTo>
                    <a:pt x="830" y="510"/>
                  </a:moveTo>
                  <a:cubicBezTo>
                    <a:pt x="830" y="515"/>
                    <a:pt x="830" y="515"/>
                    <a:pt x="830" y="515"/>
                  </a:cubicBezTo>
                  <a:cubicBezTo>
                    <a:pt x="835" y="519"/>
                    <a:pt x="836" y="510"/>
                    <a:pt x="832" y="509"/>
                  </a:cubicBezTo>
                  <a:cubicBezTo>
                    <a:pt x="831" y="510"/>
                    <a:pt x="831" y="510"/>
                    <a:pt x="830" y="510"/>
                  </a:cubicBezTo>
                  <a:close/>
                  <a:moveTo>
                    <a:pt x="892" y="511"/>
                  </a:moveTo>
                  <a:cubicBezTo>
                    <a:pt x="895" y="513"/>
                    <a:pt x="895" y="518"/>
                    <a:pt x="899" y="515"/>
                  </a:cubicBezTo>
                  <a:cubicBezTo>
                    <a:pt x="900" y="511"/>
                    <a:pt x="893" y="507"/>
                    <a:pt x="892" y="511"/>
                  </a:cubicBezTo>
                  <a:close/>
                  <a:moveTo>
                    <a:pt x="922" y="511"/>
                  </a:moveTo>
                  <a:cubicBezTo>
                    <a:pt x="922" y="512"/>
                    <a:pt x="920" y="513"/>
                    <a:pt x="921" y="515"/>
                  </a:cubicBezTo>
                  <a:cubicBezTo>
                    <a:pt x="922" y="516"/>
                    <a:pt x="925" y="516"/>
                    <a:pt x="927" y="515"/>
                  </a:cubicBezTo>
                  <a:cubicBezTo>
                    <a:pt x="926" y="512"/>
                    <a:pt x="925" y="510"/>
                    <a:pt x="922" y="511"/>
                  </a:cubicBezTo>
                  <a:close/>
                  <a:moveTo>
                    <a:pt x="915" y="515"/>
                  </a:moveTo>
                  <a:cubicBezTo>
                    <a:pt x="912" y="514"/>
                    <a:pt x="911" y="515"/>
                    <a:pt x="911" y="518"/>
                  </a:cubicBezTo>
                  <a:cubicBezTo>
                    <a:pt x="915" y="518"/>
                    <a:pt x="915" y="518"/>
                    <a:pt x="915" y="518"/>
                  </a:cubicBezTo>
                  <a:lnTo>
                    <a:pt x="915" y="515"/>
                  </a:lnTo>
                  <a:close/>
                  <a:moveTo>
                    <a:pt x="890" y="517"/>
                  </a:moveTo>
                  <a:cubicBezTo>
                    <a:pt x="889" y="516"/>
                    <a:pt x="886" y="514"/>
                    <a:pt x="884" y="516"/>
                  </a:cubicBezTo>
                  <a:cubicBezTo>
                    <a:pt x="884" y="518"/>
                    <a:pt x="885" y="519"/>
                    <a:pt x="885" y="519"/>
                  </a:cubicBezTo>
                  <a:cubicBezTo>
                    <a:pt x="888" y="519"/>
                    <a:pt x="889" y="519"/>
                    <a:pt x="890" y="517"/>
                  </a:cubicBezTo>
                  <a:close/>
                  <a:moveTo>
                    <a:pt x="923" y="522"/>
                  </a:moveTo>
                  <a:cubicBezTo>
                    <a:pt x="925" y="522"/>
                    <a:pt x="927" y="522"/>
                    <a:pt x="927" y="519"/>
                  </a:cubicBezTo>
                  <a:cubicBezTo>
                    <a:pt x="924" y="519"/>
                    <a:pt x="923" y="520"/>
                    <a:pt x="923" y="522"/>
                  </a:cubicBezTo>
                  <a:close/>
                  <a:moveTo>
                    <a:pt x="908" y="527"/>
                  </a:moveTo>
                  <a:cubicBezTo>
                    <a:pt x="910" y="522"/>
                    <a:pt x="906" y="522"/>
                    <a:pt x="903" y="521"/>
                  </a:cubicBezTo>
                  <a:cubicBezTo>
                    <a:pt x="901" y="523"/>
                    <a:pt x="902" y="526"/>
                    <a:pt x="903" y="528"/>
                  </a:cubicBezTo>
                  <a:cubicBezTo>
                    <a:pt x="905" y="528"/>
                    <a:pt x="907" y="528"/>
                    <a:pt x="908" y="527"/>
                  </a:cubicBezTo>
                  <a:close/>
                  <a:moveTo>
                    <a:pt x="929" y="531"/>
                  </a:moveTo>
                  <a:cubicBezTo>
                    <a:pt x="933" y="531"/>
                    <a:pt x="936" y="529"/>
                    <a:pt x="936" y="524"/>
                  </a:cubicBezTo>
                  <a:cubicBezTo>
                    <a:pt x="931" y="524"/>
                    <a:pt x="928" y="525"/>
                    <a:pt x="929" y="531"/>
                  </a:cubicBezTo>
                  <a:close/>
                  <a:moveTo>
                    <a:pt x="916" y="534"/>
                  </a:moveTo>
                  <a:cubicBezTo>
                    <a:pt x="920" y="537"/>
                    <a:pt x="926" y="533"/>
                    <a:pt x="920" y="531"/>
                  </a:cubicBezTo>
                  <a:cubicBezTo>
                    <a:pt x="920" y="533"/>
                    <a:pt x="916" y="531"/>
                    <a:pt x="916" y="534"/>
                  </a:cubicBezTo>
                  <a:close/>
                  <a:moveTo>
                    <a:pt x="898" y="536"/>
                  </a:moveTo>
                  <a:cubicBezTo>
                    <a:pt x="898" y="535"/>
                    <a:pt x="898" y="535"/>
                    <a:pt x="899" y="535"/>
                  </a:cubicBezTo>
                  <a:cubicBezTo>
                    <a:pt x="899" y="533"/>
                    <a:pt x="899" y="533"/>
                    <a:pt x="899" y="533"/>
                  </a:cubicBezTo>
                  <a:cubicBezTo>
                    <a:pt x="898" y="533"/>
                    <a:pt x="898" y="533"/>
                    <a:pt x="898" y="532"/>
                  </a:cubicBezTo>
                  <a:cubicBezTo>
                    <a:pt x="896" y="532"/>
                    <a:pt x="896" y="532"/>
                    <a:pt x="896" y="532"/>
                  </a:cubicBezTo>
                  <a:cubicBezTo>
                    <a:pt x="896" y="532"/>
                    <a:pt x="896" y="533"/>
                    <a:pt x="895" y="533"/>
                  </a:cubicBezTo>
                  <a:cubicBezTo>
                    <a:pt x="895" y="535"/>
                    <a:pt x="895" y="535"/>
                    <a:pt x="895" y="535"/>
                  </a:cubicBezTo>
                  <a:cubicBezTo>
                    <a:pt x="896" y="535"/>
                    <a:pt x="896" y="535"/>
                    <a:pt x="896" y="536"/>
                  </a:cubicBezTo>
                  <a:lnTo>
                    <a:pt x="898" y="536"/>
                  </a:lnTo>
                  <a:close/>
                  <a:moveTo>
                    <a:pt x="948" y="535"/>
                  </a:moveTo>
                  <a:cubicBezTo>
                    <a:pt x="942" y="531"/>
                    <a:pt x="937" y="543"/>
                    <a:pt x="943" y="545"/>
                  </a:cubicBezTo>
                  <a:cubicBezTo>
                    <a:pt x="945" y="542"/>
                    <a:pt x="948" y="540"/>
                    <a:pt x="948" y="535"/>
                  </a:cubicBezTo>
                  <a:close/>
                  <a:moveTo>
                    <a:pt x="738" y="546"/>
                  </a:moveTo>
                  <a:cubicBezTo>
                    <a:pt x="742" y="530"/>
                    <a:pt x="721" y="544"/>
                    <a:pt x="738" y="546"/>
                  </a:cubicBezTo>
                  <a:close/>
                  <a:moveTo>
                    <a:pt x="871" y="540"/>
                  </a:moveTo>
                  <a:cubicBezTo>
                    <a:pt x="870" y="538"/>
                    <a:pt x="866" y="538"/>
                    <a:pt x="864" y="539"/>
                  </a:cubicBezTo>
                  <a:cubicBezTo>
                    <a:pt x="863" y="543"/>
                    <a:pt x="871" y="543"/>
                    <a:pt x="871" y="540"/>
                  </a:cubicBezTo>
                  <a:close/>
                  <a:moveTo>
                    <a:pt x="931" y="546"/>
                  </a:moveTo>
                  <a:cubicBezTo>
                    <a:pt x="931" y="549"/>
                    <a:pt x="928" y="555"/>
                    <a:pt x="933" y="555"/>
                  </a:cubicBezTo>
                  <a:cubicBezTo>
                    <a:pt x="937" y="554"/>
                    <a:pt x="935" y="546"/>
                    <a:pt x="931" y="546"/>
                  </a:cubicBezTo>
                  <a:close/>
                  <a:moveTo>
                    <a:pt x="1040" y="559"/>
                  </a:moveTo>
                  <a:cubicBezTo>
                    <a:pt x="1041" y="555"/>
                    <a:pt x="1041" y="550"/>
                    <a:pt x="1043" y="546"/>
                  </a:cubicBezTo>
                  <a:cubicBezTo>
                    <a:pt x="1033" y="551"/>
                    <a:pt x="1019" y="551"/>
                    <a:pt x="1011" y="557"/>
                  </a:cubicBezTo>
                  <a:cubicBezTo>
                    <a:pt x="1017" y="570"/>
                    <a:pt x="1029" y="563"/>
                    <a:pt x="1040" y="559"/>
                  </a:cubicBezTo>
                  <a:close/>
                  <a:moveTo>
                    <a:pt x="879" y="557"/>
                  </a:moveTo>
                  <a:cubicBezTo>
                    <a:pt x="888" y="556"/>
                    <a:pt x="895" y="564"/>
                    <a:pt x="901" y="564"/>
                  </a:cubicBezTo>
                  <a:cubicBezTo>
                    <a:pt x="907" y="565"/>
                    <a:pt x="915" y="562"/>
                    <a:pt x="921" y="560"/>
                  </a:cubicBezTo>
                  <a:cubicBezTo>
                    <a:pt x="921" y="557"/>
                    <a:pt x="921" y="557"/>
                    <a:pt x="921" y="557"/>
                  </a:cubicBezTo>
                  <a:cubicBezTo>
                    <a:pt x="909" y="556"/>
                    <a:pt x="890" y="552"/>
                    <a:pt x="880" y="550"/>
                  </a:cubicBezTo>
                  <a:cubicBezTo>
                    <a:pt x="877" y="551"/>
                    <a:pt x="878" y="554"/>
                    <a:pt x="879" y="557"/>
                  </a:cubicBezTo>
                  <a:close/>
                  <a:moveTo>
                    <a:pt x="1674" y="879"/>
                  </a:moveTo>
                  <a:cubicBezTo>
                    <a:pt x="1683" y="865"/>
                    <a:pt x="1681" y="833"/>
                    <a:pt x="1670" y="822"/>
                  </a:cubicBezTo>
                  <a:cubicBezTo>
                    <a:pt x="1671" y="839"/>
                    <a:pt x="1667" y="864"/>
                    <a:pt x="1674" y="879"/>
                  </a:cubicBezTo>
                  <a:close/>
                  <a:moveTo>
                    <a:pt x="1346" y="1324"/>
                  </a:moveTo>
                  <a:cubicBezTo>
                    <a:pt x="1340" y="1316"/>
                    <a:pt x="1334" y="1319"/>
                    <a:pt x="1330" y="1326"/>
                  </a:cubicBezTo>
                  <a:cubicBezTo>
                    <a:pt x="1326" y="1332"/>
                    <a:pt x="1326" y="1337"/>
                    <a:pt x="1319" y="1342"/>
                  </a:cubicBezTo>
                  <a:cubicBezTo>
                    <a:pt x="1316" y="1344"/>
                    <a:pt x="1314" y="1344"/>
                    <a:pt x="1311" y="1347"/>
                  </a:cubicBezTo>
                  <a:cubicBezTo>
                    <a:pt x="1310" y="1350"/>
                    <a:pt x="1310" y="1355"/>
                    <a:pt x="1307" y="1357"/>
                  </a:cubicBezTo>
                  <a:cubicBezTo>
                    <a:pt x="1299" y="1352"/>
                    <a:pt x="1299" y="1365"/>
                    <a:pt x="1294" y="1369"/>
                  </a:cubicBezTo>
                  <a:cubicBezTo>
                    <a:pt x="1293" y="1369"/>
                    <a:pt x="1294" y="1366"/>
                    <a:pt x="1290" y="1367"/>
                  </a:cubicBezTo>
                  <a:cubicBezTo>
                    <a:pt x="1290" y="1370"/>
                    <a:pt x="1289" y="1373"/>
                    <a:pt x="1288" y="1375"/>
                  </a:cubicBezTo>
                  <a:cubicBezTo>
                    <a:pt x="1274" y="1380"/>
                    <a:pt x="1261" y="1387"/>
                    <a:pt x="1246" y="1392"/>
                  </a:cubicBezTo>
                  <a:cubicBezTo>
                    <a:pt x="1245" y="1399"/>
                    <a:pt x="1239" y="1403"/>
                    <a:pt x="1234" y="1406"/>
                  </a:cubicBezTo>
                  <a:cubicBezTo>
                    <a:pt x="1229" y="1419"/>
                    <a:pt x="1234" y="1431"/>
                    <a:pt x="1228" y="1440"/>
                  </a:cubicBezTo>
                  <a:cubicBezTo>
                    <a:pt x="1222" y="1449"/>
                    <a:pt x="1206" y="1451"/>
                    <a:pt x="1200" y="1461"/>
                  </a:cubicBezTo>
                  <a:cubicBezTo>
                    <a:pt x="1196" y="1468"/>
                    <a:pt x="1195" y="1479"/>
                    <a:pt x="1200" y="1486"/>
                  </a:cubicBezTo>
                  <a:cubicBezTo>
                    <a:pt x="1199" y="1488"/>
                    <a:pt x="1197" y="1489"/>
                    <a:pt x="1196" y="1492"/>
                  </a:cubicBezTo>
                  <a:cubicBezTo>
                    <a:pt x="1210" y="1500"/>
                    <a:pt x="1225" y="1491"/>
                    <a:pt x="1237" y="1484"/>
                  </a:cubicBezTo>
                  <a:cubicBezTo>
                    <a:pt x="1249" y="1477"/>
                    <a:pt x="1252" y="1470"/>
                    <a:pt x="1258" y="1461"/>
                  </a:cubicBezTo>
                  <a:cubicBezTo>
                    <a:pt x="1266" y="1449"/>
                    <a:pt x="1279" y="1438"/>
                    <a:pt x="1290" y="1426"/>
                  </a:cubicBezTo>
                  <a:cubicBezTo>
                    <a:pt x="1303" y="1412"/>
                    <a:pt x="1321" y="1396"/>
                    <a:pt x="1320" y="1379"/>
                  </a:cubicBezTo>
                  <a:cubicBezTo>
                    <a:pt x="1329" y="1372"/>
                    <a:pt x="1331" y="1358"/>
                    <a:pt x="1346" y="1357"/>
                  </a:cubicBezTo>
                  <a:cubicBezTo>
                    <a:pt x="1347" y="1353"/>
                    <a:pt x="1345" y="1350"/>
                    <a:pt x="1343" y="1348"/>
                  </a:cubicBezTo>
                  <a:cubicBezTo>
                    <a:pt x="1345" y="1344"/>
                    <a:pt x="1348" y="1342"/>
                    <a:pt x="1349" y="1337"/>
                  </a:cubicBezTo>
                  <a:cubicBezTo>
                    <a:pt x="1346" y="1333"/>
                    <a:pt x="1345" y="1330"/>
                    <a:pt x="1346" y="1324"/>
                  </a:cubicBezTo>
                  <a:close/>
                  <a:moveTo>
                    <a:pt x="543" y="30"/>
                  </a:moveTo>
                  <a:cubicBezTo>
                    <a:pt x="549" y="31"/>
                    <a:pt x="558" y="29"/>
                    <a:pt x="561" y="24"/>
                  </a:cubicBezTo>
                  <a:cubicBezTo>
                    <a:pt x="559" y="23"/>
                    <a:pt x="555" y="25"/>
                    <a:pt x="555" y="23"/>
                  </a:cubicBezTo>
                  <a:cubicBezTo>
                    <a:pt x="557" y="20"/>
                    <a:pt x="562" y="20"/>
                    <a:pt x="565" y="18"/>
                  </a:cubicBezTo>
                  <a:cubicBezTo>
                    <a:pt x="566" y="22"/>
                    <a:pt x="567" y="23"/>
                    <a:pt x="567" y="25"/>
                  </a:cubicBezTo>
                  <a:cubicBezTo>
                    <a:pt x="591" y="20"/>
                    <a:pt x="609" y="13"/>
                    <a:pt x="635" y="14"/>
                  </a:cubicBezTo>
                  <a:cubicBezTo>
                    <a:pt x="628" y="14"/>
                    <a:pt x="628" y="14"/>
                    <a:pt x="628" y="14"/>
                  </a:cubicBezTo>
                  <a:cubicBezTo>
                    <a:pt x="619" y="24"/>
                    <a:pt x="601" y="16"/>
                    <a:pt x="593" y="22"/>
                  </a:cubicBezTo>
                  <a:cubicBezTo>
                    <a:pt x="592" y="24"/>
                    <a:pt x="595" y="25"/>
                    <a:pt x="593" y="26"/>
                  </a:cubicBezTo>
                  <a:cubicBezTo>
                    <a:pt x="591" y="26"/>
                    <a:pt x="590" y="24"/>
                    <a:pt x="589" y="23"/>
                  </a:cubicBezTo>
                  <a:cubicBezTo>
                    <a:pt x="584" y="25"/>
                    <a:pt x="579" y="26"/>
                    <a:pt x="576" y="31"/>
                  </a:cubicBezTo>
                  <a:cubicBezTo>
                    <a:pt x="580" y="32"/>
                    <a:pt x="584" y="29"/>
                    <a:pt x="586" y="34"/>
                  </a:cubicBezTo>
                  <a:cubicBezTo>
                    <a:pt x="573" y="46"/>
                    <a:pt x="553" y="51"/>
                    <a:pt x="537" y="59"/>
                  </a:cubicBezTo>
                  <a:cubicBezTo>
                    <a:pt x="541" y="61"/>
                    <a:pt x="545" y="57"/>
                    <a:pt x="546" y="59"/>
                  </a:cubicBezTo>
                  <a:cubicBezTo>
                    <a:pt x="542" y="61"/>
                    <a:pt x="540" y="65"/>
                    <a:pt x="534" y="66"/>
                  </a:cubicBezTo>
                  <a:cubicBezTo>
                    <a:pt x="534" y="62"/>
                    <a:pt x="534" y="62"/>
                    <a:pt x="534" y="62"/>
                  </a:cubicBezTo>
                  <a:cubicBezTo>
                    <a:pt x="528" y="61"/>
                    <a:pt x="525" y="67"/>
                    <a:pt x="527" y="71"/>
                  </a:cubicBezTo>
                  <a:cubicBezTo>
                    <a:pt x="521" y="74"/>
                    <a:pt x="515" y="77"/>
                    <a:pt x="508" y="79"/>
                  </a:cubicBezTo>
                  <a:cubicBezTo>
                    <a:pt x="508" y="77"/>
                    <a:pt x="510" y="77"/>
                    <a:pt x="507" y="77"/>
                  </a:cubicBezTo>
                  <a:cubicBezTo>
                    <a:pt x="503" y="77"/>
                    <a:pt x="503" y="80"/>
                    <a:pt x="499" y="81"/>
                  </a:cubicBezTo>
                  <a:cubicBezTo>
                    <a:pt x="479" y="84"/>
                    <a:pt x="469" y="99"/>
                    <a:pt x="452" y="107"/>
                  </a:cubicBezTo>
                  <a:cubicBezTo>
                    <a:pt x="456" y="107"/>
                    <a:pt x="458" y="102"/>
                    <a:pt x="461" y="106"/>
                  </a:cubicBezTo>
                  <a:cubicBezTo>
                    <a:pt x="441" y="111"/>
                    <a:pt x="429" y="123"/>
                    <a:pt x="419" y="138"/>
                  </a:cubicBezTo>
                  <a:cubicBezTo>
                    <a:pt x="422" y="140"/>
                    <a:pt x="423" y="138"/>
                    <a:pt x="426" y="137"/>
                  </a:cubicBezTo>
                  <a:cubicBezTo>
                    <a:pt x="423" y="141"/>
                    <a:pt x="417" y="144"/>
                    <a:pt x="418" y="149"/>
                  </a:cubicBezTo>
                  <a:cubicBezTo>
                    <a:pt x="438" y="144"/>
                    <a:pt x="451" y="129"/>
                    <a:pt x="469" y="123"/>
                  </a:cubicBezTo>
                  <a:cubicBezTo>
                    <a:pt x="476" y="120"/>
                    <a:pt x="483" y="118"/>
                    <a:pt x="490" y="114"/>
                  </a:cubicBezTo>
                  <a:cubicBezTo>
                    <a:pt x="490" y="112"/>
                    <a:pt x="492" y="111"/>
                    <a:pt x="494" y="110"/>
                  </a:cubicBezTo>
                  <a:cubicBezTo>
                    <a:pt x="515" y="109"/>
                    <a:pt x="539" y="103"/>
                    <a:pt x="564" y="92"/>
                  </a:cubicBezTo>
                  <a:cubicBezTo>
                    <a:pt x="562" y="94"/>
                    <a:pt x="564" y="93"/>
                    <a:pt x="565" y="95"/>
                  </a:cubicBezTo>
                  <a:cubicBezTo>
                    <a:pt x="585" y="94"/>
                    <a:pt x="601" y="89"/>
                    <a:pt x="619" y="85"/>
                  </a:cubicBezTo>
                  <a:cubicBezTo>
                    <a:pt x="618" y="82"/>
                    <a:pt x="614" y="82"/>
                    <a:pt x="612" y="80"/>
                  </a:cubicBezTo>
                  <a:cubicBezTo>
                    <a:pt x="616" y="79"/>
                    <a:pt x="616" y="74"/>
                    <a:pt x="622" y="75"/>
                  </a:cubicBezTo>
                  <a:cubicBezTo>
                    <a:pt x="622" y="77"/>
                    <a:pt x="619" y="77"/>
                    <a:pt x="618" y="80"/>
                  </a:cubicBezTo>
                  <a:cubicBezTo>
                    <a:pt x="627" y="89"/>
                    <a:pt x="641" y="68"/>
                    <a:pt x="631" y="63"/>
                  </a:cubicBezTo>
                  <a:cubicBezTo>
                    <a:pt x="634" y="62"/>
                    <a:pt x="637" y="64"/>
                    <a:pt x="641" y="62"/>
                  </a:cubicBezTo>
                  <a:cubicBezTo>
                    <a:pt x="643" y="63"/>
                    <a:pt x="642" y="67"/>
                    <a:pt x="645" y="67"/>
                  </a:cubicBezTo>
                  <a:cubicBezTo>
                    <a:pt x="648" y="62"/>
                    <a:pt x="652" y="64"/>
                    <a:pt x="659" y="63"/>
                  </a:cubicBezTo>
                  <a:cubicBezTo>
                    <a:pt x="660" y="56"/>
                    <a:pt x="669" y="62"/>
                    <a:pt x="672" y="57"/>
                  </a:cubicBezTo>
                  <a:cubicBezTo>
                    <a:pt x="671" y="56"/>
                    <a:pt x="669" y="56"/>
                    <a:pt x="669" y="54"/>
                  </a:cubicBezTo>
                  <a:cubicBezTo>
                    <a:pt x="672" y="51"/>
                    <a:pt x="673" y="53"/>
                    <a:pt x="676" y="54"/>
                  </a:cubicBezTo>
                  <a:cubicBezTo>
                    <a:pt x="678" y="52"/>
                    <a:pt x="679" y="51"/>
                    <a:pt x="681" y="50"/>
                  </a:cubicBezTo>
                  <a:cubicBezTo>
                    <a:pt x="682" y="46"/>
                    <a:pt x="678" y="47"/>
                    <a:pt x="679" y="44"/>
                  </a:cubicBezTo>
                  <a:cubicBezTo>
                    <a:pt x="687" y="44"/>
                    <a:pt x="691" y="46"/>
                    <a:pt x="696" y="43"/>
                  </a:cubicBezTo>
                  <a:cubicBezTo>
                    <a:pt x="698" y="40"/>
                    <a:pt x="693" y="43"/>
                    <a:pt x="693" y="40"/>
                  </a:cubicBezTo>
                  <a:cubicBezTo>
                    <a:pt x="704" y="32"/>
                    <a:pt x="724" y="28"/>
                    <a:pt x="740" y="25"/>
                  </a:cubicBezTo>
                  <a:cubicBezTo>
                    <a:pt x="736" y="19"/>
                    <a:pt x="724" y="24"/>
                    <a:pt x="718" y="23"/>
                  </a:cubicBezTo>
                  <a:cubicBezTo>
                    <a:pt x="718" y="19"/>
                    <a:pt x="724" y="21"/>
                    <a:pt x="725" y="18"/>
                  </a:cubicBezTo>
                  <a:cubicBezTo>
                    <a:pt x="713" y="13"/>
                    <a:pt x="688" y="10"/>
                    <a:pt x="674" y="16"/>
                  </a:cubicBezTo>
                  <a:cubicBezTo>
                    <a:pt x="674" y="13"/>
                    <a:pt x="674" y="13"/>
                    <a:pt x="674" y="13"/>
                  </a:cubicBezTo>
                  <a:cubicBezTo>
                    <a:pt x="666" y="16"/>
                    <a:pt x="660" y="11"/>
                    <a:pt x="653" y="12"/>
                  </a:cubicBezTo>
                  <a:cubicBezTo>
                    <a:pt x="653" y="10"/>
                    <a:pt x="655" y="10"/>
                    <a:pt x="656" y="9"/>
                  </a:cubicBezTo>
                  <a:cubicBezTo>
                    <a:pt x="645" y="5"/>
                    <a:pt x="629" y="0"/>
                    <a:pt x="616" y="7"/>
                  </a:cubicBezTo>
                  <a:cubicBezTo>
                    <a:pt x="617" y="7"/>
                    <a:pt x="619" y="6"/>
                    <a:pt x="619" y="8"/>
                  </a:cubicBezTo>
                  <a:cubicBezTo>
                    <a:pt x="613" y="8"/>
                    <a:pt x="615" y="9"/>
                    <a:pt x="611" y="11"/>
                  </a:cubicBezTo>
                  <a:cubicBezTo>
                    <a:pt x="608" y="7"/>
                    <a:pt x="615" y="6"/>
                    <a:pt x="618" y="4"/>
                  </a:cubicBezTo>
                  <a:cubicBezTo>
                    <a:pt x="604" y="5"/>
                    <a:pt x="594" y="9"/>
                    <a:pt x="584" y="13"/>
                  </a:cubicBezTo>
                  <a:cubicBezTo>
                    <a:pt x="585" y="14"/>
                    <a:pt x="585" y="15"/>
                    <a:pt x="585" y="16"/>
                  </a:cubicBezTo>
                  <a:cubicBezTo>
                    <a:pt x="582" y="18"/>
                    <a:pt x="575" y="13"/>
                    <a:pt x="576" y="17"/>
                  </a:cubicBezTo>
                  <a:cubicBezTo>
                    <a:pt x="572" y="17"/>
                    <a:pt x="570" y="19"/>
                    <a:pt x="566" y="18"/>
                  </a:cubicBezTo>
                  <a:cubicBezTo>
                    <a:pt x="566" y="16"/>
                    <a:pt x="570" y="16"/>
                    <a:pt x="570" y="14"/>
                  </a:cubicBezTo>
                  <a:cubicBezTo>
                    <a:pt x="563" y="14"/>
                    <a:pt x="559" y="22"/>
                    <a:pt x="553" y="20"/>
                  </a:cubicBezTo>
                  <a:cubicBezTo>
                    <a:pt x="554" y="20"/>
                    <a:pt x="554" y="19"/>
                    <a:pt x="553" y="18"/>
                  </a:cubicBezTo>
                  <a:cubicBezTo>
                    <a:pt x="558" y="18"/>
                    <a:pt x="560" y="16"/>
                    <a:pt x="565" y="15"/>
                  </a:cubicBezTo>
                  <a:cubicBezTo>
                    <a:pt x="561" y="11"/>
                    <a:pt x="571" y="11"/>
                    <a:pt x="570" y="8"/>
                  </a:cubicBezTo>
                  <a:cubicBezTo>
                    <a:pt x="563" y="10"/>
                    <a:pt x="556" y="12"/>
                    <a:pt x="550" y="15"/>
                  </a:cubicBezTo>
                  <a:cubicBezTo>
                    <a:pt x="553" y="17"/>
                    <a:pt x="554" y="14"/>
                    <a:pt x="556" y="16"/>
                  </a:cubicBezTo>
                  <a:cubicBezTo>
                    <a:pt x="552" y="17"/>
                    <a:pt x="550" y="19"/>
                    <a:pt x="550" y="20"/>
                  </a:cubicBezTo>
                  <a:cubicBezTo>
                    <a:pt x="547" y="18"/>
                    <a:pt x="548" y="22"/>
                    <a:pt x="545" y="23"/>
                  </a:cubicBezTo>
                  <a:cubicBezTo>
                    <a:pt x="549" y="23"/>
                    <a:pt x="541" y="26"/>
                    <a:pt x="543" y="30"/>
                  </a:cubicBezTo>
                  <a:close/>
                  <a:moveTo>
                    <a:pt x="595" y="5"/>
                  </a:moveTo>
                  <a:cubicBezTo>
                    <a:pt x="588" y="5"/>
                    <a:pt x="580" y="11"/>
                    <a:pt x="577" y="13"/>
                  </a:cubicBezTo>
                  <a:cubicBezTo>
                    <a:pt x="580" y="13"/>
                    <a:pt x="582" y="12"/>
                    <a:pt x="586" y="11"/>
                  </a:cubicBezTo>
                  <a:cubicBezTo>
                    <a:pt x="585" y="7"/>
                    <a:pt x="592" y="9"/>
                    <a:pt x="595" y="5"/>
                  </a:cubicBezTo>
                  <a:close/>
                  <a:moveTo>
                    <a:pt x="397" y="110"/>
                  </a:moveTo>
                  <a:cubicBezTo>
                    <a:pt x="404" y="109"/>
                    <a:pt x="408" y="99"/>
                    <a:pt x="414" y="99"/>
                  </a:cubicBezTo>
                  <a:cubicBezTo>
                    <a:pt x="414" y="102"/>
                    <a:pt x="410" y="102"/>
                    <a:pt x="409" y="105"/>
                  </a:cubicBezTo>
                  <a:cubicBezTo>
                    <a:pt x="428" y="100"/>
                    <a:pt x="438" y="84"/>
                    <a:pt x="454" y="80"/>
                  </a:cubicBezTo>
                  <a:cubicBezTo>
                    <a:pt x="451" y="85"/>
                    <a:pt x="443" y="87"/>
                    <a:pt x="439" y="92"/>
                  </a:cubicBezTo>
                  <a:cubicBezTo>
                    <a:pt x="448" y="87"/>
                    <a:pt x="457" y="87"/>
                    <a:pt x="467" y="82"/>
                  </a:cubicBezTo>
                  <a:cubicBezTo>
                    <a:pt x="467" y="78"/>
                    <a:pt x="467" y="78"/>
                    <a:pt x="467" y="78"/>
                  </a:cubicBezTo>
                  <a:cubicBezTo>
                    <a:pt x="469" y="76"/>
                    <a:pt x="472" y="75"/>
                    <a:pt x="474" y="74"/>
                  </a:cubicBezTo>
                  <a:cubicBezTo>
                    <a:pt x="478" y="62"/>
                    <a:pt x="492" y="66"/>
                    <a:pt x="499" y="59"/>
                  </a:cubicBezTo>
                  <a:cubicBezTo>
                    <a:pt x="499" y="58"/>
                    <a:pt x="498" y="59"/>
                    <a:pt x="498" y="58"/>
                  </a:cubicBezTo>
                  <a:cubicBezTo>
                    <a:pt x="504" y="58"/>
                    <a:pt x="509" y="55"/>
                    <a:pt x="507" y="51"/>
                  </a:cubicBezTo>
                  <a:cubicBezTo>
                    <a:pt x="510" y="52"/>
                    <a:pt x="517" y="49"/>
                    <a:pt x="513" y="46"/>
                  </a:cubicBezTo>
                  <a:cubicBezTo>
                    <a:pt x="518" y="44"/>
                    <a:pt x="525" y="44"/>
                    <a:pt x="526" y="38"/>
                  </a:cubicBezTo>
                  <a:cubicBezTo>
                    <a:pt x="530" y="40"/>
                    <a:pt x="536" y="38"/>
                    <a:pt x="536" y="34"/>
                  </a:cubicBezTo>
                  <a:cubicBezTo>
                    <a:pt x="532" y="32"/>
                    <a:pt x="532" y="33"/>
                    <a:pt x="535" y="30"/>
                  </a:cubicBezTo>
                  <a:cubicBezTo>
                    <a:pt x="505" y="33"/>
                    <a:pt x="487" y="53"/>
                    <a:pt x="461" y="57"/>
                  </a:cubicBezTo>
                  <a:cubicBezTo>
                    <a:pt x="484" y="51"/>
                    <a:pt x="499" y="35"/>
                    <a:pt x="520" y="31"/>
                  </a:cubicBezTo>
                  <a:cubicBezTo>
                    <a:pt x="523" y="30"/>
                    <a:pt x="536" y="31"/>
                    <a:pt x="540" y="24"/>
                  </a:cubicBezTo>
                  <a:cubicBezTo>
                    <a:pt x="538" y="23"/>
                    <a:pt x="537" y="27"/>
                    <a:pt x="536" y="24"/>
                  </a:cubicBezTo>
                  <a:cubicBezTo>
                    <a:pt x="538" y="24"/>
                    <a:pt x="540" y="24"/>
                    <a:pt x="540" y="21"/>
                  </a:cubicBezTo>
                  <a:cubicBezTo>
                    <a:pt x="536" y="21"/>
                    <a:pt x="537" y="21"/>
                    <a:pt x="531" y="21"/>
                  </a:cubicBezTo>
                  <a:cubicBezTo>
                    <a:pt x="531" y="23"/>
                    <a:pt x="531" y="23"/>
                    <a:pt x="530" y="24"/>
                  </a:cubicBezTo>
                  <a:cubicBezTo>
                    <a:pt x="520" y="31"/>
                    <a:pt x="502" y="35"/>
                    <a:pt x="492" y="39"/>
                  </a:cubicBezTo>
                  <a:cubicBezTo>
                    <a:pt x="509" y="31"/>
                    <a:pt x="495" y="38"/>
                    <a:pt x="485" y="41"/>
                  </a:cubicBezTo>
                  <a:cubicBezTo>
                    <a:pt x="483" y="43"/>
                    <a:pt x="484" y="44"/>
                    <a:pt x="483" y="45"/>
                  </a:cubicBezTo>
                  <a:cubicBezTo>
                    <a:pt x="481" y="45"/>
                    <a:pt x="479" y="45"/>
                    <a:pt x="478" y="47"/>
                  </a:cubicBezTo>
                  <a:cubicBezTo>
                    <a:pt x="459" y="52"/>
                    <a:pt x="439" y="65"/>
                    <a:pt x="422" y="75"/>
                  </a:cubicBezTo>
                  <a:cubicBezTo>
                    <a:pt x="423" y="75"/>
                    <a:pt x="424" y="75"/>
                    <a:pt x="425" y="76"/>
                  </a:cubicBezTo>
                  <a:cubicBezTo>
                    <a:pt x="421" y="77"/>
                    <a:pt x="420" y="77"/>
                    <a:pt x="420" y="75"/>
                  </a:cubicBezTo>
                  <a:cubicBezTo>
                    <a:pt x="422" y="78"/>
                    <a:pt x="410" y="83"/>
                    <a:pt x="412" y="83"/>
                  </a:cubicBezTo>
                  <a:cubicBezTo>
                    <a:pt x="414" y="83"/>
                    <a:pt x="415" y="81"/>
                    <a:pt x="415" y="83"/>
                  </a:cubicBezTo>
                  <a:cubicBezTo>
                    <a:pt x="413" y="84"/>
                    <a:pt x="411" y="85"/>
                    <a:pt x="409" y="87"/>
                  </a:cubicBezTo>
                  <a:cubicBezTo>
                    <a:pt x="411" y="87"/>
                    <a:pt x="411" y="89"/>
                    <a:pt x="412" y="89"/>
                  </a:cubicBezTo>
                  <a:cubicBezTo>
                    <a:pt x="411" y="83"/>
                    <a:pt x="438" y="72"/>
                    <a:pt x="445" y="66"/>
                  </a:cubicBezTo>
                  <a:cubicBezTo>
                    <a:pt x="445" y="67"/>
                    <a:pt x="445" y="68"/>
                    <a:pt x="446" y="68"/>
                  </a:cubicBezTo>
                  <a:cubicBezTo>
                    <a:pt x="461" y="62"/>
                    <a:pt x="476" y="54"/>
                    <a:pt x="492" y="49"/>
                  </a:cubicBezTo>
                  <a:cubicBezTo>
                    <a:pt x="489" y="52"/>
                    <a:pt x="491" y="51"/>
                    <a:pt x="493" y="52"/>
                  </a:cubicBezTo>
                  <a:cubicBezTo>
                    <a:pt x="489" y="56"/>
                    <a:pt x="481" y="56"/>
                    <a:pt x="481" y="57"/>
                  </a:cubicBezTo>
                  <a:cubicBezTo>
                    <a:pt x="481" y="60"/>
                    <a:pt x="484" y="54"/>
                    <a:pt x="484" y="58"/>
                  </a:cubicBezTo>
                  <a:cubicBezTo>
                    <a:pt x="474" y="60"/>
                    <a:pt x="475" y="66"/>
                    <a:pt x="467" y="64"/>
                  </a:cubicBezTo>
                  <a:cubicBezTo>
                    <a:pt x="468" y="64"/>
                    <a:pt x="469" y="64"/>
                    <a:pt x="470" y="62"/>
                  </a:cubicBezTo>
                  <a:cubicBezTo>
                    <a:pt x="465" y="63"/>
                    <a:pt x="461" y="63"/>
                    <a:pt x="459" y="67"/>
                  </a:cubicBezTo>
                  <a:cubicBezTo>
                    <a:pt x="462" y="67"/>
                    <a:pt x="466" y="64"/>
                    <a:pt x="468" y="67"/>
                  </a:cubicBezTo>
                  <a:cubicBezTo>
                    <a:pt x="457" y="71"/>
                    <a:pt x="446" y="75"/>
                    <a:pt x="436" y="80"/>
                  </a:cubicBezTo>
                  <a:cubicBezTo>
                    <a:pt x="435" y="79"/>
                    <a:pt x="435" y="79"/>
                    <a:pt x="435" y="78"/>
                  </a:cubicBezTo>
                  <a:cubicBezTo>
                    <a:pt x="430" y="79"/>
                    <a:pt x="424" y="81"/>
                    <a:pt x="421" y="84"/>
                  </a:cubicBezTo>
                  <a:cubicBezTo>
                    <a:pt x="424" y="85"/>
                    <a:pt x="425" y="84"/>
                    <a:pt x="426" y="85"/>
                  </a:cubicBezTo>
                  <a:cubicBezTo>
                    <a:pt x="420" y="91"/>
                    <a:pt x="401" y="99"/>
                    <a:pt x="403" y="103"/>
                  </a:cubicBezTo>
                  <a:cubicBezTo>
                    <a:pt x="399" y="103"/>
                    <a:pt x="400" y="108"/>
                    <a:pt x="397" y="110"/>
                  </a:cubicBezTo>
                  <a:close/>
                  <a:moveTo>
                    <a:pt x="1664" y="783"/>
                  </a:moveTo>
                  <a:cubicBezTo>
                    <a:pt x="1662" y="757"/>
                    <a:pt x="1654" y="739"/>
                    <a:pt x="1657" y="715"/>
                  </a:cubicBezTo>
                  <a:cubicBezTo>
                    <a:pt x="1657" y="713"/>
                    <a:pt x="1660" y="711"/>
                    <a:pt x="1660" y="709"/>
                  </a:cubicBezTo>
                  <a:cubicBezTo>
                    <a:pt x="1661" y="704"/>
                    <a:pt x="1658" y="695"/>
                    <a:pt x="1659" y="688"/>
                  </a:cubicBezTo>
                  <a:cubicBezTo>
                    <a:pt x="1663" y="662"/>
                    <a:pt x="1657" y="631"/>
                    <a:pt x="1654" y="604"/>
                  </a:cubicBezTo>
                  <a:cubicBezTo>
                    <a:pt x="1657" y="604"/>
                    <a:pt x="1656" y="608"/>
                    <a:pt x="1658" y="609"/>
                  </a:cubicBezTo>
                  <a:cubicBezTo>
                    <a:pt x="1657" y="596"/>
                    <a:pt x="1656" y="594"/>
                    <a:pt x="1660" y="586"/>
                  </a:cubicBezTo>
                  <a:cubicBezTo>
                    <a:pt x="1665" y="605"/>
                    <a:pt x="1677" y="623"/>
                    <a:pt x="1681" y="642"/>
                  </a:cubicBezTo>
                  <a:cubicBezTo>
                    <a:pt x="1653" y="494"/>
                    <a:pt x="1586" y="373"/>
                    <a:pt x="1504" y="271"/>
                  </a:cubicBezTo>
                  <a:cubicBezTo>
                    <a:pt x="1433" y="183"/>
                    <a:pt x="1339" y="108"/>
                    <a:pt x="1233" y="55"/>
                  </a:cubicBezTo>
                  <a:cubicBezTo>
                    <a:pt x="1211" y="44"/>
                    <a:pt x="1193" y="32"/>
                    <a:pt x="1170" y="30"/>
                  </a:cubicBezTo>
                  <a:cubicBezTo>
                    <a:pt x="1169" y="38"/>
                    <a:pt x="1191" y="35"/>
                    <a:pt x="1181" y="42"/>
                  </a:cubicBezTo>
                  <a:cubicBezTo>
                    <a:pt x="1185" y="42"/>
                    <a:pt x="1187" y="44"/>
                    <a:pt x="1190" y="46"/>
                  </a:cubicBezTo>
                  <a:cubicBezTo>
                    <a:pt x="1176" y="44"/>
                    <a:pt x="1163" y="34"/>
                    <a:pt x="1149" y="38"/>
                  </a:cubicBezTo>
                  <a:cubicBezTo>
                    <a:pt x="1153" y="40"/>
                    <a:pt x="1156" y="40"/>
                    <a:pt x="1159" y="42"/>
                  </a:cubicBezTo>
                  <a:cubicBezTo>
                    <a:pt x="1149" y="43"/>
                    <a:pt x="1137" y="42"/>
                    <a:pt x="1133" y="43"/>
                  </a:cubicBezTo>
                  <a:cubicBezTo>
                    <a:pt x="1134" y="43"/>
                    <a:pt x="1134" y="43"/>
                    <a:pt x="1134" y="44"/>
                  </a:cubicBezTo>
                  <a:cubicBezTo>
                    <a:pt x="1129" y="45"/>
                    <a:pt x="1128" y="38"/>
                    <a:pt x="1123" y="41"/>
                  </a:cubicBezTo>
                  <a:cubicBezTo>
                    <a:pt x="1128" y="43"/>
                    <a:pt x="1130" y="44"/>
                    <a:pt x="1134" y="48"/>
                  </a:cubicBezTo>
                  <a:cubicBezTo>
                    <a:pt x="1134" y="49"/>
                    <a:pt x="1133" y="50"/>
                    <a:pt x="1132" y="51"/>
                  </a:cubicBezTo>
                  <a:cubicBezTo>
                    <a:pt x="1122" y="41"/>
                    <a:pt x="1110" y="28"/>
                    <a:pt x="1092" y="32"/>
                  </a:cubicBezTo>
                  <a:cubicBezTo>
                    <a:pt x="1084" y="33"/>
                    <a:pt x="1075" y="30"/>
                    <a:pt x="1069" y="33"/>
                  </a:cubicBezTo>
                  <a:cubicBezTo>
                    <a:pt x="1071" y="34"/>
                    <a:pt x="1075" y="34"/>
                    <a:pt x="1077" y="36"/>
                  </a:cubicBezTo>
                  <a:cubicBezTo>
                    <a:pt x="1073" y="36"/>
                    <a:pt x="1080" y="39"/>
                    <a:pt x="1076" y="41"/>
                  </a:cubicBezTo>
                  <a:cubicBezTo>
                    <a:pt x="1073" y="41"/>
                    <a:pt x="1073" y="39"/>
                    <a:pt x="1069" y="39"/>
                  </a:cubicBezTo>
                  <a:cubicBezTo>
                    <a:pt x="1069" y="44"/>
                    <a:pt x="1063" y="43"/>
                    <a:pt x="1064" y="47"/>
                  </a:cubicBezTo>
                  <a:cubicBezTo>
                    <a:pt x="1065" y="53"/>
                    <a:pt x="1072" y="50"/>
                    <a:pt x="1074" y="57"/>
                  </a:cubicBezTo>
                  <a:cubicBezTo>
                    <a:pt x="1068" y="57"/>
                    <a:pt x="1065" y="56"/>
                    <a:pt x="1062" y="59"/>
                  </a:cubicBezTo>
                  <a:cubicBezTo>
                    <a:pt x="1067" y="66"/>
                    <a:pt x="1081" y="64"/>
                    <a:pt x="1088" y="69"/>
                  </a:cubicBezTo>
                  <a:cubicBezTo>
                    <a:pt x="1080" y="69"/>
                    <a:pt x="1076" y="66"/>
                    <a:pt x="1068" y="66"/>
                  </a:cubicBezTo>
                  <a:cubicBezTo>
                    <a:pt x="1070" y="70"/>
                    <a:pt x="1066" y="68"/>
                    <a:pt x="1065" y="70"/>
                  </a:cubicBezTo>
                  <a:cubicBezTo>
                    <a:pt x="1066" y="72"/>
                    <a:pt x="1072" y="73"/>
                    <a:pt x="1070" y="74"/>
                  </a:cubicBezTo>
                  <a:cubicBezTo>
                    <a:pt x="1063" y="73"/>
                    <a:pt x="1059" y="64"/>
                    <a:pt x="1052" y="66"/>
                  </a:cubicBezTo>
                  <a:cubicBezTo>
                    <a:pt x="1056" y="67"/>
                    <a:pt x="1057" y="70"/>
                    <a:pt x="1058" y="74"/>
                  </a:cubicBezTo>
                  <a:cubicBezTo>
                    <a:pt x="1073" y="77"/>
                    <a:pt x="1082" y="94"/>
                    <a:pt x="1098" y="88"/>
                  </a:cubicBezTo>
                  <a:cubicBezTo>
                    <a:pt x="1098" y="91"/>
                    <a:pt x="1095" y="90"/>
                    <a:pt x="1096" y="93"/>
                  </a:cubicBezTo>
                  <a:cubicBezTo>
                    <a:pt x="1104" y="97"/>
                    <a:pt x="1113" y="103"/>
                    <a:pt x="1113" y="112"/>
                  </a:cubicBezTo>
                  <a:cubicBezTo>
                    <a:pt x="1108" y="111"/>
                    <a:pt x="1100" y="114"/>
                    <a:pt x="1098" y="110"/>
                  </a:cubicBezTo>
                  <a:cubicBezTo>
                    <a:pt x="1101" y="110"/>
                    <a:pt x="1103" y="108"/>
                    <a:pt x="1105" y="107"/>
                  </a:cubicBezTo>
                  <a:cubicBezTo>
                    <a:pt x="1101" y="101"/>
                    <a:pt x="1099" y="93"/>
                    <a:pt x="1087" y="94"/>
                  </a:cubicBezTo>
                  <a:cubicBezTo>
                    <a:pt x="1083" y="92"/>
                    <a:pt x="1081" y="89"/>
                    <a:pt x="1077" y="86"/>
                  </a:cubicBezTo>
                  <a:cubicBezTo>
                    <a:pt x="1071" y="83"/>
                    <a:pt x="1063" y="81"/>
                    <a:pt x="1057" y="77"/>
                  </a:cubicBezTo>
                  <a:cubicBezTo>
                    <a:pt x="1050" y="72"/>
                    <a:pt x="1045" y="64"/>
                    <a:pt x="1031" y="66"/>
                  </a:cubicBezTo>
                  <a:cubicBezTo>
                    <a:pt x="1031" y="71"/>
                    <a:pt x="1040" y="73"/>
                    <a:pt x="1038" y="81"/>
                  </a:cubicBezTo>
                  <a:cubicBezTo>
                    <a:pt x="1046" y="82"/>
                    <a:pt x="1050" y="87"/>
                    <a:pt x="1055" y="91"/>
                  </a:cubicBezTo>
                  <a:cubicBezTo>
                    <a:pt x="1061" y="91"/>
                    <a:pt x="1070" y="92"/>
                    <a:pt x="1073" y="98"/>
                  </a:cubicBezTo>
                  <a:cubicBezTo>
                    <a:pt x="1055" y="95"/>
                    <a:pt x="1045" y="90"/>
                    <a:pt x="1026" y="91"/>
                  </a:cubicBezTo>
                  <a:cubicBezTo>
                    <a:pt x="1025" y="96"/>
                    <a:pt x="1033" y="94"/>
                    <a:pt x="1033" y="99"/>
                  </a:cubicBezTo>
                  <a:cubicBezTo>
                    <a:pt x="1030" y="99"/>
                    <a:pt x="1036" y="102"/>
                    <a:pt x="1032" y="102"/>
                  </a:cubicBezTo>
                  <a:cubicBezTo>
                    <a:pt x="1028" y="102"/>
                    <a:pt x="1030" y="96"/>
                    <a:pt x="1025" y="97"/>
                  </a:cubicBezTo>
                  <a:cubicBezTo>
                    <a:pt x="1022" y="104"/>
                    <a:pt x="1011" y="98"/>
                    <a:pt x="1008" y="106"/>
                  </a:cubicBezTo>
                  <a:cubicBezTo>
                    <a:pt x="1001" y="107"/>
                    <a:pt x="1004" y="99"/>
                    <a:pt x="999" y="99"/>
                  </a:cubicBezTo>
                  <a:cubicBezTo>
                    <a:pt x="994" y="105"/>
                    <a:pt x="978" y="105"/>
                    <a:pt x="979" y="117"/>
                  </a:cubicBezTo>
                  <a:cubicBezTo>
                    <a:pt x="974" y="119"/>
                    <a:pt x="964" y="118"/>
                    <a:pt x="964" y="111"/>
                  </a:cubicBezTo>
                  <a:cubicBezTo>
                    <a:pt x="971" y="111"/>
                    <a:pt x="971" y="111"/>
                    <a:pt x="971" y="111"/>
                  </a:cubicBezTo>
                  <a:cubicBezTo>
                    <a:pt x="968" y="105"/>
                    <a:pt x="960" y="104"/>
                    <a:pt x="950" y="105"/>
                  </a:cubicBezTo>
                  <a:cubicBezTo>
                    <a:pt x="953" y="108"/>
                    <a:pt x="958" y="109"/>
                    <a:pt x="956" y="116"/>
                  </a:cubicBezTo>
                  <a:cubicBezTo>
                    <a:pt x="959" y="119"/>
                    <a:pt x="967" y="118"/>
                    <a:pt x="966" y="125"/>
                  </a:cubicBezTo>
                  <a:cubicBezTo>
                    <a:pt x="961" y="127"/>
                    <a:pt x="959" y="121"/>
                    <a:pt x="953" y="122"/>
                  </a:cubicBezTo>
                  <a:cubicBezTo>
                    <a:pt x="951" y="127"/>
                    <a:pt x="945" y="128"/>
                    <a:pt x="943" y="133"/>
                  </a:cubicBezTo>
                  <a:cubicBezTo>
                    <a:pt x="945" y="136"/>
                    <a:pt x="951" y="136"/>
                    <a:pt x="952" y="141"/>
                  </a:cubicBezTo>
                  <a:cubicBezTo>
                    <a:pt x="942" y="142"/>
                    <a:pt x="937" y="138"/>
                    <a:pt x="930" y="135"/>
                  </a:cubicBezTo>
                  <a:cubicBezTo>
                    <a:pt x="929" y="136"/>
                    <a:pt x="928" y="138"/>
                    <a:pt x="926" y="138"/>
                  </a:cubicBezTo>
                  <a:cubicBezTo>
                    <a:pt x="927" y="144"/>
                    <a:pt x="935" y="143"/>
                    <a:pt x="939" y="146"/>
                  </a:cubicBezTo>
                  <a:cubicBezTo>
                    <a:pt x="932" y="152"/>
                    <a:pt x="927" y="141"/>
                    <a:pt x="917" y="144"/>
                  </a:cubicBezTo>
                  <a:cubicBezTo>
                    <a:pt x="916" y="138"/>
                    <a:pt x="912" y="137"/>
                    <a:pt x="914" y="131"/>
                  </a:cubicBezTo>
                  <a:cubicBezTo>
                    <a:pt x="908" y="127"/>
                    <a:pt x="897" y="126"/>
                    <a:pt x="894" y="119"/>
                  </a:cubicBezTo>
                  <a:cubicBezTo>
                    <a:pt x="908" y="124"/>
                    <a:pt x="935" y="135"/>
                    <a:pt x="948" y="122"/>
                  </a:cubicBezTo>
                  <a:cubicBezTo>
                    <a:pt x="937" y="105"/>
                    <a:pt x="911" y="105"/>
                    <a:pt x="888" y="100"/>
                  </a:cubicBezTo>
                  <a:cubicBezTo>
                    <a:pt x="888" y="98"/>
                    <a:pt x="889" y="98"/>
                    <a:pt x="889" y="96"/>
                  </a:cubicBezTo>
                  <a:cubicBezTo>
                    <a:pt x="886" y="97"/>
                    <a:pt x="885" y="94"/>
                    <a:pt x="882" y="95"/>
                  </a:cubicBezTo>
                  <a:cubicBezTo>
                    <a:pt x="882" y="98"/>
                    <a:pt x="874" y="99"/>
                    <a:pt x="872" y="97"/>
                  </a:cubicBezTo>
                  <a:cubicBezTo>
                    <a:pt x="873" y="95"/>
                    <a:pt x="876" y="96"/>
                    <a:pt x="877" y="93"/>
                  </a:cubicBezTo>
                  <a:cubicBezTo>
                    <a:pt x="874" y="91"/>
                    <a:pt x="870" y="90"/>
                    <a:pt x="866" y="89"/>
                  </a:cubicBezTo>
                  <a:cubicBezTo>
                    <a:pt x="864" y="89"/>
                    <a:pt x="865" y="93"/>
                    <a:pt x="862" y="93"/>
                  </a:cubicBezTo>
                  <a:cubicBezTo>
                    <a:pt x="864" y="90"/>
                    <a:pt x="862" y="88"/>
                    <a:pt x="858" y="87"/>
                  </a:cubicBezTo>
                  <a:cubicBezTo>
                    <a:pt x="855" y="88"/>
                    <a:pt x="858" y="94"/>
                    <a:pt x="854" y="93"/>
                  </a:cubicBezTo>
                  <a:cubicBezTo>
                    <a:pt x="852" y="93"/>
                    <a:pt x="853" y="90"/>
                    <a:pt x="852" y="90"/>
                  </a:cubicBezTo>
                  <a:cubicBezTo>
                    <a:pt x="851" y="92"/>
                    <a:pt x="848" y="96"/>
                    <a:pt x="847" y="94"/>
                  </a:cubicBezTo>
                  <a:cubicBezTo>
                    <a:pt x="847" y="91"/>
                    <a:pt x="851" y="91"/>
                    <a:pt x="851" y="87"/>
                  </a:cubicBezTo>
                  <a:cubicBezTo>
                    <a:pt x="844" y="88"/>
                    <a:pt x="840" y="91"/>
                    <a:pt x="836" y="94"/>
                  </a:cubicBezTo>
                  <a:cubicBezTo>
                    <a:pt x="828" y="94"/>
                    <a:pt x="826" y="96"/>
                    <a:pt x="821" y="100"/>
                  </a:cubicBezTo>
                  <a:cubicBezTo>
                    <a:pt x="820" y="100"/>
                    <a:pt x="820" y="98"/>
                    <a:pt x="820" y="97"/>
                  </a:cubicBezTo>
                  <a:cubicBezTo>
                    <a:pt x="816" y="96"/>
                    <a:pt x="816" y="100"/>
                    <a:pt x="813" y="101"/>
                  </a:cubicBezTo>
                  <a:cubicBezTo>
                    <a:pt x="814" y="98"/>
                    <a:pt x="816" y="97"/>
                    <a:pt x="812" y="95"/>
                  </a:cubicBezTo>
                  <a:cubicBezTo>
                    <a:pt x="808" y="104"/>
                    <a:pt x="800" y="109"/>
                    <a:pt x="790" y="111"/>
                  </a:cubicBezTo>
                  <a:cubicBezTo>
                    <a:pt x="789" y="114"/>
                    <a:pt x="793" y="115"/>
                    <a:pt x="790" y="115"/>
                  </a:cubicBezTo>
                  <a:cubicBezTo>
                    <a:pt x="779" y="120"/>
                    <a:pt x="771" y="128"/>
                    <a:pt x="766" y="139"/>
                  </a:cubicBezTo>
                  <a:cubicBezTo>
                    <a:pt x="759" y="142"/>
                    <a:pt x="752" y="144"/>
                    <a:pt x="747" y="150"/>
                  </a:cubicBezTo>
                  <a:cubicBezTo>
                    <a:pt x="735" y="145"/>
                    <a:pt x="734" y="160"/>
                    <a:pt x="722" y="159"/>
                  </a:cubicBezTo>
                  <a:cubicBezTo>
                    <a:pt x="721" y="162"/>
                    <a:pt x="726" y="162"/>
                    <a:pt x="723" y="163"/>
                  </a:cubicBezTo>
                  <a:cubicBezTo>
                    <a:pt x="715" y="161"/>
                    <a:pt x="709" y="166"/>
                    <a:pt x="708" y="174"/>
                  </a:cubicBezTo>
                  <a:cubicBezTo>
                    <a:pt x="708" y="176"/>
                    <a:pt x="713" y="173"/>
                    <a:pt x="714" y="176"/>
                  </a:cubicBezTo>
                  <a:cubicBezTo>
                    <a:pt x="705" y="176"/>
                    <a:pt x="705" y="176"/>
                    <a:pt x="705" y="176"/>
                  </a:cubicBezTo>
                  <a:cubicBezTo>
                    <a:pt x="707" y="179"/>
                    <a:pt x="704" y="183"/>
                    <a:pt x="706" y="186"/>
                  </a:cubicBezTo>
                  <a:cubicBezTo>
                    <a:pt x="704" y="189"/>
                    <a:pt x="700" y="189"/>
                    <a:pt x="699" y="193"/>
                  </a:cubicBezTo>
                  <a:cubicBezTo>
                    <a:pt x="702" y="193"/>
                    <a:pt x="705" y="193"/>
                    <a:pt x="705" y="196"/>
                  </a:cubicBezTo>
                  <a:cubicBezTo>
                    <a:pt x="705" y="199"/>
                    <a:pt x="698" y="196"/>
                    <a:pt x="698" y="200"/>
                  </a:cubicBezTo>
                  <a:cubicBezTo>
                    <a:pt x="707" y="222"/>
                    <a:pt x="728" y="200"/>
                    <a:pt x="741" y="196"/>
                  </a:cubicBezTo>
                  <a:cubicBezTo>
                    <a:pt x="749" y="204"/>
                    <a:pt x="742" y="220"/>
                    <a:pt x="752" y="229"/>
                  </a:cubicBezTo>
                  <a:cubicBezTo>
                    <a:pt x="747" y="233"/>
                    <a:pt x="752" y="236"/>
                    <a:pt x="751" y="243"/>
                  </a:cubicBezTo>
                  <a:cubicBezTo>
                    <a:pt x="754" y="244"/>
                    <a:pt x="759" y="244"/>
                    <a:pt x="763" y="244"/>
                  </a:cubicBezTo>
                  <a:cubicBezTo>
                    <a:pt x="765" y="235"/>
                    <a:pt x="771" y="232"/>
                    <a:pt x="781" y="235"/>
                  </a:cubicBezTo>
                  <a:cubicBezTo>
                    <a:pt x="785" y="227"/>
                    <a:pt x="791" y="216"/>
                    <a:pt x="790" y="206"/>
                  </a:cubicBezTo>
                  <a:cubicBezTo>
                    <a:pt x="799" y="203"/>
                    <a:pt x="805" y="201"/>
                    <a:pt x="810" y="192"/>
                  </a:cubicBezTo>
                  <a:cubicBezTo>
                    <a:pt x="807" y="187"/>
                    <a:pt x="804" y="183"/>
                    <a:pt x="797" y="182"/>
                  </a:cubicBezTo>
                  <a:cubicBezTo>
                    <a:pt x="794" y="175"/>
                    <a:pt x="798" y="173"/>
                    <a:pt x="800" y="170"/>
                  </a:cubicBezTo>
                  <a:cubicBezTo>
                    <a:pt x="802" y="166"/>
                    <a:pt x="800" y="162"/>
                    <a:pt x="803" y="159"/>
                  </a:cubicBezTo>
                  <a:cubicBezTo>
                    <a:pt x="807" y="155"/>
                    <a:pt x="816" y="157"/>
                    <a:pt x="822" y="153"/>
                  </a:cubicBezTo>
                  <a:cubicBezTo>
                    <a:pt x="828" y="148"/>
                    <a:pt x="827" y="141"/>
                    <a:pt x="830" y="133"/>
                  </a:cubicBezTo>
                  <a:cubicBezTo>
                    <a:pt x="838" y="131"/>
                    <a:pt x="850" y="130"/>
                    <a:pt x="852" y="138"/>
                  </a:cubicBezTo>
                  <a:cubicBezTo>
                    <a:pt x="844" y="146"/>
                    <a:pt x="835" y="152"/>
                    <a:pt x="827" y="158"/>
                  </a:cubicBezTo>
                  <a:cubicBezTo>
                    <a:pt x="825" y="167"/>
                    <a:pt x="830" y="173"/>
                    <a:pt x="828" y="182"/>
                  </a:cubicBezTo>
                  <a:cubicBezTo>
                    <a:pt x="841" y="199"/>
                    <a:pt x="865" y="184"/>
                    <a:pt x="883" y="183"/>
                  </a:cubicBezTo>
                  <a:cubicBezTo>
                    <a:pt x="886" y="185"/>
                    <a:pt x="888" y="187"/>
                    <a:pt x="891" y="189"/>
                  </a:cubicBezTo>
                  <a:cubicBezTo>
                    <a:pt x="889" y="192"/>
                    <a:pt x="883" y="192"/>
                    <a:pt x="882" y="196"/>
                  </a:cubicBezTo>
                  <a:cubicBezTo>
                    <a:pt x="869" y="188"/>
                    <a:pt x="830" y="199"/>
                    <a:pt x="854" y="209"/>
                  </a:cubicBezTo>
                  <a:cubicBezTo>
                    <a:pt x="852" y="215"/>
                    <a:pt x="855" y="217"/>
                    <a:pt x="855" y="224"/>
                  </a:cubicBezTo>
                  <a:cubicBezTo>
                    <a:pt x="844" y="226"/>
                    <a:pt x="846" y="216"/>
                    <a:pt x="840" y="215"/>
                  </a:cubicBezTo>
                  <a:cubicBezTo>
                    <a:pt x="827" y="212"/>
                    <a:pt x="823" y="237"/>
                    <a:pt x="829" y="248"/>
                  </a:cubicBezTo>
                  <a:cubicBezTo>
                    <a:pt x="826" y="251"/>
                    <a:pt x="821" y="247"/>
                    <a:pt x="816" y="250"/>
                  </a:cubicBezTo>
                  <a:cubicBezTo>
                    <a:pt x="814" y="251"/>
                    <a:pt x="818" y="256"/>
                    <a:pt x="814" y="256"/>
                  </a:cubicBezTo>
                  <a:cubicBezTo>
                    <a:pt x="807" y="258"/>
                    <a:pt x="806" y="253"/>
                    <a:pt x="802" y="251"/>
                  </a:cubicBezTo>
                  <a:cubicBezTo>
                    <a:pt x="785" y="249"/>
                    <a:pt x="782" y="260"/>
                    <a:pt x="766" y="259"/>
                  </a:cubicBezTo>
                  <a:cubicBezTo>
                    <a:pt x="765" y="261"/>
                    <a:pt x="762" y="262"/>
                    <a:pt x="761" y="265"/>
                  </a:cubicBezTo>
                  <a:cubicBezTo>
                    <a:pt x="754" y="254"/>
                    <a:pt x="741" y="255"/>
                    <a:pt x="729" y="260"/>
                  </a:cubicBezTo>
                  <a:cubicBezTo>
                    <a:pt x="728" y="257"/>
                    <a:pt x="733" y="255"/>
                    <a:pt x="730" y="253"/>
                  </a:cubicBezTo>
                  <a:cubicBezTo>
                    <a:pt x="710" y="255"/>
                    <a:pt x="726" y="232"/>
                    <a:pt x="734" y="228"/>
                  </a:cubicBezTo>
                  <a:cubicBezTo>
                    <a:pt x="734" y="226"/>
                    <a:pt x="728" y="229"/>
                    <a:pt x="730" y="226"/>
                  </a:cubicBezTo>
                  <a:cubicBezTo>
                    <a:pt x="731" y="221"/>
                    <a:pt x="736" y="220"/>
                    <a:pt x="734" y="215"/>
                  </a:cubicBezTo>
                  <a:cubicBezTo>
                    <a:pt x="726" y="214"/>
                    <a:pt x="726" y="222"/>
                    <a:pt x="720" y="223"/>
                  </a:cubicBezTo>
                  <a:cubicBezTo>
                    <a:pt x="721" y="221"/>
                    <a:pt x="720" y="219"/>
                    <a:pt x="718" y="219"/>
                  </a:cubicBezTo>
                  <a:cubicBezTo>
                    <a:pt x="717" y="220"/>
                    <a:pt x="715" y="222"/>
                    <a:pt x="714" y="223"/>
                  </a:cubicBezTo>
                  <a:cubicBezTo>
                    <a:pt x="713" y="226"/>
                    <a:pt x="717" y="224"/>
                    <a:pt x="715" y="227"/>
                  </a:cubicBezTo>
                  <a:cubicBezTo>
                    <a:pt x="712" y="226"/>
                    <a:pt x="709" y="229"/>
                    <a:pt x="708" y="231"/>
                  </a:cubicBezTo>
                  <a:cubicBezTo>
                    <a:pt x="708" y="231"/>
                    <a:pt x="708" y="247"/>
                    <a:pt x="708" y="247"/>
                  </a:cubicBezTo>
                  <a:cubicBezTo>
                    <a:pt x="708" y="250"/>
                    <a:pt x="711" y="251"/>
                    <a:pt x="711" y="253"/>
                  </a:cubicBezTo>
                  <a:cubicBezTo>
                    <a:pt x="710" y="260"/>
                    <a:pt x="706" y="261"/>
                    <a:pt x="701" y="266"/>
                  </a:cubicBezTo>
                  <a:cubicBezTo>
                    <a:pt x="699" y="264"/>
                    <a:pt x="697" y="261"/>
                    <a:pt x="692" y="262"/>
                  </a:cubicBezTo>
                  <a:cubicBezTo>
                    <a:pt x="690" y="263"/>
                    <a:pt x="691" y="267"/>
                    <a:pt x="689" y="267"/>
                  </a:cubicBezTo>
                  <a:cubicBezTo>
                    <a:pt x="658" y="260"/>
                    <a:pt x="655" y="300"/>
                    <a:pt x="622" y="295"/>
                  </a:cubicBezTo>
                  <a:cubicBezTo>
                    <a:pt x="624" y="289"/>
                    <a:pt x="622" y="290"/>
                    <a:pt x="619" y="287"/>
                  </a:cubicBezTo>
                  <a:cubicBezTo>
                    <a:pt x="624" y="281"/>
                    <a:pt x="635" y="282"/>
                    <a:pt x="635" y="272"/>
                  </a:cubicBezTo>
                  <a:cubicBezTo>
                    <a:pt x="632" y="268"/>
                    <a:pt x="626" y="267"/>
                    <a:pt x="621" y="270"/>
                  </a:cubicBezTo>
                  <a:cubicBezTo>
                    <a:pt x="626" y="261"/>
                    <a:pt x="625" y="249"/>
                    <a:pt x="618" y="242"/>
                  </a:cubicBezTo>
                  <a:cubicBezTo>
                    <a:pt x="620" y="240"/>
                    <a:pt x="621" y="236"/>
                    <a:pt x="622" y="234"/>
                  </a:cubicBezTo>
                  <a:cubicBezTo>
                    <a:pt x="621" y="231"/>
                    <a:pt x="619" y="228"/>
                    <a:pt x="616" y="227"/>
                  </a:cubicBezTo>
                  <a:cubicBezTo>
                    <a:pt x="622" y="221"/>
                    <a:pt x="630" y="217"/>
                    <a:pt x="634" y="209"/>
                  </a:cubicBezTo>
                  <a:cubicBezTo>
                    <a:pt x="629" y="208"/>
                    <a:pt x="623" y="208"/>
                    <a:pt x="618" y="206"/>
                  </a:cubicBezTo>
                  <a:cubicBezTo>
                    <a:pt x="622" y="203"/>
                    <a:pt x="629" y="203"/>
                    <a:pt x="629" y="197"/>
                  </a:cubicBezTo>
                  <a:cubicBezTo>
                    <a:pt x="623" y="197"/>
                    <a:pt x="620" y="198"/>
                    <a:pt x="615" y="197"/>
                  </a:cubicBezTo>
                  <a:cubicBezTo>
                    <a:pt x="610" y="200"/>
                    <a:pt x="608" y="205"/>
                    <a:pt x="602" y="206"/>
                  </a:cubicBezTo>
                  <a:cubicBezTo>
                    <a:pt x="604" y="217"/>
                    <a:pt x="593" y="215"/>
                    <a:pt x="591" y="222"/>
                  </a:cubicBezTo>
                  <a:cubicBezTo>
                    <a:pt x="592" y="225"/>
                    <a:pt x="595" y="217"/>
                    <a:pt x="596" y="221"/>
                  </a:cubicBezTo>
                  <a:cubicBezTo>
                    <a:pt x="592" y="222"/>
                    <a:pt x="592" y="228"/>
                    <a:pt x="589" y="230"/>
                  </a:cubicBezTo>
                  <a:cubicBezTo>
                    <a:pt x="589" y="227"/>
                    <a:pt x="587" y="226"/>
                    <a:pt x="583" y="228"/>
                  </a:cubicBezTo>
                  <a:cubicBezTo>
                    <a:pt x="586" y="231"/>
                    <a:pt x="586" y="232"/>
                    <a:pt x="586" y="235"/>
                  </a:cubicBezTo>
                  <a:cubicBezTo>
                    <a:pt x="588" y="233"/>
                    <a:pt x="590" y="232"/>
                    <a:pt x="593" y="234"/>
                  </a:cubicBezTo>
                  <a:cubicBezTo>
                    <a:pt x="591" y="237"/>
                    <a:pt x="587" y="237"/>
                    <a:pt x="587" y="242"/>
                  </a:cubicBezTo>
                  <a:cubicBezTo>
                    <a:pt x="590" y="244"/>
                    <a:pt x="600" y="240"/>
                    <a:pt x="602" y="241"/>
                  </a:cubicBezTo>
                  <a:cubicBezTo>
                    <a:pt x="601" y="243"/>
                    <a:pt x="597" y="243"/>
                    <a:pt x="597" y="248"/>
                  </a:cubicBezTo>
                  <a:cubicBezTo>
                    <a:pt x="597" y="250"/>
                    <a:pt x="601" y="249"/>
                    <a:pt x="601" y="252"/>
                  </a:cubicBezTo>
                  <a:cubicBezTo>
                    <a:pt x="598" y="255"/>
                    <a:pt x="597" y="260"/>
                    <a:pt x="593" y="262"/>
                  </a:cubicBezTo>
                  <a:cubicBezTo>
                    <a:pt x="589" y="260"/>
                    <a:pt x="585" y="259"/>
                    <a:pt x="580" y="259"/>
                  </a:cubicBezTo>
                  <a:cubicBezTo>
                    <a:pt x="580" y="262"/>
                    <a:pt x="578" y="263"/>
                    <a:pt x="576" y="266"/>
                  </a:cubicBezTo>
                  <a:cubicBezTo>
                    <a:pt x="578" y="266"/>
                    <a:pt x="580" y="266"/>
                    <a:pt x="581" y="268"/>
                  </a:cubicBezTo>
                  <a:cubicBezTo>
                    <a:pt x="579" y="276"/>
                    <a:pt x="565" y="272"/>
                    <a:pt x="565" y="282"/>
                  </a:cubicBezTo>
                  <a:cubicBezTo>
                    <a:pt x="572" y="279"/>
                    <a:pt x="575" y="286"/>
                    <a:pt x="581" y="287"/>
                  </a:cubicBezTo>
                  <a:cubicBezTo>
                    <a:pt x="565" y="287"/>
                    <a:pt x="557" y="295"/>
                    <a:pt x="547" y="303"/>
                  </a:cubicBezTo>
                  <a:cubicBezTo>
                    <a:pt x="554" y="307"/>
                    <a:pt x="560" y="294"/>
                    <a:pt x="567" y="302"/>
                  </a:cubicBezTo>
                  <a:cubicBezTo>
                    <a:pt x="571" y="301"/>
                    <a:pt x="573" y="297"/>
                    <a:pt x="577" y="296"/>
                  </a:cubicBezTo>
                  <a:cubicBezTo>
                    <a:pt x="580" y="295"/>
                    <a:pt x="578" y="299"/>
                    <a:pt x="581" y="299"/>
                  </a:cubicBezTo>
                  <a:cubicBezTo>
                    <a:pt x="594" y="297"/>
                    <a:pt x="607" y="300"/>
                    <a:pt x="621" y="295"/>
                  </a:cubicBezTo>
                  <a:cubicBezTo>
                    <a:pt x="626" y="312"/>
                    <a:pt x="603" y="306"/>
                    <a:pt x="599" y="317"/>
                  </a:cubicBezTo>
                  <a:cubicBezTo>
                    <a:pt x="595" y="317"/>
                    <a:pt x="591" y="317"/>
                    <a:pt x="589" y="316"/>
                  </a:cubicBezTo>
                  <a:cubicBezTo>
                    <a:pt x="589" y="312"/>
                    <a:pt x="588" y="309"/>
                    <a:pt x="583" y="310"/>
                  </a:cubicBezTo>
                  <a:cubicBezTo>
                    <a:pt x="588" y="324"/>
                    <a:pt x="570" y="328"/>
                    <a:pt x="562" y="320"/>
                  </a:cubicBezTo>
                  <a:cubicBezTo>
                    <a:pt x="558" y="323"/>
                    <a:pt x="549" y="320"/>
                    <a:pt x="546" y="323"/>
                  </a:cubicBezTo>
                  <a:cubicBezTo>
                    <a:pt x="549" y="328"/>
                    <a:pt x="541" y="328"/>
                    <a:pt x="542" y="332"/>
                  </a:cubicBezTo>
                  <a:cubicBezTo>
                    <a:pt x="549" y="336"/>
                    <a:pt x="557" y="338"/>
                    <a:pt x="562" y="345"/>
                  </a:cubicBezTo>
                  <a:cubicBezTo>
                    <a:pt x="559" y="351"/>
                    <a:pt x="563" y="357"/>
                    <a:pt x="567" y="361"/>
                  </a:cubicBezTo>
                  <a:cubicBezTo>
                    <a:pt x="564" y="378"/>
                    <a:pt x="554" y="391"/>
                    <a:pt x="545" y="403"/>
                  </a:cubicBezTo>
                  <a:cubicBezTo>
                    <a:pt x="534" y="401"/>
                    <a:pt x="525" y="401"/>
                    <a:pt x="516" y="400"/>
                  </a:cubicBezTo>
                  <a:cubicBezTo>
                    <a:pt x="510" y="400"/>
                    <a:pt x="509" y="396"/>
                    <a:pt x="504" y="395"/>
                  </a:cubicBezTo>
                  <a:cubicBezTo>
                    <a:pt x="493" y="391"/>
                    <a:pt x="483" y="396"/>
                    <a:pt x="479" y="389"/>
                  </a:cubicBezTo>
                  <a:cubicBezTo>
                    <a:pt x="474" y="395"/>
                    <a:pt x="462" y="393"/>
                    <a:pt x="457" y="398"/>
                  </a:cubicBezTo>
                  <a:cubicBezTo>
                    <a:pt x="460" y="407"/>
                    <a:pt x="456" y="410"/>
                    <a:pt x="454" y="414"/>
                  </a:cubicBezTo>
                  <a:cubicBezTo>
                    <a:pt x="451" y="422"/>
                    <a:pt x="449" y="431"/>
                    <a:pt x="441" y="441"/>
                  </a:cubicBezTo>
                  <a:cubicBezTo>
                    <a:pt x="435" y="448"/>
                    <a:pt x="425" y="458"/>
                    <a:pt x="425" y="465"/>
                  </a:cubicBezTo>
                  <a:cubicBezTo>
                    <a:pt x="424" y="467"/>
                    <a:pt x="427" y="471"/>
                    <a:pt x="427" y="472"/>
                  </a:cubicBezTo>
                  <a:cubicBezTo>
                    <a:pt x="428" y="481"/>
                    <a:pt x="421" y="484"/>
                    <a:pt x="418" y="493"/>
                  </a:cubicBezTo>
                  <a:cubicBezTo>
                    <a:pt x="421" y="496"/>
                    <a:pt x="427" y="495"/>
                    <a:pt x="429" y="498"/>
                  </a:cubicBezTo>
                  <a:cubicBezTo>
                    <a:pt x="433" y="497"/>
                    <a:pt x="436" y="495"/>
                    <a:pt x="441" y="495"/>
                  </a:cubicBezTo>
                  <a:cubicBezTo>
                    <a:pt x="446" y="500"/>
                    <a:pt x="447" y="504"/>
                    <a:pt x="446" y="514"/>
                  </a:cubicBezTo>
                  <a:cubicBezTo>
                    <a:pt x="451" y="521"/>
                    <a:pt x="455" y="514"/>
                    <a:pt x="462" y="512"/>
                  </a:cubicBezTo>
                  <a:cubicBezTo>
                    <a:pt x="476" y="506"/>
                    <a:pt x="489" y="512"/>
                    <a:pt x="501" y="513"/>
                  </a:cubicBezTo>
                  <a:cubicBezTo>
                    <a:pt x="508" y="507"/>
                    <a:pt x="510" y="498"/>
                    <a:pt x="523" y="499"/>
                  </a:cubicBezTo>
                  <a:cubicBezTo>
                    <a:pt x="527" y="491"/>
                    <a:pt x="532" y="485"/>
                    <a:pt x="542" y="483"/>
                  </a:cubicBezTo>
                  <a:cubicBezTo>
                    <a:pt x="543" y="476"/>
                    <a:pt x="538" y="477"/>
                    <a:pt x="538" y="471"/>
                  </a:cubicBezTo>
                  <a:cubicBezTo>
                    <a:pt x="543" y="459"/>
                    <a:pt x="557" y="456"/>
                    <a:pt x="564" y="445"/>
                  </a:cubicBezTo>
                  <a:cubicBezTo>
                    <a:pt x="578" y="441"/>
                    <a:pt x="602" y="440"/>
                    <a:pt x="596" y="421"/>
                  </a:cubicBezTo>
                  <a:cubicBezTo>
                    <a:pt x="602" y="415"/>
                    <a:pt x="607" y="408"/>
                    <a:pt x="615" y="408"/>
                  </a:cubicBezTo>
                  <a:cubicBezTo>
                    <a:pt x="616" y="408"/>
                    <a:pt x="618" y="410"/>
                    <a:pt x="621" y="411"/>
                  </a:cubicBezTo>
                  <a:cubicBezTo>
                    <a:pt x="632" y="413"/>
                    <a:pt x="631" y="419"/>
                    <a:pt x="644" y="418"/>
                  </a:cubicBezTo>
                  <a:cubicBezTo>
                    <a:pt x="645" y="409"/>
                    <a:pt x="656" y="410"/>
                    <a:pt x="664" y="407"/>
                  </a:cubicBezTo>
                  <a:cubicBezTo>
                    <a:pt x="670" y="404"/>
                    <a:pt x="672" y="399"/>
                    <a:pt x="676" y="398"/>
                  </a:cubicBezTo>
                  <a:cubicBezTo>
                    <a:pt x="687" y="398"/>
                    <a:pt x="695" y="409"/>
                    <a:pt x="692" y="422"/>
                  </a:cubicBezTo>
                  <a:cubicBezTo>
                    <a:pt x="703" y="432"/>
                    <a:pt x="715" y="440"/>
                    <a:pt x="723" y="453"/>
                  </a:cubicBezTo>
                  <a:cubicBezTo>
                    <a:pt x="731" y="453"/>
                    <a:pt x="731" y="453"/>
                    <a:pt x="731" y="453"/>
                  </a:cubicBezTo>
                  <a:cubicBezTo>
                    <a:pt x="732" y="462"/>
                    <a:pt x="745" y="458"/>
                    <a:pt x="749" y="464"/>
                  </a:cubicBezTo>
                  <a:cubicBezTo>
                    <a:pt x="748" y="468"/>
                    <a:pt x="750" y="469"/>
                    <a:pt x="751" y="472"/>
                  </a:cubicBezTo>
                  <a:cubicBezTo>
                    <a:pt x="753" y="473"/>
                    <a:pt x="757" y="473"/>
                    <a:pt x="759" y="475"/>
                  </a:cubicBezTo>
                  <a:cubicBezTo>
                    <a:pt x="760" y="481"/>
                    <a:pt x="762" y="487"/>
                    <a:pt x="764" y="491"/>
                  </a:cubicBezTo>
                  <a:cubicBezTo>
                    <a:pt x="760" y="496"/>
                    <a:pt x="760" y="503"/>
                    <a:pt x="753" y="505"/>
                  </a:cubicBezTo>
                  <a:cubicBezTo>
                    <a:pt x="751" y="505"/>
                    <a:pt x="747" y="504"/>
                    <a:pt x="743" y="504"/>
                  </a:cubicBezTo>
                  <a:cubicBezTo>
                    <a:pt x="733" y="505"/>
                    <a:pt x="728" y="509"/>
                    <a:pt x="722" y="503"/>
                  </a:cubicBezTo>
                  <a:cubicBezTo>
                    <a:pt x="718" y="506"/>
                    <a:pt x="716" y="504"/>
                    <a:pt x="710" y="504"/>
                  </a:cubicBezTo>
                  <a:cubicBezTo>
                    <a:pt x="709" y="507"/>
                    <a:pt x="707" y="508"/>
                    <a:pt x="709" y="512"/>
                  </a:cubicBezTo>
                  <a:cubicBezTo>
                    <a:pt x="717" y="512"/>
                    <a:pt x="720" y="521"/>
                    <a:pt x="727" y="524"/>
                  </a:cubicBezTo>
                  <a:cubicBezTo>
                    <a:pt x="729" y="525"/>
                    <a:pt x="732" y="523"/>
                    <a:pt x="734" y="524"/>
                  </a:cubicBezTo>
                  <a:cubicBezTo>
                    <a:pt x="738" y="526"/>
                    <a:pt x="742" y="535"/>
                    <a:pt x="748" y="530"/>
                  </a:cubicBezTo>
                  <a:cubicBezTo>
                    <a:pt x="750" y="523"/>
                    <a:pt x="746" y="512"/>
                    <a:pt x="754" y="510"/>
                  </a:cubicBezTo>
                  <a:cubicBezTo>
                    <a:pt x="768" y="513"/>
                    <a:pt x="768" y="494"/>
                    <a:pt x="780" y="492"/>
                  </a:cubicBezTo>
                  <a:cubicBezTo>
                    <a:pt x="781" y="483"/>
                    <a:pt x="773" y="483"/>
                    <a:pt x="771" y="477"/>
                  </a:cubicBezTo>
                  <a:cubicBezTo>
                    <a:pt x="774" y="474"/>
                    <a:pt x="774" y="468"/>
                    <a:pt x="779" y="467"/>
                  </a:cubicBezTo>
                  <a:cubicBezTo>
                    <a:pt x="788" y="467"/>
                    <a:pt x="791" y="482"/>
                    <a:pt x="800" y="475"/>
                  </a:cubicBezTo>
                  <a:cubicBezTo>
                    <a:pt x="796" y="458"/>
                    <a:pt x="776" y="458"/>
                    <a:pt x="764" y="449"/>
                  </a:cubicBezTo>
                  <a:cubicBezTo>
                    <a:pt x="766" y="447"/>
                    <a:pt x="768" y="446"/>
                    <a:pt x="767" y="442"/>
                  </a:cubicBezTo>
                  <a:cubicBezTo>
                    <a:pt x="757" y="440"/>
                    <a:pt x="749" y="439"/>
                    <a:pt x="743" y="433"/>
                  </a:cubicBezTo>
                  <a:cubicBezTo>
                    <a:pt x="739" y="428"/>
                    <a:pt x="739" y="420"/>
                    <a:pt x="736" y="414"/>
                  </a:cubicBezTo>
                  <a:cubicBezTo>
                    <a:pt x="731" y="406"/>
                    <a:pt x="720" y="405"/>
                    <a:pt x="720" y="395"/>
                  </a:cubicBezTo>
                  <a:cubicBezTo>
                    <a:pt x="724" y="394"/>
                    <a:pt x="725" y="389"/>
                    <a:pt x="722" y="386"/>
                  </a:cubicBezTo>
                  <a:cubicBezTo>
                    <a:pt x="726" y="383"/>
                    <a:pt x="734" y="378"/>
                    <a:pt x="740" y="381"/>
                  </a:cubicBezTo>
                  <a:cubicBezTo>
                    <a:pt x="740" y="386"/>
                    <a:pt x="736" y="388"/>
                    <a:pt x="738" y="394"/>
                  </a:cubicBezTo>
                  <a:cubicBezTo>
                    <a:pt x="744" y="394"/>
                    <a:pt x="742" y="388"/>
                    <a:pt x="748" y="390"/>
                  </a:cubicBezTo>
                  <a:cubicBezTo>
                    <a:pt x="751" y="402"/>
                    <a:pt x="761" y="406"/>
                    <a:pt x="765" y="417"/>
                  </a:cubicBezTo>
                  <a:cubicBezTo>
                    <a:pt x="770" y="416"/>
                    <a:pt x="773" y="418"/>
                    <a:pt x="777" y="418"/>
                  </a:cubicBezTo>
                  <a:cubicBezTo>
                    <a:pt x="778" y="420"/>
                    <a:pt x="778" y="423"/>
                    <a:pt x="780" y="424"/>
                  </a:cubicBezTo>
                  <a:cubicBezTo>
                    <a:pt x="795" y="428"/>
                    <a:pt x="801" y="441"/>
                    <a:pt x="814" y="446"/>
                  </a:cubicBezTo>
                  <a:cubicBezTo>
                    <a:pt x="813" y="455"/>
                    <a:pt x="811" y="463"/>
                    <a:pt x="809" y="469"/>
                  </a:cubicBezTo>
                  <a:cubicBezTo>
                    <a:pt x="811" y="473"/>
                    <a:pt x="818" y="473"/>
                    <a:pt x="817" y="481"/>
                  </a:cubicBezTo>
                  <a:cubicBezTo>
                    <a:pt x="827" y="485"/>
                    <a:pt x="831" y="496"/>
                    <a:pt x="838" y="503"/>
                  </a:cubicBezTo>
                  <a:cubicBezTo>
                    <a:pt x="841" y="504"/>
                    <a:pt x="847" y="501"/>
                    <a:pt x="847" y="505"/>
                  </a:cubicBezTo>
                  <a:cubicBezTo>
                    <a:pt x="845" y="507"/>
                    <a:pt x="840" y="506"/>
                    <a:pt x="839" y="510"/>
                  </a:cubicBezTo>
                  <a:cubicBezTo>
                    <a:pt x="843" y="516"/>
                    <a:pt x="846" y="518"/>
                    <a:pt x="844" y="529"/>
                  </a:cubicBezTo>
                  <a:cubicBezTo>
                    <a:pt x="848" y="531"/>
                    <a:pt x="851" y="529"/>
                    <a:pt x="856" y="529"/>
                  </a:cubicBezTo>
                  <a:cubicBezTo>
                    <a:pt x="856" y="531"/>
                    <a:pt x="857" y="532"/>
                    <a:pt x="858" y="535"/>
                  </a:cubicBezTo>
                  <a:cubicBezTo>
                    <a:pt x="863" y="530"/>
                    <a:pt x="865" y="538"/>
                    <a:pt x="870" y="536"/>
                  </a:cubicBezTo>
                  <a:cubicBezTo>
                    <a:pt x="870" y="528"/>
                    <a:pt x="864" y="521"/>
                    <a:pt x="864" y="516"/>
                  </a:cubicBezTo>
                  <a:cubicBezTo>
                    <a:pt x="869" y="516"/>
                    <a:pt x="868" y="521"/>
                    <a:pt x="874" y="519"/>
                  </a:cubicBezTo>
                  <a:cubicBezTo>
                    <a:pt x="873" y="511"/>
                    <a:pt x="857" y="510"/>
                    <a:pt x="852" y="503"/>
                  </a:cubicBezTo>
                  <a:cubicBezTo>
                    <a:pt x="863" y="501"/>
                    <a:pt x="870" y="511"/>
                    <a:pt x="881" y="513"/>
                  </a:cubicBezTo>
                  <a:cubicBezTo>
                    <a:pt x="883" y="510"/>
                    <a:pt x="881" y="506"/>
                    <a:pt x="880" y="504"/>
                  </a:cubicBezTo>
                  <a:cubicBezTo>
                    <a:pt x="883" y="503"/>
                    <a:pt x="886" y="502"/>
                    <a:pt x="885" y="496"/>
                  </a:cubicBezTo>
                  <a:cubicBezTo>
                    <a:pt x="881" y="496"/>
                    <a:pt x="876" y="496"/>
                    <a:pt x="873" y="493"/>
                  </a:cubicBezTo>
                  <a:cubicBezTo>
                    <a:pt x="867" y="489"/>
                    <a:pt x="860" y="474"/>
                    <a:pt x="858" y="467"/>
                  </a:cubicBezTo>
                  <a:cubicBezTo>
                    <a:pt x="864" y="469"/>
                    <a:pt x="866" y="474"/>
                    <a:pt x="872" y="476"/>
                  </a:cubicBezTo>
                  <a:cubicBezTo>
                    <a:pt x="878" y="473"/>
                    <a:pt x="872" y="463"/>
                    <a:pt x="880" y="461"/>
                  </a:cubicBezTo>
                  <a:cubicBezTo>
                    <a:pt x="884" y="461"/>
                    <a:pt x="884" y="464"/>
                    <a:pt x="887" y="465"/>
                  </a:cubicBezTo>
                  <a:cubicBezTo>
                    <a:pt x="891" y="463"/>
                    <a:pt x="891" y="459"/>
                    <a:pt x="895" y="459"/>
                  </a:cubicBezTo>
                  <a:cubicBezTo>
                    <a:pt x="900" y="461"/>
                    <a:pt x="908" y="461"/>
                    <a:pt x="908" y="467"/>
                  </a:cubicBezTo>
                  <a:cubicBezTo>
                    <a:pt x="906" y="469"/>
                    <a:pt x="900" y="468"/>
                    <a:pt x="902" y="473"/>
                  </a:cubicBezTo>
                  <a:cubicBezTo>
                    <a:pt x="906" y="477"/>
                    <a:pt x="907" y="470"/>
                    <a:pt x="911" y="470"/>
                  </a:cubicBezTo>
                  <a:cubicBezTo>
                    <a:pt x="910" y="479"/>
                    <a:pt x="910" y="484"/>
                    <a:pt x="906" y="490"/>
                  </a:cubicBezTo>
                  <a:cubicBezTo>
                    <a:pt x="910" y="490"/>
                    <a:pt x="912" y="492"/>
                    <a:pt x="916" y="492"/>
                  </a:cubicBezTo>
                  <a:cubicBezTo>
                    <a:pt x="920" y="487"/>
                    <a:pt x="914" y="487"/>
                    <a:pt x="912" y="484"/>
                  </a:cubicBezTo>
                  <a:cubicBezTo>
                    <a:pt x="922" y="483"/>
                    <a:pt x="922" y="498"/>
                    <a:pt x="923" y="502"/>
                  </a:cubicBezTo>
                  <a:cubicBezTo>
                    <a:pt x="919" y="497"/>
                    <a:pt x="915" y="497"/>
                    <a:pt x="907" y="498"/>
                  </a:cubicBezTo>
                  <a:cubicBezTo>
                    <a:pt x="907" y="504"/>
                    <a:pt x="907" y="504"/>
                    <a:pt x="907" y="504"/>
                  </a:cubicBezTo>
                  <a:cubicBezTo>
                    <a:pt x="918" y="505"/>
                    <a:pt x="933" y="506"/>
                    <a:pt x="930" y="519"/>
                  </a:cubicBezTo>
                  <a:cubicBezTo>
                    <a:pt x="936" y="523"/>
                    <a:pt x="943" y="525"/>
                    <a:pt x="946" y="531"/>
                  </a:cubicBezTo>
                  <a:cubicBezTo>
                    <a:pt x="957" y="529"/>
                    <a:pt x="965" y="543"/>
                    <a:pt x="980" y="537"/>
                  </a:cubicBezTo>
                  <a:cubicBezTo>
                    <a:pt x="978" y="524"/>
                    <a:pt x="995" y="524"/>
                    <a:pt x="1003" y="530"/>
                  </a:cubicBezTo>
                  <a:cubicBezTo>
                    <a:pt x="1006" y="532"/>
                    <a:pt x="1006" y="537"/>
                    <a:pt x="1010" y="539"/>
                  </a:cubicBezTo>
                  <a:cubicBezTo>
                    <a:pt x="1030" y="545"/>
                    <a:pt x="1038" y="516"/>
                    <a:pt x="1055" y="528"/>
                  </a:cubicBezTo>
                  <a:cubicBezTo>
                    <a:pt x="1059" y="527"/>
                    <a:pt x="1058" y="522"/>
                    <a:pt x="1063" y="522"/>
                  </a:cubicBezTo>
                  <a:cubicBezTo>
                    <a:pt x="1064" y="533"/>
                    <a:pt x="1056" y="553"/>
                    <a:pt x="1068" y="561"/>
                  </a:cubicBezTo>
                  <a:cubicBezTo>
                    <a:pt x="1054" y="576"/>
                    <a:pt x="1068" y="603"/>
                    <a:pt x="1059" y="616"/>
                  </a:cubicBezTo>
                  <a:cubicBezTo>
                    <a:pt x="1054" y="616"/>
                    <a:pt x="1054" y="616"/>
                    <a:pt x="1054" y="616"/>
                  </a:cubicBezTo>
                  <a:cubicBezTo>
                    <a:pt x="1052" y="630"/>
                    <a:pt x="1039" y="623"/>
                    <a:pt x="1027" y="625"/>
                  </a:cubicBezTo>
                  <a:cubicBezTo>
                    <a:pt x="1022" y="616"/>
                    <a:pt x="1015" y="621"/>
                    <a:pt x="1005" y="622"/>
                  </a:cubicBezTo>
                  <a:cubicBezTo>
                    <a:pt x="1002" y="622"/>
                    <a:pt x="1000" y="621"/>
                    <a:pt x="999" y="621"/>
                  </a:cubicBezTo>
                  <a:cubicBezTo>
                    <a:pt x="990" y="623"/>
                    <a:pt x="983" y="633"/>
                    <a:pt x="977" y="634"/>
                  </a:cubicBezTo>
                  <a:cubicBezTo>
                    <a:pt x="970" y="628"/>
                    <a:pt x="960" y="632"/>
                    <a:pt x="952" y="630"/>
                  </a:cubicBezTo>
                  <a:cubicBezTo>
                    <a:pt x="949" y="629"/>
                    <a:pt x="947" y="626"/>
                    <a:pt x="944" y="625"/>
                  </a:cubicBezTo>
                  <a:cubicBezTo>
                    <a:pt x="942" y="624"/>
                    <a:pt x="938" y="626"/>
                    <a:pt x="934" y="625"/>
                  </a:cubicBezTo>
                  <a:cubicBezTo>
                    <a:pt x="925" y="624"/>
                    <a:pt x="920" y="619"/>
                    <a:pt x="913" y="624"/>
                  </a:cubicBezTo>
                  <a:cubicBezTo>
                    <a:pt x="911" y="622"/>
                    <a:pt x="908" y="621"/>
                    <a:pt x="908" y="616"/>
                  </a:cubicBezTo>
                  <a:cubicBezTo>
                    <a:pt x="895" y="618"/>
                    <a:pt x="893" y="610"/>
                    <a:pt x="879" y="612"/>
                  </a:cubicBezTo>
                  <a:cubicBezTo>
                    <a:pt x="875" y="611"/>
                    <a:pt x="874" y="606"/>
                    <a:pt x="872" y="603"/>
                  </a:cubicBezTo>
                  <a:cubicBezTo>
                    <a:pt x="866" y="605"/>
                    <a:pt x="862" y="600"/>
                    <a:pt x="857" y="600"/>
                  </a:cubicBezTo>
                  <a:cubicBezTo>
                    <a:pt x="850" y="599"/>
                    <a:pt x="847" y="602"/>
                    <a:pt x="843" y="603"/>
                  </a:cubicBezTo>
                  <a:cubicBezTo>
                    <a:pt x="839" y="604"/>
                    <a:pt x="834" y="602"/>
                    <a:pt x="834" y="603"/>
                  </a:cubicBezTo>
                  <a:cubicBezTo>
                    <a:pt x="831" y="604"/>
                    <a:pt x="822" y="612"/>
                    <a:pt x="821" y="615"/>
                  </a:cubicBezTo>
                  <a:cubicBezTo>
                    <a:pt x="819" y="622"/>
                    <a:pt x="827" y="628"/>
                    <a:pt x="826" y="635"/>
                  </a:cubicBezTo>
                  <a:cubicBezTo>
                    <a:pt x="825" y="641"/>
                    <a:pt x="818" y="646"/>
                    <a:pt x="813" y="647"/>
                  </a:cubicBezTo>
                  <a:cubicBezTo>
                    <a:pt x="803" y="649"/>
                    <a:pt x="802" y="644"/>
                    <a:pt x="797" y="640"/>
                  </a:cubicBezTo>
                  <a:cubicBezTo>
                    <a:pt x="792" y="636"/>
                    <a:pt x="782" y="631"/>
                    <a:pt x="778" y="630"/>
                  </a:cubicBezTo>
                  <a:cubicBezTo>
                    <a:pt x="768" y="628"/>
                    <a:pt x="760" y="632"/>
                    <a:pt x="754" y="628"/>
                  </a:cubicBezTo>
                  <a:cubicBezTo>
                    <a:pt x="748" y="624"/>
                    <a:pt x="751" y="613"/>
                    <a:pt x="744" y="608"/>
                  </a:cubicBezTo>
                  <a:cubicBezTo>
                    <a:pt x="743" y="606"/>
                    <a:pt x="738" y="606"/>
                    <a:pt x="735" y="605"/>
                  </a:cubicBezTo>
                  <a:cubicBezTo>
                    <a:pt x="731" y="603"/>
                    <a:pt x="729" y="600"/>
                    <a:pt x="727" y="599"/>
                  </a:cubicBezTo>
                  <a:cubicBezTo>
                    <a:pt x="718" y="596"/>
                    <a:pt x="709" y="601"/>
                    <a:pt x="701" y="599"/>
                  </a:cubicBezTo>
                  <a:cubicBezTo>
                    <a:pt x="693" y="597"/>
                    <a:pt x="691" y="590"/>
                    <a:pt x="683" y="588"/>
                  </a:cubicBezTo>
                  <a:cubicBezTo>
                    <a:pt x="682" y="586"/>
                    <a:pt x="681" y="584"/>
                    <a:pt x="680" y="582"/>
                  </a:cubicBezTo>
                  <a:cubicBezTo>
                    <a:pt x="672" y="582"/>
                    <a:pt x="667" y="579"/>
                    <a:pt x="666" y="573"/>
                  </a:cubicBezTo>
                  <a:cubicBezTo>
                    <a:pt x="673" y="563"/>
                    <a:pt x="687" y="562"/>
                    <a:pt x="685" y="550"/>
                  </a:cubicBezTo>
                  <a:cubicBezTo>
                    <a:pt x="684" y="546"/>
                    <a:pt x="677" y="544"/>
                    <a:pt x="677" y="539"/>
                  </a:cubicBezTo>
                  <a:cubicBezTo>
                    <a:pt x="676" y="531"/>
                    <a:pt x="690" y="530"/>
                    <a:pt x="687" y="521"/>
                  </a:cubicBezTo>
                  <a:cubicBezTo>
                    <a:pt x="680" y="521"/>
                    <a:pt x="678" y="529"/>
                    <a:pt x="673" y="527"/>
                  </a:cubicBezTo>
                  <a:cubicBezTo>
                    <a:pt x="672" y="522"/>
                    <a:pt x="677" y="521"/>
                    <a:pt x="674" y="516"/>
                  </a:cubicBezTo>
                  <a:cubicBezTo>
                    <a:pt x="663" y="512"/>
                    <a:pt x="646" y="528"/>
                    <a:pt x="635" y="516"/>
                  </a:cubicBezTo>
                  <a:cubicBezTo>
                    <a:pt x="631" y="521"/>
                    <a:pt x="623" y="519"/>
                    <a:pt x="619" y="515"/>
                  </a:cubicBezTo>
                  <a:cubicBezTo>
                    <a:pt x="615" y="521"/>
                    <a:pt x="608" y="518"/>
                    <a:pt x="602" y="522"/>
                  </a:cubicBezTo>
                  <a:cubicBezTo>
                    <a:pt x="590" y="516"/>
                    <a:pt x="573" y="518"/>
                    <a:pt x="559" y="518"/>
                  </a:cubicBezTo>
                  <a:cubicBezTo>
                    <a:pt x="545" y="519"/>
                    <a:pt x="529" y="519"/>
                    <a:pt x="523" y="529"/>
                  </a:cubicBezTo>
                  <a:cubicBezTo>
                    <a:pt x="505" y="526"/>
                    <a:pt x="499" y="548"/>
                    <a:pt x="484" y="534"/>
                  </a:cubicBezTo>
                  <a:cubicBezTo>
                    <a:pt x="475" y="537"/>
                    <a:pt x="470" y="529"/>
                    <a:pt x="462" y="534"/>
                  </a:cubicBezTo>
                  <a:cubicBezTo>
                    <a:pt x="457" y="531"/>
                    <a:pt x="455" y="526"/>
                    <a:pt x="452" y="520"/>
                  </a:cubicBezTo>
                  <a:cubicBezTo>
                    <a:pt x="446" y="520"/>
                    <a:pt x="446" y="520"/>
                    <a:pt x="446" y="520"/>
                  </a:cubicBezTo>
                  <a:cubicBezTo>
                    <a:pt x="436" y="536"/>
                    <a:pt x="428" y="552"/>
                    <a:pt x="406" y="555"/>
                  </a:cubicBezTo>
                  <a:cubicBezTo>
                    <a:pt x="394" y="554"/>
                    <a:pt x="392" y="564"/>
                    <a:pt x="383" y="567"/>
                  </a:cubicBezTo>
                  <a:cubicBezTo>
                    <a:pt x="382" y="577"/>
                    <a:pt x="373" y="580"/>
                    <a:pt x="369" y="587"/>
                  </a:cubicBezTo>
                  <a:cubicBezTo>
                    <a:pt x="370" y="593"/>
                    <a:pt x="367" y="596"/>
                    <a:pt x="365" y="598"/>
                  </a:cubicBezTo>
                  <a:cubicBezTo>
                    <a:pt x="367" y="603"/>
                    <a:pt x="365" y="608"/>
                    <a:pt x="363" y="611"/>
                  </a:cubicBezTo>
                  <a:cubicBezTo>
                    <a:pt x="353" y="614"/>
                    <a:pt x="353" y="626"/>
                    <a:pt x="340" y="626"/>
                  </a:cubicBezTo>
                  <a:cubicBezTo>
                    <a:pt x="336" y="635"/>
                    <a:pt x="323" y="638"/>
                    <a:pt x="311" y="636"/>
                  </a:cubicBezTo>
                  <a:cubicBezTo>
                    <a:pt x="303" y="642"/>
                    <a:pt x="302" y="655"/>
                    <a:pt x="292" y="659"/>
                  </a:cubicBezTo>
                  <a:cubicBezTo>
                    <a:pt x="287" y="658"/>
                    <a:pt x="286" y="658"/>
                    <a:pt x="282" y="659"/>
                  </a:cubicBezTo>
                  <a:cubicBezTo>
                    <a:pt x="282" y="667"/>
                    <a:pt x="277" y="670"/>
                    <a:pt x="273" y="674"/>
                  </a:cubicBezTo>
                  <a:cubicBezTo>
                    <a:pt x="273" y="684"/>
                    <a:pt x="273" y="684"/>
                    <a:pt x="273" y="684"/>
                  </a:cubicBezTo>
                  <a:cubicBezTo>
                    <a:pt x="267" y="688"/>
                    <a:pt x="263" y="695"/>
                    <a:pt x="255" y="696"/>
                  </a:cubicBezTo>
                  <a:cubicBezTo>
                    <a:pt x="252" y="705"/>
                    <a:pt x="246" y="711"/>
                    <a:pt x="242" y="719"/>
                  </a:cubicBezTo>
                  <a:cubicBezTo>
                    <a:pt x="233" y="723"/>
                    <a:pt x="230" y="729"/>
                    <a:pt x="230" y="738"/>
                  </a:cubicBezTo>
                  <a:cubicBezTo>
                    <a:pt x="229" y="745"/>
                    <a:pt x="233" y="751"/>
                    <a:pt x="234" y="755"/>
                  </a:cubicBezTo>
                  <a:cubicBezTo>
                    <a:pt x="234" y="761"/>
                    <a:pt x="229" y="767"/>
                    <a:pt x="228" y="773"/>
                  </a:cubicBezTo>
                  <a:cubicBezTo>
                    <a:pt x="227" y="779"/>
                    <a:pt x="230" y="785"/>
                    <a:pt x="230" y="791"/>
                  </a:cubicBezTo>
                  <a:cubicBezTo>
                    <a:pt x="228" y="807"/>
                    <a:pt x="214" y="817"/>
                    <a:pt x="215" y="834"/>
                  </a:cubicBezTo>
                  <a:cubicBezTo>
                    <a:pt x="213" y="838"/>
                    <a:pt x="204" y="841"/>
                    <a:pt x="203" y="848"/>
                  </a:cubicBezTo>
                  <a:cubicBezTo>
                    <a:pt x="202" y="853"/>
                    <a:pt x="209" y="862"/>
                    <a:pt x="208" y="872"/>
                  </a:cubicBezTo>
                  <a:cubicBezTo>
                    <a:pt x="207" y="878"/>
                    <a:pt x="202" y="883"/>
                    <a:pt x="203" y="887"/>
                  </a:cubicBezTo>
                  <a:cubicBezTo>
                    <a:pt x="203" y="892"/>
                    <a:pt x="208" y="895"/>
                    <a:pt x="210" y="897"/>
                  </a:cubicBezTo>
                  <a:cubicBezTo>
                    <a:pt x="209" y="899"/>
                    <a:pt x="209" y="901"/>
                    <a:pt x="210" y="903"/>
                  </a:cubicBezTo>
                  <a:cubicBezTo>
                    <a:pt x="212" y="905"/>
                    <a:pt x="215" y="902"/>
                    <a:pt x="217" y="905"/>
                  </a:cubicBezTo>
                  <a:cubicBezTo>
                    <a:pt x="217" y="917"/>
                    <a:pt x="222" y="924"/>
                    <a:pt x="228" y="929"/>
                  </a:cubicBezTo>
                  <a:cubicBezTo>
                    <a:pt x="228" y="943"/>
                    <a:pt x="249" y="953"/>
                    <a:pt x="242" y="971"/>
                  </a:cubicBezTo>
                  <a:cubicBezTo>
                    <a:pt x="246" y="980"/>
                    <a:pt x="248" y="990"/>
                    <a:pt x="253" y="997"/>
                  </a:cubicBezTo>
                  <a:cubicBezTo>
                    <a:pt x="255" y="999"/>
                    <a:pt x="258" y="999"/>
                    <a:pt x="259" y="1000"/>
                  </a:cubicBezTo>
                  <a:cubicBezTo>
                    <a:pt x="265" y="1005"/>
                    <a:pt x="269" y="1015"/>
                    <a:pt x="276" y="1021"/>
                  </a:cubicBezTo>
                  <a:cubicBezTo>
                    <a:pt x="279" y="1024"/>
                    <a:pt x="281" y="1024"/>
                    <a:pt x="283" y="1027"/>
                  </a:cubicBezTo>
                  <a:cubicBezTo>
                    <a:pt x="287" y="1032"/>
                    <a:pt x="289" y="1039"/>
                    <a:pt x="293" y="1044"/>
                  </a:cubicBezTo>
                  <a:cubicBezTo>
                    <a:pt x="297" y="1048"/>
                    <a:pt x="304" y="1051"/>
                    <a:pt x="308" y="1055"/>
                  </a:cubicBezTo>
                  <a:cubicBezTo>
                    <a:pt x="312" y="1058"/>
                    <a:pt x="314" y="1062"/>
                    <a:pt x="317" y="1065"/>
                  </a:cubicBezTo>
                  <a:cubicBezTo>
                    <a:pt x="325" y="1070"/>
                    <a:pt x="331" y="1063"/>
                    <a:pt x="343" y="1062"/>
                  </a:cubicBezTo>
                  <a:cubicBezTo>
                    <a:pt x="350" y="1061"/>
                    <a:pt x="357" y="1063"/>
                    <a:pt x="363" y="1064"/>
                  </a:cubicBezTo>
                  <a:cubicBezTo>
                    <a:pt x="374" y="1064"/>
                    <a:pt x="378" y="1062"/>
                    <a:pt x="384" y="1068"/>
                  </a:cubicBezTo>
                  <a:cubicBezTo>
                    <a:pt x="387" y="1069"/>
                    <a:pt x="389" y="1068"/>
                    <a:pt x="391" y="1067"/>
                  </a:cubicBezTo>
                  <a:cubicBezTo>
                    <a:pt x="394" y="1075"/>
                    <a:pt x="405" y="1075"/>
                    <a:pt x="409" y="1082"/>
                  </a:cubicBezTo>
                  <a:cubicBezTo>
                    <a:pt x="425" y="1078"/>
                    <a:pt x="440" y="1078"/>
                    <a:pt x="452" y="1070"/>
                  </a:cubicBezTo>
                  <a:cubicBezTo>
                    <a:pt x="460" y="1078"/>
                    <a:pt x="467" y="1068"/>
                    <a:pt x="474" y="1067"/>
                  </a:cubicBezTo>
                  <a:cubicBezTo>
                    <a:pt x="477" y="1067"/>
                    <a:pt x="481" y="1070"/>
                    <a:pt x="486" y="1069"/>
                  </a:cubicBezTo>
                  <a:cubicBezTo>
                    <a:pt x="489" y="1069"/>
                    <a:pt x="491" y="1067"/>
                    <a:pt x="493" y="1067"/>
                  </a:cubicBezTo>
                  <a:cubicBezTo>
                    <a:pt x="496" y="1068"/>
                    <a:pt x="498" y="1071"/>
                    <a:pt x="501" y="1071"/>
                  </a:cubicBezTo>
                  <a:cubicBezTo>
                    <a:pt x="504" y="1072"/>
                    <a:pt x="507" y="1070"/>
                    <a:pt x="509" y="1069"/>
                  </a:cubicBezTo>
                  <a:cubicBezTo>
                    <a:pt x="525" y="1069"/>
                    <a:pt x="539" y="1084"/>
                    <a:pt x="543" y="1095"/>
                  </a:cubicBezTo>
                  <a:cubicBezTo>
                    <a:pt x="547" y="1108"/>
                    <a:pt x="548" y="1115"/>
                    <a:pt x="568" y="1113"/>
                  </a:cubicBezTo>
                  <a:cubicBezTo>
                    <a:pt x="569" y="1112"/>
                    <a:pt x="568" y="1109"/>
                    <a:pt x="571" y="1110"/>
                  </a:cubicBezTo>
                  <a:cubicBezTo>
                    <a:pt x="580" y="1109"/>
                    <a:pt x="585" y="1116"/>
                    <a:pt x="592" y="1115"/>
                  </a:cubicBezTo>
                  <a:cubicBezTo>
                    <a:pt x="597" y="1115"/>
                    <a:pt x="604" y="1108"/>
                    <a:pt x="609" y="1115"/>
                  </a:cubicBezTo>
                  <a:cubicBezTo>
                    <a:pt x="610" y="1128"/>
                    <a:pt x="627" y="1131"/>
                    <a:pt x="629" y="1141"/>
                  </a:cubicBezTo>
                  <a:cubicBezTo>
                    <a:pt x="631" y="1149"/>
                    <a:pt x="623" y="1151"/>
                    <a:pt x="625" y="1162"/>
                  </a:cubicBezTo>
                  <a:cubicBezTo>
                    <a:pt x="623" y="1165"/>
                    <a:pt x="619" y="1166"/>
                    <a:pt x="617" y="1169"/>
                  </a:cubicBezTo>
                  <a:cubicBezTo>
                    <a:pt x="618" y="1175"/>
                    <a:pt x="623" y="1177"/>
                    <a:pt x="623" y="1184"/>
                  </a:cubicBezTo>
                  <a:cubicBezTo>
                    <a:pt x="622" y="1185"/>
                    <a:pt x="619" y="1184"/>
                    <a:pt x="618" y="1186"/>
                  </a:cubicBezTo>
                  <a:cubicBezTo>
                    <a:pt x="619" y="1196"/>
                    <a:pt x="616" y="1203"/>
                    <a:pt x="607" y="1203"/>
                  </a:cubicBezTo>
                  <a:cubicBezTo>
                    <a:pt x="608" y="1210"/>
                    <a:pt x="613" y="1213"/>
                    <a:pt x="618" y="1216"/>
                  </a:cubicBezTo>
                  <a:cubicBezTo>
                    <a:pt x="619" y="1219"/>
                    <a:pt x="617" y="1219"/>
                    <a:pt x="618" y="1222"/>
                  </a:cubicBezTo>
                  <a:cubicBezTo>
                    <a:pt x="622" y="1224"/>
                    <a:pt x="625" y="1227"/>
                    <a:pt x="626" y="1233"/>
                  </a:cubicBezTo>
                  <a:cubicBezTo>
                    <a:pt x="633" y="1233"/>
                    <a:pt x="632" y="1237"/>
                    <a:pt x="635" y="1240"/>
                  </a:cubicBezTo>
                  <a:cubicBezTo>
                    <a:pt x="637" y="1243"/>
                    <a:pt x="642" y="1244"/>
                    <a:pt x="643" y="1246"/>
                  </a:cubicBezTo>
                  <a:cubicBezTo>
                    <a:pt x="646" y="1249"/>
                    <a:pt x="646" y="1252"/>
                    <a:pt x="648" y="1255"/>
                  </a:cubicBezTo>
                  <a:cubicBezTo>
                    <a:pt x="653" y="1260"/>
                    <a:pt x="661" y="1262"/>
                    <a:pt x="666" y="1267"/>
                  </a:cubicBezTo>
                  <a:cubicBezTo>
                    <a:pt x="673" y="1274"/>
                    <a:pt x="674" y="1284"/>
                    <a:pt x="681" y="1291"/>
                  </a:cubicBezTo>
                  <a:cubicBezTo>
                    <a:pt x="681" y="1294"/>
                    <a:pt x="678" y="1293"/>
                    <a:pt x="679" y="1297"/>
                  </a:cubicBezTo>
                  <a:cubicBezTo>
                    <a:pt x="682" y="1301"/>
                    <a:pt x="688" y="1303"/>
                    <a:pt x="688" y="1311"/>
                  </a:cubicBezTo>
                  <a:cubicBezTo>
                    <a:pt x="693" y="1317"/>
                    <a:pt x="701" y="1320"/>
                    <a:pt x="700" y="1331"/>
                  </a:cubicBezTo>
                  <a:cubicBezTo>
                    <a:pt x="699" y="1335"/>
                    <a:pt x="695" y="1335"/>
                    <a:pt x="694" y="1339"/>
                  </a:cubicBezTo>
                  <a:cubicBezTo>
                    <a:pt x="696" y="1352"/>
                    <a:pt x="713" y="1360"/>
                    <a:pt x="712" y="1373"/>
                  </a:cubicBezTo>
                  <a:cubicBezTo>
                    <a:pt x="711" y="1378"/>
                    <a:pt x="705" y="1379"/>
                    <a:pt x="707" y="1385"/>
                  </a:cubicBezTo>
                  <a:cubicBezTo>
                    <a:pt x="697" y="1384"/>
                    <a:pt x="698" y="1394"/>
                    <a:pt x="689" y="1393"/>
                  </a:cubicBezTo>
                  <a:cubicBezTo>
                    <a:pt x="689" y="1403"/>
                    <a:pt x="684" y="1405"/>
                    <a:pt x="687" y="1415"/>
                  </a:cubicBezTo>
                  <a:cubicBezTo>
                    <a:pt x="680" y="1417"/>
                    <a:pt x="683" y="1423"/>
                    <a:pt x="677" y="1427"/>
                  </a:cubicBezTo>
                  <a:cubicBezTo>
                    <a:pt x="679" y="1436"/>
                    <a:pt x="676" y="1443"/>
                    <a:pt x="679" y="1451"/>
                  </a:cubicBezTo>
                  <a:cubicBezTo>
                    <a:pt x="683" y="1459"/>
                    <a:pt x="695" y="1464"/>
                    <a:pt x="704" y="1475"/>
                  </a:cubicBezTo>
                  <a:cubicBezTo>
                    <a:pt x="706" y="1477"/>
                    <a:pt x="706" y="1479"/>
                    <a:pt x="708" y="1481"/>
                  </a:cubicBezTo>
                  <a:cubicBezTo>
                    <a:pt x="712" y="1487"/>
                    <a:pt x="718" y="1489"/>
                    <a:pt x="721" y="1493"/>
                  </a:cubicBezTo>
                  <a:cubicBezTo>
                    <a:pt x="722" y="1494"/>
                    <a:pt x="721" y="1496"/>
                    <a:pt x="722" y="1497"/>
                  </a:cubicBezTo>
                  <a:cubicBezTo>
                    <a:pt x="726" y="1500"/>
                    <a:pt x="731" y="1499"/>
                    <a:pt x="733" y="1503"/>
                  </a:cubicBezTo>
                  <a:cubicBezTo>
                    <a:pt x="735" y="1508"/>
                    <a:pt x="733" y="1515"/>
                    <a:pt x="735" y="1521"/>
                  </a:cubicBezTo>
                  <a:cubicBezTo>
                    <a:pt x="736" y="1524"/>
                    <a:pt x="740" y="1527"/>
                    <a:pt x="741" y="1529"/>
                  </a:cubicBezTo>
                  <a:cubicBezTo>
                    <a:pt x="742" y="1530"/>
                    <a:pt x="740" y="1533"/>
                    <a:pt x="740" y="1534"/>
                  </a:cubicBezTo>
                  <a:cubicBezTo>
                    <a:pt x="741" y="1535"/>
                    <a:pt x="744" y="1541"/>
                    <a:pt x="744" y="1542"/>
                  </a:cubicBezTo>
                  <a:cubicBezTo>
                    <a:pt x="746" y="1545"/>
                    <a:pt x="751" y="1550"/>
                    <a:pt x="753" y="1552"/>
                  </a:cubicBezTo>
                  <a:cubicBezTo>
                    <a:pt x="762" y="1563"/>
                    <a:pt x="783" y="1564"/>
                    <a:pt x="783" y="1578"/>
                  </a:cubicBezTo>
                  <a:cubicBezTo>
                    <a:pt x="788" y="1583"/>
                    <a:pt x="799" y="1582"/>
                    <a:pt x="800" y="1592"/>
                  </a:cubicBezTo>
                  <a:cubicBezTo>
                    <a:pt x="800" y="1594"/>
                    <a:pt x="797" y="1594"/>
                    <a:pt x="794" y="1594"/>
                  </a:cubicBezTo>
                  <a:cubicBezTo>
                    <a:pt x="794" y="1599"/>
                    <a:pt x="800" y="1599"/>
                    <a:pt x="801" y="1604"/>
                  </a:cubicBezTo>
                  <a:cubicBezTo>
                    <a:pt x="808" y="1602"/>
                    <a:pt x="813" y="1607"/>
                    <a:pt x="820" y="1608"/>
                  </a:cubicBezTo>
                  <a:cubicBezTo>
                    <a:pt x="833" y="1609"/>
                    <a:pt x="848" y="1604"/>
                    <a:pt x="860" y="1603"/>
                  </a:cubicBezTo>
                  <a:cubicBezTo>
                    <a:pt x="881" y="1601"/>
                    <a:pt x="902" y="1604"/>
                    <a:pt x="921" y="1600"/>
                  </a:cubicBezTo>
                  <a:cubicBezTo>
                    <a:pt x="940" y="1597"/>
                    <a:pt x="954" y="1584"/>
                    <a:pt x="970" y="1580"/>
                  </a:cubicBezTo>
                  <a:cubicBezTo>
                    <a:pt x="984" y="1576"/>
                    <a:pt x="990" y="1567"/>
                    <a:pt x="1000" y="1562"/>
                  </a:cubicBezTo>
                  <a:cubicBezTo>
                    <a:pt x="1004" y="1559"/>
                    <a:pt x="1011" y="1559"/>
                    <a:pt x="1016" y="1556"/>
                  </a:cubicBezTo>
                  <a:cubicBezTo>
                    <a:pt x="1024" y="1552"/>
                    <a:pt x="1029" y="1542"/>
                    <a:pt x="1033" y="1535"/>
                  </a:cubicBezTo>
                  <a:cubicBezTo>
                    <a:pt x="1034" y="1532"/>
                    <a:pt x="1029" y="1534"/>
                    <a:pt x="1030" y="1530"/>
                  </a:cubicBezTo>
                  <a:cubicBezTo>
                    <a:pt x="1046" y="1521"/>
                    <a:pt x="1066" y="1516"/>
                    <a:pt x="1082" y="1507"/>
                  </a:cubicBezTo>
                  <a:cubicBezTo>
                    <a:pt x="1083" y="1504"/>
                    <a:pt x="1080" y="1504"/>
                    <a:pt x="1080" y="1501"/>
                  </a:cubicBezTo>
                  <a:cubicBezTo>
                    <a:pt x="1086" y="1499"/>
                    <a:pt x="1087" y="1493"/>
                    <a:pt x="1089" y="1487"/>
                  </a:cubicBezTo>
                  <a:cubicBezTo>
                    <a:pt x="1085" y="1486"/>
                    <a:pt x="1085" y="1482"/>
                    <a:pt x="1082" y="1479"/>
                  </a:cubicBezTo>
                  <a:cubicBezTo>
                    <a:pt x="1084" y="1478"/>
                    <a:pt x="1085" y="1476"/>
                    <a:pt x="1085" y="1474"/>
                  </a:cubicBezTo>
                  <a:cubicBezTo>
                    <a:pt x="1084" y="1472"/>
                    <a:pt x="1081" y="1472"/>
                    <a:pt x="1079" y="1471"/>
                  </a:cubicBezTo>
                  <a:cubicBezTo>
                    <a:pt x="1081" y="1463"/>
                    <a:pt x="1089" y="1464"/>
                    <a:pt x="1095" y="1460"/>
                  </a:cubicBezTo>
                  <a:cubicBezTo>
                    <a:pt x="1098" y="1458"/>
                    <a:pt x="1100" y="1454"/>
                    <a:pt x="1103" y="1451"/>
                  </a:cubicBezTo>
                  <a:cubicBezTo>
                    <a:pt x="1108" y="1449"/>
                    <a:pt x="1114" y="1448"/>
                    <a:pt x="1119" y="1445"/>
                  </a:cubicBezTo>
                  <a:cubicBezTo>
                    <a:pt x="1122" y="1442"/>
                    <a:pt x="1124" y="1437"/>
                    <a:pt x="1127" y="1434"/>
                  </a:cubicBezTo>
                  <a:cubicBezTo>
                    <a:pt x="1142" y="1423"/>
                    <a:pt x="1160" y="1422"/>
                    <a:pt x="1174" y="1412"/>
                  </a:cubicBezTo>
                  <a:cubicBezTo>
                    <a:pt x="1179" y="1409"/>
                    <a:pt x="1188" y="1400"/>
                    <a:pt x="1193" y="1395"/>
                  </a:cubicBezTo>
                  <a:cubicBezTo>
                    <a:pt x="1200" y="1387"/>
                    <a:pt x="1197" y="1383"/>
                    <a:pt x="1197" y="1373"/>
                  </a:cubicBezTo>
                  <a:cubicBezTo>
                    <a:pt x="1197" y="1369"/>
                    <a:pt x="1198" y="1363"/>
                    <a:pt x="1199" y="1360"/>
                  </a:cubicBezTo>
                  <a:cubicBezTo>
                    <a:pt x="1202" y="1350"/>
                    <a:pt x="1203" y="1342"/>
                    <a:pt x="1208" y="1331"/>
                  </a:cubicBezTo>
                  <a:cubicBezTo>
                    <a:pt x="1207" y="1325"/>
                    <a:pt x="1197" y="1327"/>
                    <a:pt x="1194" y="1323"/>
                  </a:cubicBezTo>
                  <a:cubicBezTo>
                    <a:pt x="1197" y="1312"/>
                    <a:pt x="1186" y="1305"/>
                    <a:pt x="1194" y="1299"/>
                  </a:cubicBezTo>
                  <a:cubicBezTo>
                    <a:pt x="1188" y="1292"/>
                    <a:pt x="1199" y="1289"/>
                    <a:pt x="1197" y="1281"/>
                  </a:cubicBezTo>
                  <a:cubicBezTo>
                    <a:pt x="1194" y="1279"/>
                    <a:pt x="1187" y="1280"/>
                    <a:pt x="1186" y="1276"/>
                  </a:cubicBezTo>
                  <a:cubicBezTo>
                    <a:pt x="1190" y="1267"/>
                    <a:pt x="1190" y="1259"/>
                    <a:pt x="1194" y="1251"/>
                  </a:cubicBezTo>
                  <a:cubicBezTo>
                    <a:pt x="1198" y="1245"/>
                    <a:pt x="1210" y="1240"/>
                    <a:pt x="1208" y="1230"/>
                  </a:cubicBezTo>
                  <a:cubicBezTo>
                    <a:pt x="1210" y="1227"/>
                    <a:pt x="1213" y="1224"/>
                    <a:pt x="1216" y="1222"/>
                  </a:cubicBezTo>
                  <a:cubicBezTo>
                    <a:pt x="1216" y="1219"/>
                    <a:pt x="1215" y="1219"/>
                    <a:pt x="1215" y="1216"/>
                  </a:cubicBezTo>
                  <a:cubicBezTo>
                    <a:pt x="1221" y="1213"/>
                    <a:pt x="1226" y="1209"/>
                    <a:pt x="1228" y="1202"/>
                  </a:cubicBezTo>
                  <a:cubicBezTo>
                    <a:pt x="1231" y="1202"/>
                    <a:pt x="1232" y="1200"/>
                    <a:pt x="1236" y="1200"/>
                  </a:cubicBezTo>
                  <a:cubicBezTo>
                    <a:pt x="1244" y="1193"/>
                    <a:pt x="1246" y="1183"/>
                    <a:pt x="1253" y="1175"/>
                  </a:cubicBezTo>
                  <a:cubicBezTo>
                    <a:pt x="1257" y="1170"/>
                    <a:pt x="1264" y="1167"/>
                    <a:pt x="1267" y="1163"/>
                  </a:cubicBezTo>
                  <a:cubicBezTo>
                    <a:pt x="1269" y="1160"/>
                    <a:pt x="1269" y="1157"/>
                    <a:pt x="1271" y="1154"/>
                  </a:cubicBezTo>
                  <a:cubicBezTo>
                    <a:pt x="1273" y="1152"/>
                    <a:pt x="1276" y="1151"/>
                    <a:pt x="1278" y="1149"/>
                  </a:cubicBezTo>
                  <a:cubicBezTo>
                    <a:pt x="1304" y="1121"/>
                    <a:pt x="1338" y="1099"/>
                    <a:pt x="1353" y="1061"/>
                  </a:cubicBezTo>
                  <a:cubicBezTo>
                    <a:pt x="1355" y="1054"/>
                    <a:pt x="1362" y="1049"/>
                    <a:pt x="1365" y="1042"/>
                  </a:cubicBezTo>
                  <a:cubicBezTo>
                    <a:pt x="1368" y="1037"/>
                    <a:pt x="1367" y="1031"/>
                    <a:pt x="1368" y="1025"/>
                  </a:cubicBezTo>
                  <a:cubicBezTo>
                    <a:pt x="1369" y="1021"/>
                    <a:pt x="1376" y="1015"/>
                    <a:pt x="1378" y="1007"/>
                  </a:cubicBezTo>
                  <a:cubicBezTo>
                    <a:pt x="1381" y="995"/>
                    <a:pt x="1382" y="986"/>
                    <a:pt x="1388" y="981"/>
                  </a:cubicBezTo>
                  <a:cubicBezTo>
                    <a:pt x="1388" y="974"/>
                    <a:pt x="1389" y="967"/>
                    <a:pt x="1387" y="961"/>
                  </a:cubicBezTo>
                  <a:cubicBezTo>
                    <a:pt x="1388" y="958"/>
                    <a:pt x="1391" y="958"/>
                    <a:pt x="1391" y="954"/>
                  </a:cubicBezTo>
                  <a:cubicBezTo>
                    <a:pt x="1390" y="946"/>
                    <a:pt x="1389" y="937"/>
                    <a:pt x="1392" y="931"/>
                  </a:cubicBezTo>
                  <a:cubicBezTo>
                    <a:pt x="1391" y="931"/>
                    <a:pt x="1390" y="930"/>
                    <a:pt x="1389" y="928"/>
                  </a:cubicBezTo>
                  <a:cubicBezTo>
                    <a:pt x="1386" y="928"/>
                    <a:pt x="1385" y="929"/>
                    <a:pt x="1382" y="929"/>
                  </a:cubicBezTo>
                  <a:cubicBezTo>
                    <a:pt x="1378" y="948"/>
                    <a:pt x="1351" y="944"/>
                    <a:pt x="1341" y="956"/>
                  </a:cubicBezTo>
                  <a:cubicBezTo>
                    <a:pt x="1338" y="957"/>
                    <a:pt x="1339" y="954"/>
                    <a:pt x="1336" y="954"/>
                  </a:cubicBezTo>
                  <a:cubicBezTo>
                    <a:pt x="1329" y="958"/>
                    <a:pt x="1326" y="965"/>
                    <a:pt x="1319" y="969"/>
                  </a:cubicBezTo>
                  <a:cubicBezTo>
                    <a:pt x="1316" y="968"/>
                    <a:pt x="1315" y="966"/>
                    <a:pt x="1311" y="967"/>
                  </a:cubicBezTo>
                  <a:cubicBezTo>
                    <a:pt x="1301" y="972"/>
                    <a:pt x="1295" y="982"/>
                    <a:pt x="1282" y="979"/>
                  </a:cubicBezTo>
                  <a:cubicBezTo>
                    <a:pt x="1273" y="977"/>
                    <a:pt x="1270" y="964"/>
                    <a:pt x="1261" y="963"/>
                  </a:cubicBezTo>
                  <a:cubicBezTo>
                    <a:pt x="1271" y="953"/>
                    <a:pt x="1263" y="938"/>
                    <a:pt x="1248" y="938"/>
                  </a:cubicBezTo>
                  <a:cubicBezTo>
                    <a:pt x="1248" y="935"/>
                    <a:pt x="1247" y="932"/>
                    <a:pt x="1245" y="929"/>
                  </a:cubicBezTo>
                  <a:cubicBezTo>
                    <a:pt x="1239" y="930"/>
                    <a:pt x="1236" y="927"/>
                    <a:pt x="1232" y="925"/>
                  </a:cubicBezTo>
                  <a:cubicBezTo>
                    <a:pt x="1230" y="922"/>
                    <a:pt x="1230" y="916"/>
                    <a:pt x="1227" y="914"/>
                  </a:cubicBezTo>
                  <a:cubicBezTo>
                    <a:pt x="1224" y="912"/>
                    <a:pt x="1222" y="913"/>
                    <a:pt x="1218" y="914"/>
                  </a:cubicBezTo>
                  <a:cubicBezTo>
                    <a:pt x="1216" y="913"/>
                    <a:pt x="1214" y="910"/>
                    <a:pt x="1211" y="909"/>
                  </a:cubicBezTo>
                  <a:cubicBezTo>
                    <a:pt x="1200" y="909"/>
                    <a:pt x="1191" y="903"/>
                    <a:pt x="1188" y="894"/>
                  </a:cubicBezTo>
                  <a:cubicBezTo>
                    <a:pt x="1186" y="888"/>
                    <a:pt x="1188" y="882"/>
                    <a:pt x="1186" y="877"/>
                  </a:cubicBezTo>
                  <a:cubicBezTo>
                    <a:pt x="1181" y="865"/>
                    <a:pt x="1173" y="858"/>
                    <a:pt x="1162" y="853"/>
                  </a:cubicBezTo>
                  <a:cubicBezTo>
                    <a:pt x="1161" y="852"/>
                    <a:pt x="1162" y="848"/>
                    <a:pt x="1159" y="849"/>
                  </a:cubicBezTo>
                  <a:cubicBezTo>
                    <a:pt x="1156" y="846"/>
                    <a:pt x="1152" y="850"/>
                    <a:pt x="1149" y="848"/>
                  </a:cubicBezTo>
                  <a:cubicBezTo>
                    <a:pt x="1149" y="833"/>
                    <a:pt x="1138" y="819"/>
                    <a:pt x="1142" y="805"/>
                  </a:cubicBezTo>
                  <a:cubicBezTo>
                    <a:pt x="1140" y="802"/>
                    <a:pt x="1136" y="801"/>
                    <a:pt x="1135" y="797"/>
                  </a:cubicBezTo>
                  <a:cubicBezTo>
                    <a:pt x="1135" y="784"/>
                    <a:pt x="1124" y="781"/>
                    <a:pt x="1114" y="778"/>
                  </a:cubicBezTo>
                  <a:cubicBezTo>
                    <a:pt x="1108" y="772"/>
                    <a:pt x="1104" y="760"/>
                    <a:pt x="1106" y="753"/>
                  </a:cubicBezTo>
                  <a:cubicBezTo>
                    <a:pt x="1094" y="749"/>
                    <a:pt x="1092" y="733"/>
                    <a:pt x="1084" y="723"/>
                  </a:cubicBezTo>
                  <a:cubicBezTo>
                    <a:pt x="1080" y="718"/>
                    <a:pt x="1074" y="715"/>
                    <a:pt x="1072" y="709"/>
                  </a:cubicBezTo>
                  <a:cubicBezTo>
                    <a:pt x="1070" y="706"/>
                    <a:pt x="1071" y="703"/>
                    <a:pt x="1070" y="700"/>
                  </a:cubicBezTo>
                  <a:cubicBezTo>
                    <a:pt x="1067" y="695"/>
                    <a:pt x="1059" y="696"/>
                    <a:pt x="1060" y="689"/>
                  </a:cubicBezTo>
                  <a:cubicBezTo>
                    <a:pt x="1064" y="692"/>
                    <a:pt x="1066" y="696"/>
                    <a:pt x="1074" y="695"/>
                  </a:cubicBezTo>
                  <a:cubicBezTo>
                    <a:pt x="1075" y="687"/>
                    <a:pt x="1067" y="675"/>
                    <a:pt x="1074" y="670"/>
                  </a:cubicBezTo>
                  <a:cubicBezTo>
                    <a:pt x="1074" y="687"/>
                    <a:pt x="1082" y="694"/>
                    <a:pt x="1096" y="697"/>
                  </a:cubicBezTo>
                  <a:cubicBezTo>
                    <a:pt x="1099" y="702"/>
                    <a:pt x="1101" y="710"/>
                    <a:pt x="1106" y="715"/>
                  </a:cubicBezTo>
                  <a:cubicBezTo>
                    <a:pt x="1111" y="721"/>
                    <a:pt x="1117" y="722"/>
                    <a:pt x="1122" y="726"/>
                  </a:cubicBezTo>
                  <a:cubicBezTo>
                    <a:pt x="1127" y="731"/>
                    <a:pt x="1127" y="739"/>
                    <a:pt x="1131" y="746"/>
                  </a:cubicBezTo>
                  <a:cubicBezTo>
                    <a:pt x="1136" y="754"/>
                    <a:pt x="1143" y="749"/>
                    <a:pt x="1150" y="751"/>
                  </a:cubicBezTo>
                  <a:cubicBezTo>
                    <a:pt x="1174" y="756"/>
                    <a:pt x="1166" y="802"/>
                    <a:pt x="1188" y="811"/>
                  </a:cubicBezTo>
                  <a:cubicBezTo>
                    <a:pt x="1191" y="811"/>
                    <a:pt x="1193" y="810"/>
                    <a:pt x="1197" y="810"/>
                  </a:cubicBezTo>
                  <a:cubicBezTo>
                    <a:pt x="1201" y="812"/>
                    <a:pt x="1206" y="818"/>
                    <a:pt x="1210" y="823"/>
                  </a:cubicBezTo>
                  <a:cubicBezTo>
                    <a:pt x="1215" y="829"/>
                    <a:pt x="1221" y="838"/>
                    <a:pt x="1228" y="847"/>
                  </a:cubicBezTo>
                  <a:cubicBezTo>
                    <a:pt x="1240" y="860"/>
                    <a:pt x="1255" y="866"/>
                    <a:pt x="1246" y="889"/>
                  </a:cubicBezTo>
                  <a:cubicBezTo>
                    <a:pt x="1256" y="893"/>
                    <a:pt x="1257" y="910"/>
                    <a:pt x="1254" y="923"/>
                  </a:cubicBezTo>
                  <a:cubicBezTo>
                    <a:pt x="1259" y="927"/>
                    <a:pt x="1264" y="932"/>
                    <a:pt x="1267" y="938"/>
                  </a:cubicBezTo>
                  <a:cubicBezTo>
                    <a:pt x="1274" y="939"/>
                    <a:pt x="1283" y="939"/>
                    <a:pt x="1289" y="935"/>
                  </a:cubicBezTo>
                  <a:cubicBezTo>
                    <a:pt x="1293" y="931"/>
                    <a:pt x="1293" y="921"/>
                    <a:pt x="1299" y="921"/>
                  </a:cubicBezTo>
                  <a:cubicBezTo>
                    <a:pt x="1311" y="920"/>
                    <a:pt x="1318" y="917"/>
                    <a:pt x="1325" y="914"/>
                  </a:cubicBezTo>
                  <a:cubicBezTo>
                    <a:pt x="1329" y="912"/>
                    <a:pt x="1333" y="912"/>
                    <a:pt x="1336" y="911"/>
                  </a:cubicBezTo>
                  <a:cubicBezTo>
                    <a:pt x="1340" y="908"/>
                    <a:pt x="1343" y="900"/>
                    <a:pt x="1348" y="895"/>
                  </a:cubicBezTo>
                  <a:cubicBezTo>
                    <a:pt x="1356" y="887"/>
                    <a:pt x="1362" y="882"/>
                    <a:pt x="1370" y="875"/>
                  </a:cubicBezTo>
                  <a:cubicBezTo>
                    <a:pt x="1377" y="868"/>
                    <a:pt x="1382" y="864"/>
                    <a:pt x="1393" y="863"/>
                  </a:cubicBezTo>
                  <a:cubicBezTo>
                    <a:pt x="1396" y="838"/>
                    <a:pt x="1419" y="832"/>
                    <a:pt x="1434" y="818"/>
                  </a:cubicBezTo>
                  <a:cubicBezTo>
                    <a:pt x="1434" y="814"/>
                    <a:pt x="1433" y="812"/>
                    <a:pt x="1433" y="808"/>
                  </a:cubicBezTo>
                  <a:cubicBezTo>
                    <a:pt x="1439" y="803"/>
                    <a:pt x="1449" y="801"/>
                    <a:pt x="1447" y="788"/>
                  </a:cubicBezTo>
                  <a:cubicBezTo>
                    <a:pt x="1455" y="782"/>
                    <a:pt x="1457" y="771"/>
                    <a:pt x="1455" y="757"/>
                  </a:cubicBezTo>
                  <a:cubicBezTo>
                    <a:pt x="1459" y="758"/>
                    <a:pt x="1461" y="756"/>
                    <a:pt x="1463" y="755"/>
                  </a:cubicBezTo>
                  <a:cubicBezTo>
                    <a:pt x="1460" y="738"/>
                    <a:pt x="1475" y="729"/>
                    <a:pt x="1466" y="712"/>
                  </a:cubicBezTo>
                  <a:cubicBezTo>
                    <a:pt x="1457" y="713"/>
                    <a:pt x="1454" y="700"/>
                    <a:pt x="1447" y="697"/>
                  </a:cubicBezTo>
                  <a:cubicBezTo>
                    <a:pt x="1437" y="692"/>
                    <a:pt x="1426" y="699"/>
                    <a:pt x="1417" y="693"/>
                  </a:cubicBezTo>
                  <a:cubicBezTo>
                    <a:pt x="1406" y="686"/>
                    <a:pt x="1409" y="668"/>
                    <a:pt x="1401" y="658"/>
                  </a:cubicBezTo>
                  <a:cubicBezTo>
                    <a:pt x="1400" y="677"/>
                    <a:pt x="1385" y="685"/>
                    <a:pt x="1387" y="706"/>
                  </a:cubicBezTo>
                  <a:cubicBezTo>
                    <a:pt x="1381" y="709"/>
                    <a:pt x="1377" y="706"/>
                    <a:pt x="1370" y="707"/>
                  </a:cubicBezTo>
                  <a:cubicBezTo>
                    <a:pt x="1365" y="709"/>
                    <a:pt x="1362" y="716"/>
                    <a:pt x="1358" y="715"/>
                  </a:cubicBezTo>
                  <a:cubicBezTo>
                    <a:pt x="1340" y="714"/>
                    <a:pt x="1363" y="674"/>
                    <a:pt x="1338" y="679"/>
                  </a:cubicBezTo>
                  <a:cubicBezTo>
                    <a:pt x="1335" y="685"/>
                    <a:pt x="1344" y="697"/>
                    <a:pt x="1338" y="703"/>
                  </a:cubicBezTo>
                  <a:cubicBezTo>
                    <a:pt x="1334" y="690"/>
                    <a:pt x="1318" y="689"/>
                    <a:pt x="1317" y="673"/>
                  </a:cubicBezTo>
                  <a:cubicBezTo>
                    <a:pt x="1310" y="669"/>
                    <a:pt x="1298" y="668"/>
                    <a:pt x="1298" y="657"/>
                  </a:cubicBezTo>
                  <a:cubicBezTo>
                    <a:pt x="1293" y="654"/>
                    <a:pt x="1290" y="651"/>
                    <a:pt x="1289" y="645"/>
                  </a:cubicBezTo>
                  <a:cubicBezTo>
                    <a:pt x="1284" y="643"/>
                    <a:pt x="1278" y="641"/>
                    <a:pt x="1277" y="635"/>
                  </a:cubicBezTo>
                  <a:cubicBezTo>
                    <a:pt x="1278" y="634"/>
                    <a:pt x="1283" y="635"/>
                    <a:pt x="1285" y="634"/>
                  </a:cubicBezTo>
                  <a:cubicBezTo>
                    <a:pt x="1285" y="627"/>
                    <a:pt x="1285" y="627"/>
                    <a:pt x="1285" y="627"/>
                  </a:cubicBezTo>
                  <a:cubicBezTo>
                    <a:pt x="1290" y="627"/>
                    <a:pt x="1290" y="627"/>
                    <a:pt x="1290" y="627"/>
                  </a:cubicBezTo>
                  <a:cubicBezTo>
                    <a:pt x="1288" y="610"/>
                    <a:pt x="1299" y="620"/>
                    <a:pt x="1306" y="626"/>
                  </a:cubicBezTo>
                  <a:cubicBezTo>
                    <a:pt x="1316" y="635"/>
                    <a:pt x="1327" y="651"/>
                    <a:pt x="1336" y="657"/>
                  </a:cubicBezTo>
                  <a:cubicBezTo>
                    <a:pt x="1352" y="644"/>
                    <a:pt x="1362" y="667"/>
                    <a:pt x="1380" y="666"/>
                  </a:cubicBezTo>
                  <a:cubicBezTo>
                    <a:pt x="1388" y="661"/>
                    <a:pt x="1393" y="652"/>
                    <a:pt x="1401" y="647"/>
                  </a:cubicBezTo>
                  <a:cubicBezTo>
                    <a:pt x="1408" y="652"/>
                    <a:pt x="1412" y="659"/>
                    <a:pt x="1416" y="666"/>
                  </a:cubicBezTo>
                  <a:cubicBezTo>
                    <a:pt x="1429" y="670"/>
                    <a:pt x="1436" y="663"/>
                    <a:pt x="1448" y="668"/>
                  </a:cubicBezTo>
                  <a:cubicBezTo>
                    <a:pt x="1451" y="668"/>
                    <a:pt x="1450" y="664"/>
                    <a:pt x="1455" y="665"/>
                  </a:cubicBezTo>
                  <a:cubicBezTo>
                    <a:pt x="1464" y="670"/>
                    <a:pt x="1468" y="663"/>
                    <a:pt x="1474" y="659"/>
                  </a:cubicBezTo>
                  <a:cubicBezTo>
                    <a:pt x="1479" y="657"/>
                    <a:pt x="1486" y="658"/>
                    <a:pt x="1486" y="652"/>
                  </a:cubicBezTo>
                  <a:cubicBezTo>
                    <a:pt x="1495" y="653"/>
                    <a:pt x="1501" y="644"/>
                    <a:pt x="1508" y="640"/>
                  </a:cubicBezTo>
                  <a:cubicBezTo>
                    <a:pt x="1514" y="642"/>
                    <a:pt x="1516" y="648"/>
                    <a:pt x="1519" y="653"/>
                  </a:cubicBezTo>
                  <a:cubicBezTo>
                    <a:pt x="1523" y="653"/>
                    <a:pt x="1526" y="651"/>
                    <a:pt x="1531" y="652"/>
                  </a:cubicBezTo>
                  <a:cubicBezTo>
                    <a:pt x="1532" y="655"/>
                    <a:pt x="1535" y="657"/>
                    <a:pt x="1536" y="659"/>
                  </a:cubicBezTo>
                  <a:cubicBezTo>
                    <a:pt x="1539" y="659"/>
                    <a:pt x="1541" y="658"/>
                    <a:pt x="1544" y="659"/>
                  </a:cubicBezTo>
                  <a:cubicBezTo>
                    <a:pt x="1545" y="662"/>
                    <a:pt x="1546" y="664"/>
                    <a:pt x="1547" y="667"/>
                  </a:cubicBezTo>
                  <a:cubicBezTo>
                    <a:pt x="1555" y="671"/>
                    <a:pt x="1559" y="664"/>
                    <a:pt x="1562" y="659"/>
                  </a:cubicBezTo>
                  <a:cubicBezTo>
                    <a:pt x="1566" y="671"/>
                    <a:pt x="1552" y="672"/>
                    <a:pt x="1553" y="682"/>
                  </a:cubicBezTo>
                  <a:cubicBezTo>
                    <a:pt x="1553" y="687"/>
                    <a:pt x="1566" y="695"/>
                    <a:pt x="1571" y="697"/>
                  </a:cubicBezTo>
                  <a:cubicBezTo>
                    <a:pt x="1592" y="705"/>
                    <a:pt x="1580" y="671"/>
                    <a:pt x="1586" y="661"/>
                  </a:cubicBezTo>
                  <a:cubicBezTo>
                    <a:pt x="1587" y="667"/>
                    <a:pt x="1585" y="672"/>
                    <a:pt x="1585" y="677"/>
                  </a:cubicBezTo>
                  <a:cubicBezTo>
                    <a:pt x="1587" y="680"/>
                    <a:pt x="1590" y="681"/>
                    <a:pt x="1592" y="683"/>
                  </a:cubicBezTo>
                  <a:cubicBezTo>
                    <a:pt x="1595" y="712"/>
                    <a:pt x="1602" y="735"/>
                    <a:pt x="1614" y="755"/>
                  </a:cubicBezTo>
                  <a:cubicBezTo>
                    <a:pt x="1614" y="758"/>
                    <a:pt x="1614" y="760"/>
                    <a:pt x="1615" y="762"/>
                  </a:cubicBezTo>
                  <a:cubicBezTo>
                    <a:pt x="1616" y="764"/>
                    <a:pt x="1619" y="763"/>
                    <a:pt x="1621" y="765"/>
                  </a:cubicBezTo>
                  <a:cubicBezTo>
                    <a:pt x="1621" y="772"/>
                    <a:pt x="1625" y="776"/>
                    <a:pt x="1629" y="779"/>
                  </a:cubicBezTo>
                  <a:cubicBezTo>
                    <a:pt x="1628" y="802"/>
                    <a:pt x="1645" y="814"/>
                    <a:pt x="1647" y="830"/>
                  </a:cubicBezTo>
                  <a:cubicBezTo>
                    <a:pt x="1648" y="844"/>
                    <a:pt x="1651" y="853"/>
                    <a:pt x="1658" y="862"/>
                  </a:cubicBezTo>
                  <a:cubicBezTo>
                    <a:pt x="1663" y="856"/>
                    <a:pt x="1660" y="849"/>
                    <a:pt x="1661" y="842"/>
                  </a:cubicBezTo>
                  <a:cubicBezTo>
                    <a:pt x="1662" y="838"/>
                    <a:pt x="1665" y="835"/>
                    <a:pt x="1666" y="831"/>
                  </a:cubicBezTo>
                  <a:cubicBezTo>
                    <a:pt x="1666" y="830"/>
                    <a:pt x="1665" y="827"/>
                    <a:pt x="1665" y="825"/>
                  </a:cubicBezTo>
                  <a:cubicBezTo>
                    <a:pt x="1665" y="820"/>
                    <a:pt x="1669" y="814"/>
                    <a:pt x="1669" y="810"/>
                  </a:cubicBezTo>
                  <a:cubicBezTo>
                    <a:pt x="1669" y="804"/>
                    <a:pt x="1665" y="794"/>
                    <a:pt x="1664" y="783"/>
                  </a:cubicBezTo>
                  <a:close/>
                  <a:moveTo>
                    <a:pt x="911" y="465"/>
                  </a:moveTo>
                  <a:cubicBezTo>
                    <a:pt x="918" y="465"/>
                    <a:pt x="918" y="465"/>
                    <a:pt x="918" y="465"/>
                  </a:cubicBezTo>
                  <a:cubicBezTo>
                    <a:pt x="918" y="468"/>
                    <a:pt x="910" y="471"/>
                    <a:pt x="911" y="465"/>
                  </a:cubicBezTo>
                  <a:close/>
                  <a:moveTo>
                    <a:pt x="923" y="465"/>
                  </a:moveTo>
                  <a:cubicBezTo>
                    <a:pt x="924" y="455"/>
                    <a:pt x="940" y="454"/>
                    <a:pt x="947" y="459"/>
                  </a:cubicBezTo>
                  <a:cubicBezTo>
                    <a:pt x="947" y="468"/>
                    <a:pt x="931" y="466"/>
                    <a:pt x="923" y="465"/>
                  </a:cubicBezTo>
                  <a:close/>
                  <a:moveTo>
                    <a:pt x="1059" y="449"/>
                  </a:moveTo>
                  <a:cubicBezTo>
                    <a:pt x="1056" y="449"/>
                    <a:pt x="1055" y="446"/>
                    <a:pt x="1052" y="444"/>
                  </a:cubicBezTo>
                  <a:cubicBezTo>
                    <a:pt x="1049" y="444"/>
                    <a:pt x="1048" y="446"/>
                    <a:pt x="1045" y="445"/>
                  </a:cubicBezTo>
                  <a:cubicBezTo>
                    <a:pt x="1041" y="445"/>
                    <a:pt x="1041" y="441"/>
                    <a:pt x="1038" y="440"/>
                  </a:cubicBezTo>
                  <a:cubicBezTo>
                    <a:pt x="1035" y="439"/>
                    <a:pt x="1033" y="441"/>
                    <a:pt x="1030" y="442"/>
                  </a:cubicBezTo>
                  <a:cubicBezTo>
                    <a:pt x="1026" y="440"/>
                    <a:pt x="1024" y="437"/>
                    <a:pt x="1021" y="435"/>
                  </a:cubicBezTo>
                  <a:cubicBezTo>
                    <a:pt x="1015" y="442"/>
                    <a:pt x="1008" y="436"/>
                    <a:pt x="1001" y="437"/>
                  </a:cubicBezTo>
                  <a:cubicBezTo>
                    <a:pt x="990" y="438"/>
                    <a:pt x="981" y="446"/>
                    <a:pt x="976" y="453"/>
                  </a:cubicBezTo>
                  <a:cubicBezTo>
                    <a:pt x="959" y="454"/>
                    <a:pt x="951" y="450"/>
                    <a:pt x="934" y="450"/>
                  </a:cubicBezTo>
                  <a:cubicBezTo>
                    <a:pt x="931" y="445"/>
                    <a:pt x="929" y="437"/>
                    <a:pt x="924" y="433"/>
                  </a:cubicBezTo>
                  <a:cubicBezTo>
                    <a:pt x="925" y="429"/>
                    <a:pt x="927" y="425"/>
                    <a:pt x="925" y="420"/>
                  </a:cubicBezTo>
                  <a:cubicBezTo>
                    <a:pt x="927" y="419"/>
                    <a:pt x="929" y="418"/>
                    <a:pt x="932" y="419"/>
                  </a:cubicBezTo>
                  <a:cubicBezTo>
                    <a:pt x="930" y="406"/>
                    <a:pt x="932" y="395"/>
                    <a:pt x="944" y="395"/>
                  </a:cubicBezTo>
                  <a:cubicBezTo>
                    <a:pt x="945" y="389"/>
                    <a:pt x="942" y="388"/>
                    <a:pt x="942" y="383"/>
                  </a:cubicBezTo>
                  <a:cubicBezTo>
                    <a:pt x="950" y="377"/>
                    <a:pt x="951" y="363"/>
                    <a:pt x="968" y="365"/>
                  </a:cubicBezTo>
                  <a:cubicBezTo>
                    <a:pt x="971" y="368"/>
                    <a:pt x="966" y="366"/>
                    <a:pt x="966" y="370"/>
                  </a:cubicBezTo>
                  <a:cubicBezTo>
                    <a:pt x="971" y="376"/>
                    <a:pt x="981" y="370"/>
                    <a:pt x="987" y="374"/>
                  </a:cubicBezTo>
                  <a:cubicBezTo>
                    <a:pt x="985" y="379"/>
                    <a:pt x="979" y="379"/>
                    <a:pt x="978" y="384"/>
                  </a:cubicBezTo>
                  <a:cubicBezTo>
                    <a:pt x="982" y="386"/>
                    <a:pt x="988" y="386"/>
                    <a:pt x="991" y="389"/>
                  </a:cubicBezTo>
                  <a:cubicBezTo>
                    <a:pt x="991" y="392"/>
                    <a:pt x="990" y="396"/>
                    <a:pt x="992" y="397"/>
                  </a:cubicBezTo>
                  <a:cubicBezTo>
                    <a:pt x="993" y="399"/>
                    <a:pt x="996" y="398"/>
                    <a:pt x="998" y="399"/>
                  </a:cubicBezTo>
                  <a:cubicBezTo>
                    <a:pt x="1001" y="393"/>
                    <a:pt x="1013" y="396"/>
                    <a:pt x="1014" y="387"/>
                  </a:cubicBezTo>
                  <a:cubicBezTo>
                    <a:pt x="1016" y="388"/>
                    <a:pt x="1019" y="389"/>
                    <a:pt x="1023" y="389"/>
                  </a:cubicBezTo>
                  <a:cubicBezTo>
                    <a:pt x="1025" y="388"/>
                    <a:pt x="1025" y="384"/>
                    <a:pt x="1027" y="382"/>
                  </a:cubicBezTo>
                  <a:cubicBezTo>
                    <a:pt x="1017" y="381"/>
                    <a:pt x="1005" y="384"/>
                    <a:pt x="999" y="373"/>
                  </a:cubicBezTo>
                  <a:cubicBezTo>
                    <a:pt x="1005" y="364"/>
                    <a:pt x="1021" y="365"/>
                    <a:pt x="1027" y="356"/>
                  </a:cubicBezTo>
                  <a:cubicBezTo>
                    <a:pt x="1035" y="358"/>
                    <a:pt x="1039" y="350"/>
                    <a:pt x="1047" y="353"/>
                  </a:cubicBezTo>
                  <a:cubicBezTo>
                    <a:pt x="1045" y="358"/>
                    <a:pt x="1040" y="360"/>
                    <a:pt x="1035" y="362"/>
                  </a:cubicBezTo>
                  <a:cubicBezTo>
                    <a:pt x="1036" y="366"/>
                    <a:pt x="1039" y="366"/>
                    <a:pt x="1042" y="368"/>
                  </a:cubicBezTo>
                  <a:cubicBezTo>
                    <a:pt x="1038" y="370"/>
                    <a:pt x="1040" y="378"/>
                    <a:pt x="1037" y="382"/>
                  </a:cubicBezTo>
                  <a:cubicBezTo>
                    <a:pt x="1033" y="383"/>
                    <a:pt x="1033" y="379"/>
                    <a:pt x="1029" y="380"/>
                  </a:cubicBezTo>
                  <a:cubicBezTo>
                    <a:pt x="1029" y="388"/>
                    <a:pt x="1037" y="388"/>
                    <a:pt x="1040" y="393"/>
                  </a:cubicBezTo>
                  <a:cubicBezTo>
                    <a:pt x="1049" y="391"/>
                    <a:pt x="1049" y="398"/>
                    <a:pt x="1058" y="396"/>
                  </a:cubicBezTo>
                  <a:cubicBezTo>
                    <a:pt x="1067" y="408"/>
                    <a:pt x="1087" y="411"/>
                    <a:pt x="1099" y="418"/>
                  </a:cubicBezTo>
                  <a:cubicBezTo>
                    <a:pt x="1105" y="421"/>
                    <a:pt x="1106" y="431"/>
                    <a:pt x="1112" y="436"/>
                  </a:cubicBezTo>
                  <a:cubicBezTo>
                    <a:pt x="1106" y="454"/>
                    <a:pt x="1075" y="450"/>
                    <a:pt x="1059" y="449"/>
                  </a:cubicBezTo>
                  <a:close/>
                  <a:moveTo>
                    <a:pt x="1104" y="91"/>
                  </a:moveTo>
                  <a:cubicBezTo>
                    <a:pt x="1108" y="89"/>
                    <a:pt x="1112" y="93"/>
                    <a:pt x="1115" y="94"/>
                  </a:cubicBezTo>
                  <a:cubicBezTo>
                    <a:pt x="1112" y="96"/>
                    <a:pt x="1108" y="92"/>
                    <a:pt x="1104" y="91"/>
                  </a:cubicBezTo>
                  <a:close/>
                  <a:moveTo>
                    <a:pt x="215" y="250"/>
                  </a:moveTo>
                  <a:cubicBezTo>
                    <a:pt x="215" y="251"/>
                    <a:pt x="214" y="252"/>
                    <a:pt x="215" y="252"/>
                  </a:cubicBezTo>
                  <a:cubicBezTo>
                    <a:pt x="217" y="250"/>
                    <a:pt x="221" y="244"/>
                    <a:pt x="217" y="245"/>
                  </a:cubicBezTo>
                  <a:cubicBezTo>
                    <a:pt x="222" y="239"/>
                    <a:pt x="233" y="233"/>
                    <a:pt x="233" y="227"/>
                  </a:cubicBezTo>
                  <a:cubicBezTo>
                    <a:pt x="238" y="227"/>
                    <a:pt x="246" y="222"/>
                    <a:pt x="248" y="214"/>
                  </a:cubicBezTo>
                  <a:cubicBezTo>
                    <a:pt x="246" y="214"/>
                    <a:pt x="243" y="217"/>
                    <a:pt x="242" y="215"/>
                  </a:cubicBezTo>
                  <a:cubicBezTo>
                    <a:pt x="248" y="212"/>
                    <a:pt x="251" y="208"/>
                    <a:pt x="258" y="206"/>
                  </a:cubicBezTo>
                  <a:cubicBezTo>
                    <a:pt x="260" y="209"/>
                    <a:pt x="257" y="213"/>
                    <a:pt x="257" y="216"/>
                  </a:cubicBezTo>
                  <a:cubicBezTo>
                    <a:pt x="262" y="217"/>
                    <a:pt x="268" y="210"/>
                    <a:pt x="274" y="208"/>
                  </a:cubicBezTo>
                  <a:cubicBezTo>
                    <a:pt x="277" y="207"/>
                    <a:pt x="283" y="209"/>
                    <a:pt x="287" y="206"/>
                  </a:cubicBezTo>
                  <a:cubicBezTo>
                    <a:pt x="288" y="206"/>
                    <a:pt x="290" y="202"/>
                    <a:pt x="292" y="201"/>
                  </a:cubicBezTo>
                  <a:cubicBezTo>
                    <a:pt x="297" y="196"/>
                    <a:pt x="310" y="191"/>
                    <a:pt x="305" y="187"/>
                  </a:cubicBezTo>
                  <a:cubicBezTo>
                    <a:pt x="309" y="187"/>
                    <a:pt x="308" y="182"/>
                    <a:pt x="311" y="180"/>
                  </a:cubicBezTo>
                  <a:cubicBezTo>
                    <a:pt x="313" y="181"/>
                    <a:pt x="313" y="182"/>
                    <a:pt x="314" y="181"/>
                  </a:cubicBezTo>
                  <a:cubicBezTo>
                    <a:pt x="323" y="157"/>
                    <a:pt x="359" y="143"/>
                    <a:pt x="376" y="124"/>
                  </a:cubicBezTo>
                  <a:cubicBezTo>
                    <a:pt x="369" y="128"/>
                    <a:pt x="360" y="131"/>
                    <a:pt x="353" y="134"/>
                  </a:cubicBezTo>
                  <a:cubicBezTo>
                    <a:pt x="361" y="124"/>
                    <a:pt x="378" y="117"/>
                    <a:pt x="387" y="108"/>
                  </a:cubicBezTo>
                  <a:cubicBezTo>
                    <a:pt x="396" y="101"/>
                    <a:pt x="401" y="100"/>
                    <a:pt x="400" y="94"/>
                  </a:cubicBezTo>
                  <a:cubicBezTo>
                    <a:pt x="322" y="137"/>
                    <a:pt x="252" y="193"/>
                    <a:pt x="200" y="258"/>
                  </a:cubicBezTo>
                  <a:cubicBezTo>
                    <a:pt x="202" y="257"/>
                    <a:pt x="206" y="253"/>
                    <a:pt x="208" y="254"/>
                  </a:cubicBezTo>
                  <a:cubicBezTo>
                    <a:pt x="203" y="260"/>
                    <a:pt x="192" y="264"/>
                    <a:pt x="192" y="271"/>
                  </a:cubicBezTo>
                  <a:cubicBezTo>
                    <a:pt x="194" y="265"/>
                    <a:pt x="199" y="268"/>
                    <a:pt x="203" y="266"/>
                  </a:cubicBezTo>
                  <a:cubicBezTo>
                    <a:pt x="210" y="262"/>
                    <a:pt x="210" y="255"/>
                    <a:pt x="215" y="250"/>
                  </a:cubicBezTo>
                  <a:close/>
                  <a:moveTo>
                    <a:pt x="63" y="1119"/>
                  </a:moveTo>
                  <a:cubicBezTo>
                    <a:pt x="63" y="1103"/>
                    <a:pt x="54" y="1079"/>
                    <a:pt x="50" y="1063"/>
                  </a:cubicBezTo>
                  <a:cubicBezTo>
                    <a:pt x="48" y="1055"/>
                    <a:pt x="40" y="1047"/>
                    <a:pt x="37" y="1040"/>
                  </a:cubicBezTo>
                  <a:cubicBezTo>
                    <a:pt x="33" y="1032"/>
                    <a:pt x="30" y="1023"/>
                    <a:pt x="27" y="1015"/>
                  </a:cubicBezTo>
                  <a:cubicBezTo>
                    <a:pt x="21" y="998"/>
                    <a:pt x="12" y="982"/>
                    <a:pt x="8" y="967"/>
                  </a:cubicBezTo>
                  <a:cubicBezTo>
                    <a:pt x="7" y="962"/>
                    <a:pt x="6" y="954"/>
                    <a:pt x="5" y="947"/>
                  </a:cubicBezTo>
                  <a:cubicBezTo>
                    <a:pt x="4" y="944"/>
                    <a:pt x="0" y="929"/>
                    <a:pt x="1" y="934"/>
                  </a:cubicBezTo>
                  <a:cubicBezTo>
                    <a:pt x="15" y="1040"/>
                    <a:pt x="48" y="1132"/>
                    <a:pt x="89" y="1208"/>
                  </a:cubicBezTo>
                  <a:cubicBezTo>
                    <a:pt x="80" y="1183"/>
                    <a:pt x="62" y="1159"/>
                    <a:pt x="61" y="1131"/>
                  </a:cubicBezTo>
                  <a:cubicBezTo>
                    <a:pt x="61" y="1127"/>
                    <a:pt x="63" y="1123"/>
                    <a:pt x="63" y="1119"/>
                  </a:cubicBezTo>
                  <a:close/>
                  <a:moveTo>
                    <a:pt x="585" y="5"/>
                  </a:moveTo>
                  <a:cubicBezTo>
                    <a:pt x="584" y="5"/>
                    <a:pt x="583" y="5"/>
                    <a:pt x="583" y="4"/>
                  </a:cubicBezTo>
                  <a:cubicBezTo>
                    <a:pt x="584" y="4"/>
                    <a:pt x="585" y="4"/>
                    <a:pt x="585" y="3"/>
                  </a:cubicBezTo>
                  <a:cubicBezTo>
                    <a:pt x="581" y="3"/>
                    <a:pt x="578" y="3"/>
                    <a:pt x="577" y="6"/>
                  </a:cubicBezTo>
                  <a:cubicBezTo>
                    <a:pt x="580" y="7"/>
                    <a:pt x="584" y="7"/>
                    <a:pt x="585" y="5"/>
                  </a:cubicBezTo>
                  <a:close/>
                </a:path>
              </a:pathLst>
            </a:custGeom>
            <a:solidFill>
              <a:srgbClr val="CF0101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428630" y="1393658"/>
            <a:ext cx="4597000" cy="2298700"/>
            <a:chOff x="1428630" y="1393658"/>
            <a:chExt cx="4597000" cy="2298700"/>
          </a:xfrm>
        </p:grpSpPr>
        <p:sp>
          <p:nvSpPr>
            <p:cNvPr id="9" name="Freeform 8"/>
            <p:cNvSpPr/>
            <p:nvPr/>
          </p:nvSpPr>
          <p:spPr bwMode="gray">
            <a:xfrm flipH="1">
              <a:off x="1428631" y="1393658"/>
              <a:ext cx="4588693" cy="2277031"/>
            </a:xfrm>
            <a:custGeom>
              <a:avLst/>
              <a:gdLst/>
              <a:ahLst/>
              <a:cxnLst/>
              <a:rect l="l" t="t" r="r" b="b"/>
              <a:pathLst>
                <a:path w="4176930" h="2058709">
                  <a:moveTo>
                    <a:pt x="0" y="0"/>
                  </a:moveTo>
                  <a:cubicBezTo>
                    <a:pt x="0" y="0"/>
                    <a:pt x="0" y="0"/>
                    <a:pt x="4176930" y="0"/>
                  </a:cubicBezTo>
                  <a:lnTo>
                    <a:pt x="4176930" y="2058709"/>
                  </a:lnTo>
                  <a:cubicBezTo>
                    <a:pt x="4176930" y="2058709"/>
                    <a:pt x="4176930" y="2058709"/>
                    <a:pt x="1079378" y="2058709"/>
                  </a:cubicBezTo>
                  <a:cubicBezTo>
                    <a:pt x="1078688" y="2046733"/>
                    <a:pt x="1077814" y="2034806"/>
                    <a:pt x="1075638" y="2023030"/>
                  </a:cubicBezTo>
                  <a:cubicBezTo>
                    <a:pt x="1075154" y="2002066"/>
                    <a:pt x="1073005" y="1981342"/>
                    <a:pt x="1069130" y="1960943"/>
                  </a:cubicBezTo>
                  <a:cubicBezTo>
                    <a:pt x="1068629" y="1954635"/>
                    <a:pt x="1067677" y="1948400"/>
                    <a:pt x="1066276" y="1942246"/>
                  </a:cubicBezTo>
                  <a:cubicBezTo>
                    <a:pt x="989069" y="1409541"/>
                    <a:pt x="545998" y="995728"/>
                    <a:pt x="0" y="963616"/>
                  </a:cubicBezTo>
                  <a:cubicBezTo>
                    <a:pt x="0" y="917052"/>
                    <a:pt x="0" y="73238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miter lim="800000"/>
            </a:ln>
            <a:effectLst/>
          </p:spPr>
          <p:txBody>
            <a:bodyPr lIns="128014" tIns="85343" rIns="128014" bIns="170686" anchor="b" anchorCtr="0"/>
            <a:lstStyle/>
            <a:p>
              <a:pPr lvl="0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黑体" pitchFamily="2" charset="-122"/>
              </a:endParaRPr>
            </a:p>
          </p:txBody>
        </p:sp>
        <p:sp>
          <p:nvSpPr>
            <p:cNvPr id="16" name="Rectangle 19"/>
            <p:cNvSpPr>
              <a:spLocks noChangeArrowheads="1"/>
            </p:cNvSpPr>
            <p:nvPr/>
          </p:nvSpPr>
          <p:spPr bwMode="gray">
            <a:xfrm>
              <a:off x="1428630" y="1393658"/>
              <a:ext cx="4597000" cy="398578"/>
            </a:xfrm>
            <a:prstGeom prst="rect">
              <a:avLst/>
            </a:prstGeom>
            <a:solidFill>
              <a:srgbClr val="CF0101"/>
            </a:solidFill>
            <a:ln w="12700">
              <a:noFill/>
              <a:round/>
            </a:ln>
            <a:effectLst/>
          </p:spPr>
          <p:txBody>
            <a:bodyPr wrap="none" lIns="108386" tIns="54194" rIns="108386" bIns="54194" anchor="ctr"/>
            <a:lstStyle/>
            <a:p>
              <a:pPr algn="l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虚拟入口构造</a:t>
              </a:r>
              <a:endParaRPr lang="de-DE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429265" y="1716238"/>
              <a:ext cx="3627755" cy="1976120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挑战：OpenHarmony 应用没有单一的 main 函数，而是由大量生命周期回调（如 onWindowStageCreate）和 UI 触发事件组成。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方案：HapFlow 自动构造一个虚拟的 HarmonyMain，按照组件生命周期顺序模拟调用，并处理多线程/异步回调的随机执行序列，确保污点传播路径的完整性。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74676" y="1393658"/>
            <a:ext cx="4588691" cy="2277031"/>
            <a:chOff x="6174676" y="1393658"/>
            <a:chExt cx="4588691" cy="2277031"/>
          </a:xfrm>
        </p:grpSpPr>
        <p:sp>
          <p:nvSpPr>
            <p:cNvPr id="12" name="Freeform 8"/>
            <p:cNvSpPr/>
            <p:nvPr/>
          </p:nvSpPr>
          <p:spPr bwMode="gray">
            <a:xfrm>
              <a:off x="6174676" y="1393658"/>
              <a:ext cx="4587671" cy="2277031"/>
            </a:xfrm>
            <a:custGeom>
              <a:avLst/>
              <a:gdLst/>
              <a:ahLst/>
              <a:cxnLst/>
              <a:rect l="l" t="t" r="r" b="b"/>
              <a:pathLst>
                <a:path w="4176930" h="2058709">
                  <a:moveTo>
                    <a:pt x="0" y="0"/>
                  </a:moveTo>
                  <a:cubicBezTo>
                    <a:pt x="0" y="0"/>
                    <a:pt x="0" y="0"/>
                    <a:pt x="4176930" y="0"/>
                  </a:cubicBezTo>
                  <a:lnTo>
                    <a:pt x="4176930" y="2058709"/>
                  </a:lnTo>
                  <a:cubicBezTo>
                    <a:pt x="4176930" y="2058709"/>
                    <a:pt x="4176930" y="2058709"/>
                    <a:pt x="1079378" y="2058709"/>
                  </a:cubicBezTo>
                  <a:cubicBezTo>
                    <a:pt x="1078688" y="2046733"/>
                    <a:pt x="1077814" y="2034806"/>
                    <a:pt x="1075638" y="2023030"/>
                  </a:cubicBezTo>
                  <a:cubicBezTo>
                    <a:pt x="1075154" y="2002066"/>
                    <a:pt x="1073005" y="1981342"/>
                    <a:pt x="1069130" y="1960943"/>
                  </a:cubicBezTo>
                  <a:cubicBezTo>
                    <a:pt x="1068629" y="1954635"/>
                    <a:pt x="1067677" y="1948400"/>
                    <a:pt x="1066276" y="1942246"/>
                  </a:cubicBezTo>
                  <a:cubicBezTo>
                    <a:pt x="989069" y="1409541"/>
                    <a:pt x="545998" y="995728"/>
                    <a:pt x="0" y="963616"/>
                  </a:cubicBezTo>
                  <a:cubicBezTo>
                    <a:pt x="0" y="917052"/>
                    <a:pt x="0" y="73238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miter lim="800000"/>
            </a:ln>
            <a:effectLst/>
          </p:spPr>
          <p:txBody>
            <a:bodyPr lIns="128014" tIns="85343" rIns="128014" bIns="170686" anchor="b" anchorCtr="0"/>
            <a:lstStyle/>
            <a:p>
              <a:pPr lvl="0"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黑体" pitchFamily="2" charset="-122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gray">
            <a:xfrm>
              <a:off x="6182982" y="1393658"/>
              <a:ext cx="4580385" cy="398578"/>
            </a:xfrm>
            <a:prstGeom prst="rect">
              <a:avLst/>
            </a:prstGeom>
            <a:solidFill>
              <a:srgbClr val="3E4150"/>
            </a:solidFill>
            <a:ln w="12700">
              <a:noFill/>
              <a:miter lim="800000"/>
            </a:ln>
            <a:effectLst/>
          </p:spPr>
          <p:txBody>
            <a:bodyPr lIns="128014" tIns="85343" rIns="128014" bIns="85343" anchor="ctr"/>
            <a:lstStyle/>
            <a:p>
              <a:pPr algn="l" defTabSz="949960" eaLnBrk="0" hangingPunct="0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闭包感知的</a:t>
              </a:r>
              <a:r>
                <a:rPr lang="en-US" altLang="zh-CN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IFDS 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分析</a:t>
              </a:r>
              <a:endParaRPr lang="zh-CN" altLang="en-US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217981" y="1716238"/>
              <a:ext cx="3463925" cy="1827530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挑战：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ArkTS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广泛使用闭包（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Closures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），导致传统的静态分析会丢失变量捕获信息。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方案：扩展了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ArkAnalyzer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的中间表示（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ArkIR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），显式编码闭包捕获语义。在跨函数分析时，通过特定的传播规则追踪闭包内部的污点流。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174677" y="3817953"/>
            <a:ext cx="4588693" cy="2831465"/>
            <a:chOff x="6174677" y="3817953"/>
            <a:chExt cx="4588693" cy="2831465"/>
          </a:xfrm>
        </p:grpSpPr>
        <p:sp>
          <p:nvSpPr>
            <p:cNvPr id="11" name="Freeform 10"/>
            <p:cNvSpPr/>
            <p:nvPr/>
          </p:nvSpPr>
          <p:spPr bwMode="gray">
            <a:xfrm>
              <a:off x="6174677" y="3817953"/>
              <a:ext cx="4588693" cy="2277031"/>
            </a:xfrm>
            <a:custGeom>
              <a:avLst/>
              <a:gdLst/>
              <a:ahLst/>
              <a:cxnLst>
                <a:cxn ang="0">
                  <a:pos x="0" y="453"/>
                </a:cxn>
                <a:cxn ang="0">
                  <a:pos x="0" y="864"/>
                </a:cxn>
                <a:cxn ang="0">
                  <a:pos x="1753" y="864"/>
                </a:cxn>
                <a:cxn ang="0">
                  <a:pos x="1753" y="0"/>
                </a:cxn>
                <a:cxn ang="0">
                  <a:pos x="453" y="0"/>
                </a:cxn>
                <a:cxn ang="0">
                  <a:pos x="0" y="453"/>
                </a:cxn>
              </a:cxnLst>
              <a:rect l="0" t="0" r="r" b="b"/>
              <a:pathLst>
                <a:path w="1753" h="864">
                  <a:moveTo>
                    <a:pt x="0" y="453"/>
                  </a:moveTo>
                  <a:cubicBezTo>
                    <a:pt x="0" y="864"/>
                    <a:pt x="0" y="864"/>
                    <a:pt x="0" y="864"/>
                  </a:cubicBezTo>
                  <a:cubicBezTo>
                    <a:pt x="1753" y="864"/>
                    <a:pt x="1753" y="864"/>
                    <a:pt x="1753" y="864"/>
                  </a:cubicBezTo>
                  <a:cubicBezTo>
                    <a:pt x="1753" y="0"/>
                    <a:pt x="1753" y="0"/>
                    <a:pt x="1753" y="0"/>
                  </a:cubicBezTo>
                  <a:cubicBezTo>
                    <a:pt x="453" y="0"/>
                    <a:pt x="453" y="0"/>
                    <a:pt x="453" y="0"/>
                  </a:cubicBezTo>
                  <a:cubicBezTo>
                    <a:pt x="439" y="243"/>
                    <a:pt x="244" y="438"/>
                    <a:pt x="0" y="453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miter lim="800000"/>
            </a:ln>
            <a:effectLst/>
          </p:spPr>
          <p:txBody>
            <a:bodyPr lIns="128014" tIns="170686" rIns="128014" bIns="170686" anchor="t" anchorCtr="0"/>
            <a:lstStyle/>
            <a:p>
              <a:pPr lvl="0" algn="r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黑体" pitchFamily="2" charset="-122"/>
              </a:endParaRPr>
            </a:p>
          </p:txBody>
        </p:sp>
        <p:sp>
          <p:nvSpPr>
            <p:cNvPr id="14" name="Rectangle 19"/>
            <p:cNvSpPr>
              <a:spLocks noChangeArrowheads="1"/>
            </p:cNvSpPr>
            <p:nvPr/>
          </p:nvSpPr>
          <p:spPr bwMode="gray">
            <a:xfrm>
              <a:off x="6182982" y="5696407"/>
              <a:ext cx="4579365" cy="398578"/>
            </a:xfrm>
            <a:prstGeom prst="rect">
              <a:avLst/>
            </a:prstGeom>
            <a:solidFill>
              <a:srgbClr val="CF0101"/>
            </a:solidFill>
            <a:ln w="12700">
              <a:noFill/>
              <a:miter lim="800000"/>
            </a:ln>
            <a:effectLst/>
          </p:spPr>
          <p:txBody>
            <a:bodyPr lIns="128014" tIns="85343" rIns="128014" bIns="85343" anchor="ctr"/>
            <a:lstStyle/>
            <a:p>
              <a:pPr algn="l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执行效率与精度</a:t>
              </a:r>
              <a:endParaRPr lang="de-DE" altLang="zh-CN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328472" y="4138628"/>
              <a:ext cx="3353435" cy="2510790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数据：在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HapBench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测试集上实现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96.15% Precision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94.34% Recall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性能：针对大规模商用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Hap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包，单应用分析时间通常在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10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秒以内，具备工业级落地的可行性。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428630" y="3757628"/>
            <a:ext cx="4596999" cy="3125470"/>
            <a:chOff x="1428630" y="3757628"/>
            <a:chExt cx="4596999" cy="3125470"/>
          </a:xfrm>
        </p:grpSpPr>
        <p:sp>
          <p:nvSpPr>
            <p:cNvPr id="10" name="Freeform 9"/>
            <p:cNvSpPr/>
            <p:nvPr/>
          </p:nvSpPr>
          <p:spPr bwMode="gray">
            <a:xfrm>
              <a:off x="1428631" y="3817953"/>
              <a:ext cx="4588693" cy="2277031"/>
            </a:xfrm>
            <a:custGeom>
              <a:avLst/>
              <a:gdLst/>
              <a:ahLst/>
              <a:cxnLst>
                <a:cxn ang="0">
                  <a:pos x="1300" y="0"/>
                </a:cxn>
                <a:cxn ang="0">
                  <a:pos x="0" y="0"/>
                </a:cxn>
                <a:cxn ang="0">
                  <a:pos x="0" y="864"/>
                </a:cxn>
                <a:cxn ang="0">
                  <a:pos x="1753" y="864"/>
                </a:cxn>
                <a:cxn ang="0">
                  <a:pos x="1753" y="453"/>
                </a:cxn>
                <a:cxn ang="0">
                  <a:pos x="1300" y="0"/>
                </a:cxn>
              </a:cxnLst>
              <a:rect l="0" t="0" r="r" b="b"/>
              <a:pathLst>
                <a:path w="1753" h="864">
                  <a:moveTo>
                    <a:pt x="130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64"/>
                    <a:pt x="0" y="864"/>
                    <a:pt x="0" y="864"/>
                  </a:cubicBezTo>
                  <a:cubicBezTo>
                    <a:pt x="1753" y="864"/>
                    <a:pt x="1753" y="864"/>
                    <a:pt x="1753" y="864"/>
                  </a:cubicBezTo>
                  <a:cubicBezTo>
                    <a:pt x="1753" y="453"/>
                    <a:pt x="1753" y="453"/>
                    <a:pt x="1753" y="453"/>
                  </a:cubicBezTo>
                  <a:cubicBezTo>
                    <a:pt x="1509" y="438"/>
                    <a:pt x="1314" y="243"/>
                    <a:pt x="1300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miter lim="800000"/>
            </a:ln>
            <a:effectLst/>
          </p:spPr>
          <p:txBody>
            <a:bodyPr lIns="128014" tIns="170686" rIns="128014" bIns="170686" anchor="t" anchorCtr="0"/>
            <a:lstStyle/>
            <a:p>
              <a:pPr lvl="0"/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黑体" pitchFamily="2" charset="-122"/>
              </a:endParaRPr>
            </a:p>
          </p:txBody>
        </p:sp>
        <p:sp>
          <p:nvSpPr>
            <p:cNvPr id="13" name="Rectangle 19"/>
            <p:cNvSpPr>
              <a:spLocks noChangeArrowheads="1"/>
            </p:cNvSpPr>
            <p:nvPr/>
          </p:nvSpPr>
          <p:spPr bwMode="gray">
            <a:xfrm>
              <a:off x="1428630" y="5696407"/>
              <a:ext cx="4596999" cy="398578"/>
            </a:xfrm>
            <a:prstGeom prst="rect">
              <a:avLst/>
            </a:prstGeom>
            <a:solidFill>
              <a:srgbClr val="3E4150"/>
            </a:solidFill>
            <a:ln w="12700">
              <a:noFill/>
              <a:miter lim="800000"/>
            </a:ln>
            <a:effectLst/>
          </p:spPr>
          <p:txBody>
            <a:bodyPr lIns="128014" tIns="85343" rIns="128014" bIns="85343" anchor="ctr"/>
            <a:lstStyle/>
            <a:p>
              <a:pPr algn="l"/>
              <a:r>
                <a:rPr lang="en-US" altLang="zh-CN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LLM 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驱动的源汇点识别</a:t>
              </a:r>
              <a:endParaRPr lang="de-DE" altLang="zh-CN" b="1" noProof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478795" y="3757628"/>
              <a:ext cx="3533140" cy="3125470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挑战：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OpenHarmony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拥有数万个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API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，人工标记敏感数据源（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Source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）和导出点（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Sink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）效率极低。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方案：利用大语言模型（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LLM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）对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API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文档进行语义理解，自动分类隐私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API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（如位置、设备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ID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）和敏感汇聚点（如网络请求、本地日志），构建了包含</a:t>
              </a: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2200+ </a:t>
              </a: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规则的知识库。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</p:spTree>
  </p:cSld>
  <p:clrMapOvr>
    <a:masterClrMapping/>
  </p:clrMapOvr>
  <p:transition spd="slow" advTm="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9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3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27" name="矩形 26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414673" y="178263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相关工具链体系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230631" y="1567103"/>
            <a:ext cx="7689850" cy="2399665"/>
            <a:chOff x="6684906" y="1810308"/>
            <a:chExt cx="7689850" cy="2399665"/>
          </a:xfrm>
        </p:grpSpPr>
        <p:grpSp>
          <p:nvGrpSpPr>
            <p:cNvPr id="7" name="组合 6"/>
            <p:cNvGrpSpPr/>
            <p:nvPr/>
          </p:nvGrpSpPr>
          <p:grpSpPr>
            <a:xfrm>
              <a:off x="6684906" y="1821237"/>
              <a:ext cx="750354" cy="750354"/>
              <a:chOff x="7120334" y="1882616"/>
              <a:chExt cx="750354" cy="750354"/>
            </a:xfrm>
          </p:grpSpPr>
          <p:sp>
            <p:nvSpPr>
              <p:cNvPr id="8" name="椭圆 7"/>
              <p:cNvSpPr/>
              <p:nvPr>
                <p:custDataLst>
                  <p:tags r:id="rId2"/>
                </p:custDataLst>
              </p:nvPr>
            </p:nvSpPr>
            <p:spPr>
              <a:xfrm>
                <a:off x="7120334" y="1882616"/>
                <a:ext cx="750354" cy="750354"/>
              </a:xfrm>
              <a:prstGeom prst="ellipse">
                <a:avLst/>
              </a:prstGeom>
              <a:solidFill>
                <a:srgbClr val="C00102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>
                <p:custDataLst>
                  <p:tags r:id="rId3"/>
                </p:custDataLst>
              </p:nvPr>
            </p:nvSpPr>
            <p:spPr>
              <a:xfrm>
                <a:off x="7196388" y="1996183"/>
                <a:ext cx="6046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  <a:endParaRPr lang="zh-CN" altLang="en-US" sz="28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1" name="矩形 30"/>
            <p:cNvSpPr/>
            <p:nvPr>
              <p:custDataLst>
                <p:tags r:id="rId4"/>
              </p:custDataLst>
            </p:nvPr>
          </p:nvSpPr>
          <p:spPr>
            <a:xfrm>
              <a:off x="7650106" y="1810308"/>
              <a:ext cx="6724650" cy="2399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底层支撑工具：</a:t>
              </a:r>
              <a:r>
                <a:rPr lang="en-US" altLang="zh-CN" sz="20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ArkAnalyzer</a:t>
              </a:r>
              <a:endParaRPr lang="en-US" altLang="zh-CN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定位：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OpenHarmony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官方静态分析框架，是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HapFlow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的基础依赖。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核心能力：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负责对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ArkTS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代码进行深度解析，生成抽象语法树（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AST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	  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和中间表示（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ArkIR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），并构建控制流图（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CFG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）和调用图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		 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CG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），为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HapFlow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的污点传播分析提供必要的程序结构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	  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信息。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5"/>
            </p:custDataLst>
          </p:nvPr>
        </p:nvGrpSpPr>
        <p:grpSpPr>
          <a:xfrm>
            <a:off x="4223011" y="3967120"/>
            <a:ext cx="7523480" cy="2076450"/>
            <a:chOff x="6684906" y="4017920"/>
            <a:chExt cx="7523480" cy="2076450"/>
          </a:xfrm>
        </p:grpSpPr>
        <p:grpSp>
          <p:nvGrpSpPr>
            <p:cNvPr id="13" name="组合 12"/>
            <p:cNvGrpSpPr/>
            <p:nvPr/>
          </p:nvGrpSpPr>
          <p:grpSpPr>
            <a:xfrm>
              <a:off x="6684906" y="4039211"/>
              <a:ext cx="750354" cy="750354"/>
              <a:chOff x="7120334" y="4100590"/>
              <a:chExt cx="750354" cy="750354"/>
            </a:xfrm>
          </p:grpSpPr>
          <p:sp>
            <p:nvSpPr>
              <p:cNvPr id="14" name="椭圆 13"/>
              <p:cNvSpPr/>
              <p:nvPr>
                <p:custDataLst>
                  <p:tags r:id="rId6"/>
                </p:custDataLst>
              </p:nvPr>
            </p:nvSpPr>
            <p:spPr>
              <a:xfrm>
                <a:off x="7120334" y="4100590"/>
                <a:ext cx="750354" cy="750354"/>
              </a:xfrm>
              <a:prstGeom prst="ellipse">
                <a:avLst/>
              </a:prstGeom>
              <a:solidFill>
                <a:srgbClr val="C00102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>
                <p:custDataLst>
                  <p:tags r:id="rId7"/>
                </p:custDataLst>
              </p:nvPr>
            </p:nvSpPr>
            <p:spPr>
              <a:xfrm>
                <a:off x="7196388" y="4214157"/>
                <a:ext cx="599440" cy="52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lang="zh-CN" altLang="en-US" sz="280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4" name="矩形 33"/>
            <p:cNvSpPr/>
            <p:nvPr>
              <p:custDataLst>
                <p:tags r:id="rId8"/>
              </p:custDataLst>
            </p:nvPr>
          </p:nvSpPr>
          <p:spPr>
            <a:xfrm>
              <a:off x="7650106" y="4017920"/>
              <a:ext cx="6558280" cy="2076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基准测试工具：HapBench</a:t>
              </a:r>
              <a:endPara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定位：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OpenHarmony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污点分析专属基准测试集。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核心价值：</a:t>
              </a:r>
              <a:r>
                <a:rPr lang="zh-CN" altLang="en-US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包含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67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个精心设计的测试用例，覆盖别名、闭包、生命周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	  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期等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7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类典型污点场景，用于验证和评估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HapFlow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的分析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	  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准确性，为本项目的实验结果提供科学的参照标准。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14350" y="1567180"/>
            <a:ext cx="3601085" cy="3780790"/>
            <a:chOff x="916654" y="1661059"/>
            <a:chExt cx="5048718" cy="4336045"/>
          </a:xfrm>
        </p:grpSpPr>
        <p:grpSp>
          <p:nvGrpSpPr>
            <p:cNvPr id="37" name="组合 36"/>
            <p:cNvGrpSpPr/>
            <p:nvPr/>
          </p:nvGrpSpPr>
          <p:grpSpPr>
            <a:xfrm>
              <a:off x="916654" y="1661059"/>
              <a:ext cx="5048718" cy="4336045"/>
              <a:chOff x="931168" y="1615381"/>
              <a:chExt cx="5268536" cy="452483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931168" y="1615381"/>
                <a:ext cx="4447544" cy="3024027"/>
              </a:xfrm>
              <a:prstGeom prst="rect">
                <a:avLst/>
              </a:prstGeom>
              <a:noFill/>
              <a:ln w="22225">
                <a:solidFill>
                  <a:srgbClr val="3E41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1054200" y="1723487"/>
                <a:ext cx="5012771" cy="4313866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507083" y="4720534"/>
                <a:ext cx="1692621" cy="1419681"/>
              </a:xfrm>
              <a:prstGeom prst="rect">
                <a:avLst/>
              </a:prstGeom>
              <a:noFill/>
              <a:ln w="22225">
                <a:solidFill>
                  <a:srgbClr val="3E41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375245" y="4234982"/>
                <a:ext cx="4369234" cy="1474333"/>
              </a:xfrm>
              <a:prstGeom prst="rect">
                <a:avLst/>
              </a:prstGeom>
              <a:solidFill>
                <a:srgbClr val="3E41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底层支撑与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基准测试工具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2175905" y="4600781"/>
              <a:ext cx="2167467" cy="5530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</p:spTree>
  </p:cSld>
  <p:clrMapOvr>
    <a:masterClrMapping/>
  </p:clrMapOvr>
  <p:transition spd="slow" advTm="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419100" y="177800"/>
            <a:ext cx="50800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核心改进方向：异步链路补全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032000"/>
            <a:ext cx="2197100" cy="2197100"/>
          </a:xfrm>
          <a:prstGeom prst="ellipse">
            <a:avLst/>
          </a:prstGeom>
          <a:solidFill>
            <a:srgbClr val="C0010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C0010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62025" y="2517140"/>
            <a:ext cx="2407285" cy="12090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改进核心策略</a:t>
            </a:r>
            <a:endParaRPr lang="en-US" sz="2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61695" y="4318000"/>
            <a:ext cx="25844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针对ArkTS异步编程痛点</a:t>
            </a:r>
            <a:endParaRPr lang="en-US" sz="1400"/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解决实际检测漏报问题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"/>
            </p:custDataLst>
          </p:nvPr>
        </p:nvSpPr>
        <p:spPr>
          <a:xfrm>
            <a:off x="3962400" y="1600200"/>
            <a:ext cx="2857500" cy="774700"/>
          </a:xfrm>
          <a:prstGeom prst="roundRect">
            <a:avLst>
              <a:gd name="adj" fmla="val 16393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2"/>
            </p:custDataLst>
          </p:nvPr>
        </p:nvSpPr>
        <p:spPr>
          <a:xfrm>
            <a:off x="4127500" y="1752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63500" tIns="25400" rIns="63500" bIns="254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异步调用链路补全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3962400" y="3124200"/>
            <a:ext cx="2857500" cy="774700"/>
          </a:xfrm>
          <a:prstGeom prst="roundRect">
            <a:avLst>
              <a:gd name="adj" fmla="val 16393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4"/>
            </p:custDataLst>
          </p:nvPr>
        </p:nvSpPr>
        <p:spPr>
          <a:xfrm>
            <a:off x="4127500" y="3276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63500" tIns="25400" rIns="63500" bIns="254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创新技术路径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3962400" y="4648200"/>
            <a:ext cx="2857500" cy="774700"/>
          </a:xfrm>
          <a:prstGeom prst="roundRect">
            <a:avLst>
              <a:gd name="adj" fmla="val 16393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4127500" y="4800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63500" tIns="25400" rIns="63500" bIns="254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直面核心局限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7112000" y="1524000"/>
            <a:ext cx="4445000" cy="1143000"/>
          </a:xfrm>
          <a:prstGeom prst="roundRect">
            <a:avLst>
              <a:gd name="adj" fmla="val 5555"/>
            </a:avLst>
          </a:prstGeom>
          <a:solidFill>
            <a:srgbClr val="F5F6F7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7239000" y="15875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63500" rIns="101600" bIns="635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针对ArkTS的async/await与Promise，引入规则驱动的污点透传建模，补全异步传播断点。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7112000" y="3048000"/>
            <a:ext cx="4445000" cy="1143000"/>
          </a:xfrm>
          <a:prstGeom prst="roundRect">
            <a:avLst>
              <a:gd name="adj" fmla="val 5555"/>
            </a:avLst>
          </a:prstGeom>
          <a:solidFill>
            <a:srgbClr val="F5F6F7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7239000" y="31115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63500" rIns="101600" bIns="635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拟采用“规则驱动的污点透传建模”方案，在不改动底层IFDS求解框架的前提下，实现对异步调用链路的补全。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7112000" y="4572000"/>
            <a:ext cx="4445000" cy="1143000"/>
          </a:xfrm>
          <a:prstGeom prst="roundRect">
            <a:avLst>
              <a:gd name="adj" fmla="val 5555"/>
            </a:avLst>
          </a:prstGeom>
          <a:solidFill>
            <a:srgbClr val="F5F6F7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2"/>
            </p:custDataLst>
          </p:nvPr>
        </p:nvSpPr>
        <p:spPr>
          <a:xfrm>
            <a:off x="7239000" y="46355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63500" rIns="101600" bIns="635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针对HapFlow论文中明确指出的“未对异步任务调度进行显式建模”这一核心局限性，旨在解决异步场景下的数据流漏报问题。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3906">
            <a:off x="508004" y="6089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CF0101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26" name="组合 25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27" name="矩形 26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animBg="1"/>
      <p:bldP spid="5" grpId="1" animBg="1"/>
      <p:bldP spid="8" grpId="0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  <p:bldP spid="13" grpId="0" animBg="1"/>
      <p:bldP spid="14" grpId="0"/>
      <p:bldP spid="13" grpId="1" animBg="1"/>
      <p:bldP spid="14" grpId="1"/>
      <p:bldP spid="15" grpId="0" animBg="1"/>
      <p:bldP spid="16" grpId="0"/>
      <p:bldP spid="17" grpId="0" animBg="1"/>
      <p:bldP spid="18" grpId="0"/>
      <p:bldP spid="19" grpId="0" animBg="1"/>
      <p:bldP spid="20" grpId="0"/>
      <p:bldP spid="15" grpId="1" animBg="1"/>
      <p:bldP spid="16" grpId="1"/>
      <p:bldP spid="17" grpId="1" animBg="1"/>
      <p:bldP spid="18" grpId="1"/>
      <p:bldP spid="19" grpId="1" animBg="1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ctor 10"/>
          <p:cNvCxnSpPr/>
          <p:nvPr/>
        </p:nvCxnSpPr>
        <p:spPr>
          <a:xfrm rot="10740731">
            <a:off x="2984445" y="37973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" name="AutoShape 2"/>
          <p:cNvSpPr/>
          <p:nvPr/>
        </p:nvSpPr>
        <p:spPr>
          <a:xfrm>
            <a:off x="0" y="190500"/>
            <a:ext cx="190500" cy="596900"/>
          </a:xfrm>
          <a:prstGeom prst="roundRect">
            <a:avLst>
              <a:gd name="adj" fmla="val 0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584200"/>
            <a:ext cx="190500" cy="190500"/>
          </a:xfrm>
          <a:prstGeom prst="roundRect">
            <a:avLst>
              <a:gd name="adj" fmla="val 0"/>
            </a:avLst>
          </a:prstGeom>
          <a:solidFill>
            <a:srgbClr val="C0010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19100" y="177800"/>
            <a:ext cx="76200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选题依据与方向优势：为何选择异步链路追踪？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679700"/>
            <a:ext cx="2197100" cy="2197100"/>
          </a:xfrm>
          <a:prstGeom prst="ellipse">
            <a:avLst/>
          </a:prstGeom>
          <a:solidFill>
            <a:srgbClr val="C0010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30300" y="3378200"/>
            <a:ext cx="2070100" cy="721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核心原因</a:t>
            </a:r>
            <a:endParaRPr lang="en-US"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75705">
            <a:off x="1765289" y="3771911"/>
            <a:ext cx="35941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>
            <p:custDataLst>
              <p:tags r:id="rId1"/>
            </p:custDataLst>
          </p:nvPr>
        </p:nvCxnSpPr>
        <p:spPr>
          <a:xfrm rot="10740731">
            <a:off x="3555945" y="19812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>
            <p:custDataLst>
              <p:tags r:id="rId2"/>
            </p:custDataLst>
          </p:nvPr>
        </p:nvCxnSpPr>
        <p:spPr>
          <a:xfrm rot="10740731">
            <a:off x="3555945" y="55880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3"/>
            </p:custDataLst>
          </p:nvPr>
        </p:nvSpPr>
        <p:spPr>
          <a:xfrm>
            <a:off x="3962400" y="1600200"/>
            <a:ext cx="2857500" cy="774700"/>
          </a:xfrm>
          <a:prstGeom prst="roundRect">
            <a:avLst>
              <a:gd name="adj" fmla="val 16393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4"/>
            </p:custDataLst>
          </p:nvPr>
        </p:nvSpPr>
        <p:spPr>
          <a:xfrm>
            <a:off x="4127500" y="17272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</a:t>
            </a:r>
            <a:r>
              <a:rPr lang="zh-CN" alt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</a:t>
            </a:r>
            <a:endParaRPr lang="zh-CN" alt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5"/>
            </p:custDataLst>
          </p:nvPr>
        </p:nvSpPr>
        <p:spPr>
          <a:xfrm>
            <a:off x="3962400" y="3390900"/>
            <a:ext cx="2857500" cy="774700"/>
          </a:xfrm>
          <a:prstGeom prst="roundRect">
            <a:avLst>
              <a:gd name="adj" fmla="val 16393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6"/>
            </p:custDataLst>
          </p:nvPr>
        </p:nvSpPr>
        <p:spPr>
          <a:xfrm>
            <a:off x="4127500" y="35179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可行性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强</a:t>
            </a:r>
            <a:endParaRPr lang="zh-CN" alt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7"/>
            </p:custDataLst>
          </p:nvPr>
        </p:nvSpPr>
        <p:spPr>
          <a:xfrm>
            <a:off x="3962400" y="5168900"/>
            <a:ext cx="2857500" cy="774700"/>
          </a:xfrm>
          <a:prstGeom prst="roundRect">
            <a:avLst>
              <a:gd name="adj" fmla="val 16393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8"/>
            </p:custDataLst>
          </p:nvPr>
        </p:nvSpPr>
        <p:spPr>
          <a:xfrm>
            <a:off x="4127500" y="52959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成果验证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9"/>
            </p:custDataLst>
          </p:nvPr>
        </p:nvSpPr>
        <p:spPr>
          <a:xfrm>
            <a:off x="7112000" y="1460500"/>
            <a:ext cx="4445000" cy="1397000"/>
          </a:xfrm>
          <a:prstGeom prst="roundRect">
            <a:avLst>
              <a:gd name="adj" fmla="val 4545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0"/>
            </p:custDataLst>
          </p:nvPr>
        </p:nvSpPr>
        <p:spPr>
          <a:xfrm>
            <a:off x="7239000" y="1587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ArkTS 的核心隐私 API（如定位、文件系统、设备 ID）均采用</a:t>
            </a:r>
            <a:r>
              <a:rPr lang="en-US" sz="1400" b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异步设计</a:t>
            </a:r>
            <a:r>
              <a:rPr lang="en-US" sz="14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。若静态分析无法正确建模 await 或 Promise.then() 的值流转，污点将在异步边界发生“链路断裂”，导致大量真实泄露路径漏报。</a:t>
            </a:r>
            <a:endParaRPr lang="en-US" sz="140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1"/>
            </p:custDataLst>
          </p:nvPr>
        </p:nvSpPr>
        <p:spPr>
          <a:xfrm>
            <a:off x="7112000" y="3251200"/>
            <a:ext cx="4445000" cy="1397000"/>
          </a:xfrm>
          <a:prstGeom prst="roundRect">
            <a:avLst>
              <a:gd name="adj" fmla="val 4545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2"/>
            </p:custDataLst>
          </p:nvPr>
        </p:nvSpPr>
        <p:spPr>
          <a:xfrm>
            <a:off x="7239000" y="33782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方案聚焦于</a:t>
            </a:r>
            <a:r>
              <a:rPr lang="en-US" sz="1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HapFlow 的规则配置层与预处理层</a:t>
            </a:r>
            <a:r>
              <a:rPr lang="en-US" sz="14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（如增加函数 Summary 或在 IR 层面补全边），无需重写复杂的数据流引擎，实现过程可拆分、可迭代，工程风险极低。</a:t>
            </a:r>
            <a:endParaRPr lang="en-US" sz="140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3"/>
            </p:custDataLst>
          </p:nvPr>
        </p:nvSpPr>
        <p:spPr>
          <a:xfrm>
            <a:off x="7112000" y="5054600"/>
            <a:ext cx="4445000" cy="1270000"/>
          </a:xfrm>
          <a:prstGeom prst="roundRect">
            <a:avLst>
              <a:gd name="adj" fmla="val 5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14"/>
            </p:custDataLst>
          </p:nvPr>
        </p:nvSpPr>
        <p:spPr>
          <a:xfrm>
            <a:off x="7239000" y="51816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实验证据有力：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设计典型异步泄露样例，直观展示“原版漏报 vs 改进后命中”，形成强有力的“消融实验”对比数据。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  <p:bldP spid="5" grpId="0" animBg="1"/>
      <p:bldP spid="7" grpId="0"/>
      <p:bldP spid="5" grpId="1" animBg="1"/>
      <p:bldP spid="7" grpId="1"/>
      <p:bldP spid="12" grpId="0" animBg="1"/>
      <p:bldP spid="13" grpId="0"/>
      <p:bldP spid="12" grpId="1" animBg="1"/>
      <p:bldP spid="13" grpId="1"/>
      <p:bldP spid="14" grpId="0" animBg="1"/>
      <p:bldP spid="15" grpId="0"/>
      <p:bldP spid="14" grpId="1" animBg="1"/>
      <p:bldP spid="15" grpId="1"/>
      <p:bldP spid="16" grpId="0" animBg="1"/>
      <p:bldP spid="17" grpId="0"/>
      <p:bldP spid="16" grpId="1" animBg="1"/>
      <p:bldP spid="17" grpId="1"/>
      <p:bldP spid="18" grpId="0" animBg="1"/>
      <p:bldP spid="19" grpId="0"/>
      <p:bldP spid="20" grpId="0" animBg="1"/>
      <p:bldP spid="21" grpId="0"/>
      <p:bldP spid="22" grpId="0" animBg="1"/>
      <p:bldP spid="23" grpId="0"/>
      <p:bldP spid="18" grpId="1" animBg="1"/>
      <p:bldP spid="19" grpId="1"/>
      <p:bldP spid="20" grpId="1" animBg="1"/>
      <p:bldP spid="21" grpId="1"/>
      <p:bldP spid="22" grpId="1" animBg="1"/>
      <p:bldP spid="2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"/>
            <a:ext cx="190500" cy="596900"/>
          </a:xfrm>
          <a:prstGeom prst="roundRect">
            <a:avLst>
              <a:gd name="adj" fmla="val 0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584200"/>
            <a:ext cx="190500" cy="190500"/>
          </a:xfrm>
          <a:prstGeom prst="roundRect">
            <a:avLst>
              <a:gd name="adj" fmla="val 0"/>
            </a:avLst>
          </a:prstGeom>
          <a:solidFill>
            <a:srgbClr val="CF01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44500" y="177800"/>
            <a:ext cx="76200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技术实现方案：异步污点分析链路补全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244600" y="965200"/>
            <a:ext cx="1765300" cy="1765300"/>
          </a:xfrm>
          <a:prstGeom prst="roundRect">
            <a:avLst>
              <a:gd name="adj" fmla="val 0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5300" y="14732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244600" y="2730500"/>
            <a:ext cx="1765300" cy="1054100"/>
          </a:xfrm>
          <a:prstGeom prst="roundRect">
            <a:avLst>
              <a:gd name="adj" fmla="val 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71600" y="2857500"/>
            <a:ext cx="1511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E41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识别异步特征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定位Await/Promise结构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 flipV="1">
            <a:off x="1993900" y="3784600"/>
            <a:ext cx="241300" cy="215900"/>
          </a:xfrm>
          <a:prstGeom prst="triangle">
            <a:avLst/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358900" y="4127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异步结构扫描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3225800" y="965200"/>
            <a:ext cx="1765300" cy="1765300"/>
          </a:xfrm>
          <a:prstGeom prst="roundRect">
            <a:avLst>
              <a:gd name="adj" fmla="val 0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6500" y="1473200"/>
            <a:ext cx="711200" cy="7112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3225800" y="2730500"/>
            <a:ext cx="1765300" cy="1054100"/>
          </a:xfrm>
          <a:prstGeom prst="roundRect">
            <a:avLst>
              <a:gd name="adj" fmla="val 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3286125" y="2730500"/>
            <a:ext cx="1657350" cy="8235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E41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规则A: Await透传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Resolve值传递给变量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 flipV="1">
            <a:off x="3987800" y="3784600"/>
            <a:ext cx="241300" cy="215900"/>
          </a:xfrm>
          <a:prstGeom prst="triangle">
            <a:avLst/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3340100" y="4127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返回值链路补全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5219700" y="965200"/>
            <a:ext cx="1765300" cy="1765300"/>
          </a:xfrm>
          <a:prstGeom prst="roundRect">
            <a:avLst>
              <a:gd name="adj" fmla="val 0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0400" y="1473200"/>
            <a:ext cx="711200" cy="7112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5219700" y="2730500"/>
            <a:ext cx="1765300" cy="1054100"/>
          </a:xfrm>
          <a:prstGeom prst="roundRect">
            <a:avLst>
              <a:gd name="adj" fmla="val 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5271770" y="2774950"/>
            <a:ext cx="16484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E41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规则B: Then透传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链式调用污点映射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 flipV="1">
            <a:off x="5969000" y="3784600"/>
            <a:ext cx="241300" cy="215900"/>
          </a:xfrm>
          <a:prstGeom prst="triangle">
            <a:avLst/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5334000" y="4127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回调参数关联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7200900" y="965200"/>
            <a:ext cx="1765300" cy="1765300"/>
          </a:xfrm>
          <a:prstGeom prst="roundRect">
            <a:avLst>
              <a:gd name="adj" fmla="val 0"/>
            </a:avLst>
          </a:prstGeom>
          <a:solidFill>
            <a:srgbClr val="3E41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721600" y="1473200"/>
            <a:ext cx="711200" cy="7112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7200900" y="2730500"/>
            <a:ext cx="1765300" cy="1054100"/>
          </a:xfrm>
          <a:prstGeom prst="roundRect">
            <a:avLst>
              <a:gd name="adj" fmla="val 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7320280" y="2774950"/>
            <a:ext cx="1511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E41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扩展与验证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异常链路与样例测试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31"/>
            </p:custDataLst>
          </p:nvPr>
        </p:nvSpPr>
        <p:spPr>
          <a:xfrm flipV="1">
            <a:off x="7962900" y="3784600"/>
            <a:ext cx="241300" cy="215900"/>
          </a:xfrm>
          <a:prstGeom prst="triangle">
            <a:avLst/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32"/>
            </p:custDataLst>
          </p:nvPr>
        </p:nvSpPr>
        <p:spPr>
          <a:xfrm>
            <a:off x="7315200" y="4127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改进收益量化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94800" y="965200"/>
            <a:ext cx="1765300" cy="1765300"/>
          </a:xfrm>
          <a:prstGeom prst="roundRect">
            <a:avLst>
              <a:gd name="adj" fmla="val 0"/>
            </a:avLst>
          </a:prstGeom>
          <a:solidFill>
            <a:srgbClr val="CF01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715500" y="1473200"/>
            <a:ext cx="711200" cy="711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194800" y="2730500"/>
            <a:ext cx="1765300" cy="1054100"/>
          </a:xfrm>
          <a:prstGeom prst="roundRect">
            <a:avLst>
              <a:gd name="adj" fmla="val 0"/>
            </a:avLst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321800" y="2792095"/>
            <a:ext cx="1511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F010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最终交付物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集成规则与测试报告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 flipV="1">
            <a:off x="9944100" y="3784600"/>
            <a:ext cx="241300" cy="215900"/>
          </a:xfrm>
          <a:prstGeom prst="triangle">
            <a:avLst/>
          </a:prstGeom>
          <a:solidFill>
            <a:srgbClr val="D9D9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309100" y="4127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HapFlow框架集成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244600" y="4699000"/>
            <a:ext cx="9715500" cy="584200"/>
          </a:xfrm>
          <a:prstGeom prst="roundRect">
            <a:avLst>
              <a:gd name="adj" fmla="val 0"/>
            </a:avLst>
          </a:prstGeom>
          <a:solidFill>
            <a:srgbClr val="CF010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核心目标：补全异步代码污点链路，提升隐私泄露检测精准度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3E41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HapFlow 框架的异步透传规则实现与验证体系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  <p:bldP spid="5" grpId="0" animBg="1"/>
      <p:bldP spid="7" grpId="0" animBg="1"/>
      <p:bldP spid="8" grpId="0"/>
      <p:bldP spid="9" grpId="0" animBg="1"/>
      <p:bldP spid="10" grpId="0"/>
      <p:bldP spid="11" grpId="0" animBg="1"/>
      <p:bldP spid="13" grpId="0" animBg="1"/>
      <p:bldP spid="14" grpId="0"/>
      <p:bldP spid="15" grpId="0" animBg="1"/>
      <p:bldP spid="16" grpId="0"/>
      <p:bldP spid="17" grpId="0" animBg="1"/>
      <p:bldP spid="19" grpId="0" animBg="1"/>
      <p:bldP spid="20" grpId="0"/>
      <p:bldP spid="21" grpId="0" animBg="1"/>
      <p:bldP spid="22" grpId="0"/>
      <p:bldP spid="23" grpId="0" animBg="1"/>
      <p:bldP spid="25" grpId="0" animBg="1"/>
      <p:bldP spid="26" grpId="0"/>
      <p:bldP spid="27" grpId="0" animBg="1"/>
      <p:bldP spid="28" grpId="0"/>
      <p:bldP spid="29" grpId="0" animBg="1"/>
      <p:bldP spid="31" grpId="0" animBg="1"/>
      <p:bldP spid="32" grpId="0"/>
      <p:bldP spid="33" grpId="0" animBg="1"/>
      <p:bldP spid="34" grpId="0"/>
      <p:bldP spid="5" grpId="1" animBg="1"/>
      <p:bldP spid="7" grpId="1" animBg="1"/>
      <p:bldP spid="8" grpId="1"/>
      <p:bldP spid="9" grpId="1" animBg="1"/>
      <p:bldP spid="10" grpId="1"/>
      <p:bldP spid="11" grpId="1" animBg="1"/>
      <p:bldP spid="13" grpId="1" animBg="1"/>
      <p:bldP spid="14" grpId="1"/>
      <p:bldP spid="15" grpId="1" animBg="1"/>
      <p:bldP spid="16" grpId="1"/>
      <p:bldP spid="17" grpId="1" animBg="1"/>
      <p:bldP spid="19" grpId="1" animBg="1"/>
      <p:bldP spid="20" grpId="1"/>
      <p:bldP spid="21" grpId="1" animBg="1"/>
      <p:bldP spid="22" grpId="1"/>
      <p:bldP spid="23" grpId="1" animBg="1"/>
      <p:bldP spid="25" grpId="1" animBg="1"/>
      <p:bldP spid="26" grpId="1"/>
      <p:bldP spid="27" grpId="1" animBg="1"/>
      <p:bldP spid="28" grpId="1"/>
      <p:bldP spid="29" grpId="1" animBg="1"/>
      <p:bldP spid="31" grpId="1" animBg="1"/>
      <p:bldP spid="32" grpId="1"/>
      <p:bldP spid="33" grpId="1" animBg="1"/>
      <p:bldP spid="34" grpId="1"/>
      <p:bldP spid="35" grpId="0" animBg="1"/>
      <p:bldP spid="3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初步搭建与</a:t>
            </a:r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复现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6504" y="895265"/>
            <a:ext cx="4329844" cy="1625981"/>
            <a:chOff x="6254504" y="1779820"/>
            <a:chExt cx="4329844" cy="1625981"/>
          </a:xfrm>
        </p:grpSpPr>
        <p:grpSp>
          <p:nvGrpSpPr>
            <p:cNvPr id="175" name="组合 174"/>
            <p:cNvGrpSpPr/>
            <p:nvPr/>
          </p:nvGrpSpPr>
          <p:grpSpPr>
            <a:xfrm>
              <a:off x="6254504" y="1779820"/>
              <a:ext cx="4329844" cy="356709"/>
              <a:chOff x="8849128" y="3952993"/>
              <a:chExt cx="4329844" cy="356709"/>
            </a:xfrm>
          </p:grpSpPr>
          <p:sp>
            <p:nvSpPr>
              <p:cNvPr id="176" name="矩形 175"/>
              <p:cNvSpPr/>
              <p:nvPr/>
            </p:nvSpPr>
            <p:spPr>
              <a:xfrm>
                <a:off x="8849128" y="3952993"/>
                <a:ext cx="4329844" cy="356709"/>
              </a:xfrm>
              <a:prstGeom prst="rect">
                <a:avLst/>
              </a:prstGeom>
              <a:solidFill>
                <a:srgbClr val="CF01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8849128" y="3954884"/>
                <a:ext cx="1097280" cy="348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de-DE" b="1" noProof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项目总览</a:t>
                </a:r>
                <a:endParaRPr lang="zh-CN" altLang="de-DE" b="1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78" name="矩形 177"/>
            <p:cNvSpPr/>
            <p:nvPr/>
          </p:nvSpPr>
          <p:spPr>
            <a:xfrm>
              <a:off x="6254504" y="2343976"/>
              <a:ext cx="4329844" cy="1061825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论文就是用来进行科学研究和描述科研成果的文章，简称之为论文。它既是探讨问题进行科学研究的一种手段，又是描述科研成果进行学术交流的一种工具。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254504" y="3673324"/>
            <a:ext cx="4329844" cy="2234225"/>
            <a:chOff x="6254504" y="3673324"/>
            <a:chExt cx="4329844" cy="2234225"/>
          </a:xfrm>
        </p:grpSpPr>
        <p:grpSp>
          <p:nvGrpSpPr>
            <p:cNvPr id="179" name="组合 178"/>
            <p:cNvGrpSpPr/>
            <p:nvPr/>
          </p:nvGrpSpPr>
          <p:grpSpPr>
            <a:xfrm>
              <a:off x="6254504" y="3673324"/>
              <a:ext cx="4329844" cy="369167"/>
              <a:chOff x="8849128" y="3952993"/>
              <a:chExt cx="4329844" cy="369167"/>
            </a:xfrm>
          </p:grpSpPr>
          <p:sp>
            <p:nvSpPr>
              <p:cNvPr id="180" name="矩形 179"/>
              <p:cNvSpPr/>
              <p:nvPr/>
            </p:nvSpPr>
            <p:spPr>
              <a:xfrm>
                <a:off x="8849128" y="3952993"/>
                <a:ext cx="4329844" cy="356709"/>
              </a:xfrm>
              <a:prstGeom prst="rect">
                <a:avLst/>
              </a:prstGeom>
              <a:solidFill>
                <a:srgbClr val="CF01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8849128" y="3954884"/>
                <a:ext cx="640080" cy="367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noProof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分析</a:t>
                </a:r>
                <a:endParaRPr lang="de-DE" altLang="zh-CN" b="1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82" name="矩形 181"/>
            <p:cNvSpPr/>
            <p:nvPr/>
          </p:nvSpPr>
          <p:spPr>
            <a:xfrm>
              <a:off x="6254504" y="4237480"/>
              <a:ext cx="4329844" cy="1670069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论文就是用来进行科学研究和描述科研成果的文章，简称之为论文。它既是探讨问题进行科学研究的一种手段，又是描述科研成果进行学术交流的一种工具。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8" name="图片 9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" y="1318895"/>
            <a:ext cx="11285220" cy="4812030"/>
          </a:xfrm>
          <a:prstGeom prst="rect">
            <a:avLst/>
          </a:prstGeom>
        </p:spPr>
      </p:pic>
    </p:spTree>
  </p:cSld>
  <p:clrMapOvr>
    <a:masterClrMapping/>
  </p:clrMapOvr>
  <p:transition spd="slow" advTm="0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初步搭建与</a:t>
            </a:r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复现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526804" y="1135295"/>
            <a:ext cx="4329844" cy="2269766"/>
            <a:chOff x="6254504" y="1779820"/>
            <a:chExt cx="4329844" cy="2269766"/>
          </a:xfrm>
        </p:grpSpPr>
        <p:grpSp>
          <p:nvGrpSpPr>
            <p:cNvPr id="175" name="组合 174"/>
            <p:cNvGrpSpPr/>
            <p:nvPr/>
          </p:nvGrpSpPr>
          <p:grpSpPr>
            <a:xfrm>
              <a:off x="6254504" y="1779820"/>
              <a:ext cx="4329844" cy="356709"/>
              <a:chOff x="8849128" y="3952993"/>
              <a:chExt cx="4329844" cy="356709"/>
            </a:xfrm>
          </p:grpSpPr>
          <p:sp>
            <p:nvSpPr>
              <p:cNvPr id="176" name="矩形 175"/>
              <p:cNvSpPr/>
              <p:nvPr>
                <p:custDataLst>
                  <p:tags r:id="rId2"/>
                </p:custDataLst>
              </p:nvPr>
            </p:nvSpPr>
            <p:spPr>
              <a:xfrm>
                <a:off x="8849128" y="3952993"/>
                <a:ext cx="4329844" cy="356709"/>
              </a:xfrm>
              <a:prstGeom prst="rect">
                <a:avLst/>
              </a:prstGeom>
              <a:solidFill>
                <a:srgbClr val="CF01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矩形 176"/>
              <p:cNvSpPr/>
              <p:nvPr>
                <p:custDataLst>
                  <p:tags r:id="rId3"/>
                </p:custDataLst>
              </p:nvPr>
            </p:nvSpPr>
            <p:spPr>
              <a:xfrm>
                <a:off x="8849128" y="3954884"/>
                <a:ext cx="1325880" cy="306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de-DE" b="1" noProof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单项目测试</a:t>
                </a:r>
                <a:endParaRPr lang="zh-CN" altLang="de-DE" b="1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78" name="矩形 177"/>
            <p:cNvSpPr/>
            <p:nvPr>
              <p:custDataLst>
                <p:tags r:id="rId4"/>
              </p:custDataLst>
            </p:nvPr>
          </p:nvSpPr>
          <p:spPr>
            <a:xfrm>
              <a:off x="6254504" y="2343976"/>
              <a:ext cx="4329844" cy="170561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RealAppTest</a:t>
              </a: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来测试文件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hapflow_artifact\HapBench\OpenHarmony Specific APIs\CallbackInSource\entryability\EntryAbility.ets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8" name="图片 9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1"/>
          <a:stretch>
            <a:fillRect/>
          </a:stretch>
        </p:blipFill>
        <p:spPr>
          <a:xfrm rot="8836188">
            <a:off x="3389058" y="129450"/>
            <a:ext cx="11056882" cy="76664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155" y="3660140"/>
            <a:ext cx="5926455" cy="2679700"/>
          </a:xfrm>
          <a:prstGeom prst="rect">
            <a:avLst/>
          </a:prstGeom>
        </p:spPr>
      </p:pic>
    </p:spTree>
  </p:cSld>
  <p:clrMapOvr>
    <a:masterClrMapping/>
  </p:clrMapOvr>
  <p:transition spd="slow" advTm="0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初步搭建与</a:t>
            </a:r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复现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  <p:grpSp>
        <p:nvGrpSpPr>
          <p:cNvPr id="10" name="组合 9"/>
          <p:cNvGrpSpPr/>
          <p:nvPr>
            <p:custDataLst>
              <p:tags r:id="rId2"/>
            </p:custDataLst>
          </p:nvPr>
        </p:nvGrpSpPr>
        <p:grpSpPr>
          <a:xfrm>
            <a:off x="698889" y="1344210"/>
            <a:ext cx="4329844" cy="2269766"/>
            <a:chOff x="6254504" y="1779820"/>
            <a:chExt cx="4329844" cy="2269766"/>
          </a:xfrm>
        </p:grpSpPr>
        <p:grpSp>
          <p:nvGrpSpPr>
            <p:cNvPr id="11" name="组合 10"/>
            <p:cNvGrpSpPr/>
            <p:nvPr/>
          </p:nvGrpSpPr>
          <p:grpSpPr>
            <a:xfrm>
              <a:off x="6254504" y="1779820"/>
              <a:ext cx="4329844" cy="477661"/>
              <a:chOff x="8849128" y="3952993"/>
              <a:chExt cx="4329844" cy="477661"/>
            </a:xfrm>
          </p:grpSpPr>
          <p:sp>
            <p:nvSpPr>
              <p:cNvPr id="12" name="矩形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8849128" y="3952993"/>
                <a:ext cx="4329844" cy="356709"/>
              </a:xfrm>
              <a:prstGeom prst="rect">
                <a:avLst/>
              </a:prstGeom>
              <a:solidFill>
                <a:srgbClr val="CF01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>
                <p:custDataLst>
                  <p:tags r:id="rId4"/>
                </p:custDataLst>
              </p:nvPr>
            </p:nvSpPr>
            <p:spPr>
              <a:xfrm>
                <a:off x="8849128" y="3954884"/>
                <a:ext cx="1783080" cy="475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r>
                  <a:rPr lang="zh-CN" altLang="de-DE" b="1" noProof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测试结果及分析</a:t>
                </a:r>
                <a:endParaRPr lang="zh-CN" altLang="de-DE" b="1" noProof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5"/>
              </p:custDataLst>
            </p:nvPr>
          </p:nvSpPr>
          <p:spPr>
            <a:xfrm>
              <a:off x="6254504" y="2343976"/>
              <a:ext cx="4329844" cy="170561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RealAppTest</a:t>
              </a: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来测试文件</a:t>
              </a:r>
              <a:r>
                <a: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hapflow_artifact\HapBench\OpenHarmony Specific APIs\CallbackInSource\entryability\EntryAbility.ets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1950" y="1908175"/>
            <a:ext cx="7622540" cy="21139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0330" y="4303713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source: [object Object]</a:t>
            </a:r>
            <a:r>
              <a:rPr lang="zh-CN" altLang="en-US" sz="1600"/>
              <a:t>含义：污点分析的起点</a:t>
            </a:r>
            <a:endParaRPr lang="zh-CN" altLang="en-US" sz="1600"/>
          </a:p>
          <a:p>
            <a:r>
              <a:rPr lang="en-US" altLang="zh-CN" sz="1600"/>
              <a:t>sink: [object Object], staticinvoke &lt;@ohosSdk/api/@ohos.hilog.d.ts: hilog.%dflt.info(number, string, string, any[])&gt;(0x0000, '', '', account)</a:t>
            </a:r>
            <a:r>
              <a:rPr lang="zh-CN" altLang="en-US" sz="1600"/>
              <a:t>含义：污点分析的终点（</a:t>
            </a:r>
            <a:r>
              <a:rPr lang="en-US" altLang="zh-CN" sz="1600"/>
              <a:t>Sink</a:t>
            </a:r>
            <a:r>
              <a:rPr lang="zh-CN" altLang="en-US" sz="1600"/>
              <a:t>）。 核心风险点：账号信息被当作日志内容打印出来</a:t>
            </a:r>
            <a:endParaRPr lang="zh-CN" altLang="en-US" sz="1600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88595" y="2156460"/>
            <a:ext cx="182880" cy="215011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312410" y="4303713"/>
            <a:ext cx="5080000" cy="181483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path: [ [ArkInvokeStmt], [ArkInvokeStmt] ],</a:t>
            </a:r>
            <a:r>
              <a:rPr lang="zh-CN" altLang="en-US" sz="1600"/>
              <a:t>含义：污点传播的路径步骤。路径总共包含 </a:t>
            </a:r>
            <a:r>
              <a:rPr lang="en-US" altLang="zh-CN" sz="1600"/>
              <a:t>2 </a:t>
            </a:r>
            <a:r>
              <a:rPr lang="zh-CN" altLang="en-US" sz="1600"/>
              <a:t>步，每一步都是 </a:t>
            </a:r>
            <a:r>
              <a:rPr lang="en-US" altLang="zh-CN" sz="1600"/>
              <a:t>[ArkInvokeStmt]</a:t>
            </a:r>
            <a:r>
              <a:rPr lang="zh-CN" altLang="en-US" sz="1600"/>
              <a:t>，表示污点是通过函数调用（</a:t>
            </a:r>
            <a:r>
              <a:rPr lang="en-US" altLang="zh-CN" sz="1600"/>
              <a:t>Invoke Statement</a:t>
            </a:r>
            <a:r>
              <a:rPr lang="zh-CN" altLang="en-US" sz="1600"/>
              <a:t>）传播的。</a:t>
            </a:r>
            <a:endParaRPr lang="zh-CN" altLang="en-US" sz="1600"/>
          </a:p>
          <a:p>
            <a:r>
              <a:rPr lang="zh-CN" altLang="en-US" sz="1600"/>
              <a:t>意义：敏感数据从 </a:t>
            </a:r>
            <a:r>
              <a:rPr lang="en-US" altLang="zh-CN" sz="1600"/>
              <a:t>Source </a:t>
            </a:r>
            <a:r>
              <a:rPr lang="zh-CN" altLang="en-US" sz="1600"/>
              <a:t>获取后，经过了两次函数调用，最终到达 </a:t>
            </a:r>
            <a:r>
              <a:rPr lang="en-US" altLang="zh-CN" sz="1600"/>
              <a:t>Sink</a:t>
            </a:r>
            <a:r>
              <a:rPr lang="zh-CN" altLang="en-US" sz="1600"/>
              <a:t>。没有复杂的赋值或字段操作，路径较短。</a:t>
            </a:r>
            <a:endParaRPr lang="zh-CN" altLang="en-US" sz="1600"/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2955925" y="2563495"/>
            <a:ext cx="2611755" cy="168211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528050" y="2099945"/>
            <a:ext cx="273304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declaringStmt: [ArkAssignStmt], </a:t>
            </a:r>
            <a:r>
              <a:rPr lang="zh-CN" altLang="en-US" sz="1600"/>
              <a:t>含义：这个 </a:t>
            </a:r>
            <a:r>
              <a:rPr lang="en-US" altLang="zh-CN" sz="1600"/>
              <a:t>account </a:t>
            </a:r>
            <a:r>
              <a:rPr lang="zh-CN" altLang="en-US" sz="1600"/>
              <a:t>变量是通过赋值语句（</a:t>
            </a:r>
            <a:r>
              <a:rPr lang="en-US" altLang="zh-CN" sz="1600"/>
              <a:t>ArkAssignStmt</a:t>
            </a:r>
            <a:r>
              <a:rPr lang="zh-CN" altLang="en-US" sz="1600"/>
              <a:t>）声明</a:t>
            </a:r>
            <a:r>
              <a:rPr lang="en-US" altLang="zh-CN" sz="1600"/>
              <a:t>/</a:t>
            </a:r>
            <a:r>
              <a:rPr lang="zh-CN" altLang="en-US" sz="1600"/>
              <a:t>赋值的。</a:t>
            </a:r>
            <a:endParaRPr lang="zh-CN" altLang="en-US" sz="1600"/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2426970" y="2954655"/>
            <a:ext cx="6035675" cy="26670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环形箭头 14"/>
          <p:cNvSpPr/>
          <p:nvPr>
            <p:custDataLst>
              <p:tags r:id="rId1"/>
            </p:custDataLst>
          </p:nvPr>
        </p:nvSpPr>
        <p:spPr>
          <a:xfrm rot="1620000">
            <a:off x="8130540" y="1734820"/>
            <a:ext cx="2377440" cy="2955925"/>
          </a:xfrm>
          <a:prstGeom prst="circularArrow">
            <a:avLst>
              <a:gd name="adj1" fmla="val 2271"/>
              <a:gd name="adj2" fmla="val 1276645"/>
              <a:gd name="adj3" fmla="val 19550703"/>
              <a:gd name="adj4" fmla="val 12575511"/>
              <a:gd name="adj5" fmla="val 2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4297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进度安排与</a:t>
            </a:r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预期成效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082" y="41275"/>
            <a:ext cx="1003301" cy="1003301"/>
          </a:xfrm>
          <a:prstGeom prst="rect">
            <a:avLst/>
          </a:prstGeom>
        </p:spPr>
      </p:pic>
      <p:sp>
        <p:nvSpPr>
          <p:cNvPr id="3" name="任意形状 5"/>
          <p:cNvSpPr/>
          <p:nvPr>
            <p:custDataLst>
              <p:tags r:id="rId3"/>
            </p:custDataLst>
          </p:nvPr>
        </p:nvSpPr>
        <p:spPr>
          <a:xfrm>
            <a:off x="601811" y="2096331"/>
            <a:ext cx="2120348" cy="1748844"/>
          </a:xfrm>
          <a:custGeom>
            <a:avLst/>
            <a:gdLst>
              <a:gd name="connsiteX0" fmla="*/ 0 w 2120348"/>
              <a:gd name="connsiteY0" fmla="*/ 174884 h 1748844"/>
              <a:gd name="connsiteX1" fmla="*/ 174884 w 2120348"/>
              <a:gd name="connsiteY1" fmla="*/ 0 h 1748844"/>
              <a:gd name="connsiteX2" fmla="*/ 1945464 w 2120348"/>
              <a:gd name="connsiteY2" fmla="*/ 0 h 1748844"/>
              <a:gd name="connsiteX3" fmla="*/ 2120348 w 2120348"/>
              <a:gd name="connsiteY3" fmla="*/ 174884 h 1748844"/>
              <a:gd name="connsiteX4" fmla="*/ 2120348 w 2120348"/>
              <a:gd name="connsiteY4" fmla="*/ 1573960 h 1748844"/>
              <a:gd name="connsiteX5" fmla="*/ 1945464 w 2120348"/>
              <a:gd name="connsiteY5" fmla="*/ 1748844 h 1748844"/>
              <a:gd name="connsiteX6" fmla="*/ 174884 w 2120348"/>
              <a:gd name="connsiteY6" fmla="*/ 1748844 h 1748844"/>
              <a:gd name="connsiteX7" fmla="*/ 0 w 2120348"/>
              <a:gd name="connsiteY7" fmla="*/ 1573960 h 1748844"/>
              <a:gd name="connsiteX8" fmla="*/ 0 w 2120348"/>
              <a:gd name="connsiteY8" fmla="*/ 174884 h 174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0348" h="1748844">
                <a:moveTo>
                  <a:pt x="0" y="174884"/>
                </a:moveTo>
                <a:cubicBezTo>
                  <a:pt x="0" y="78298"/>
                  <a:pt x="78298" y="0"/>
                  <a:pt x="174884" y="0"/>
                </a:cubicBezTo>
                <a:lnTo>
                  <a:pt x="1945464" y="0"/>
                </a:lnTo>
                <a:cubicBezTo>
                  <a:pt x="2042050" y="0"/>
                  <a:pt x="2120348" y="78298"/>
                  <a:pt x="2120348" y="174884"/>
                </a:cubicBezTo>
                <a:lnTo>
                  <a:pt x="2120348" y="1573960"/>
                </a:lnTo>
                <a:cubicBezTo>
                  <a:pt x="2120348" y="1670546"/>
                  <a:pt x="2042050" y="1748844"/>
                  <a:pt x="1945464" y="1748844"/>
                </a:cubicBezTo>
                <a:lnTo>
                  <a:pt x="174884" y="1748844"/>
                </a:lnTo>
                <a:cubicBezTo>
                  <a:pt x="78298" y="1748844"/>
                  <a:pt x="0" y="1670546"/>
                  <a:pt x="0" y="1573960"/>
                </a:cubicBezTo>
                <a:lnTo>
                  <a:pt x="0" y="174884"/>
                </a:lnTo>
                <a:close/>
              </a:path>
            </a:pathLst>
          </a:custGeom>
          <a:ln>
            <a:solidFill>
              <a:srgbClr val="003E81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921" tIns="106921" rIns="106921" bIns="481674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形状 20"/>
          <p:cNvSpPr/>
          <p:nvPr>
            <p:custDataLst>
              <p:tags r:id="rId4"/>
            </p:custDataLst>
          </p:nvPr>
        </p:nvSpPr>
        <p:spPr>
          <a:xfrm rot="20460000">
            <a:off x="1990090" y="2223770"/>
            <a:ext cx="2180590" cy="2583815"/>
          </a:xfrm>
          <a:prstGeom prst="leftCircularArrow">
            <a:avLst>
              <a:gd name="adj1" fmla="val 2550"/>
              <a:gd name="adj2" fmla="val -1417356"/>
              <a:gd name="adj3" fmla="val 2084940"/>
              <a:gd name="adj4" fmla="val 9024489"/>
              <a:gd name="adj5" fmla="val 297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8" name="任意形状 27"/>
          <p:cNvSpPr/>
          <p:nvPr>
            <p:custDataLst>
              <p:tags r:id="rId5"/>
            </p:custDataLst>
          </p:nvPr>
        </p:nvSpPr>
        <p:spPr>
          <a:xfrm>
            <a:off x="1072999" y="3712993"/>
            <a:ext cx="1884754" cy="749504"/>
          </a:xfrm>
          <a:custGeom>
            <a:avLst/>
            <a:gdLst>
              <a:gd name="connsiteX0" fmla="*/ 0 w 1884754"/>
              <a:gd name="connsiteY0" fmla="*/ 74950 h 749504"/>
              <a:gd name="connsiteX1" fmla="*/ 74950 w 1884754"/>
              <a:gd name="connsiteY1" fmla="*/ 0 h 749504"/>
              <a:gd name="connsiteX2" fmla="*/ 1809804 w 1884754"/>
              <a:gd name="connsiteY2" fmla="*/ 0 h 749504"/>
              <a:gd name="connsiteX3" fmla="*/ 1884754 w 1884754"/>
              <a:gd name="connsiteY3" fmla="*/ 74950 h 749504"/>
              <a:gd name="connsiteX4" fmla="*/ 1884754 w 1884754"/>
              <a:gd name="connsiteY4" fmla="*/ 674554 h 749504"/>
              <a:gd name="connsiteX5" fmla="*/ 1809804 w 1884754"/>
              <a:gd name="connsiteY5" fmla="*/ 749504 h 749504"/>
              <a:gd name="connsiteX6" fmla="*/ 74950 w 1884754"/>
              <a:gd name="connsiteY6" fmla="*/ 749504 h 749504"/>
              <a:gd name="connsiteX7" fmla="*/ 0 w 1884754"/>
              <a:gd name="connsiteY7" fmla="*/ 674554 h 749504"/>
              <a:gd name="connsiteX8" fmla="*/ 0 w 1884754"/>
              <a:gd name="connsiteY8" fmla="*/ 74950 h 749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4754" h="749504">
                <a:moveTo>
                  <a:pt x="0" y="74950"/>
                </a:moveTo>
                <a:cubicBezTo>
                  <a:pt x="0" y="33556"/>
                  <a:pt x="33556" y="0"/>
                  <a:pt x="74950" y="0"/>
                </a:cubicBezTo>
                <a:lnTo>
                  <a:pt x="1809804" y="0"/>
                </a:lnTo>
                <a:cubicBezTo>
                  <a:pt x="1851198" y="0"/>
                  <a:pt x="1884754" y="33556"/>
                  <a:pt x="1884754" y="74950"/>
                </a:cubicBezTo>
                <a:lnTo>
                  <a:pt x="1884754" y="674554"/>
                </a:lnTo>
                <a:cubicBezTo>
                  <a:pt x="1884754" y="715948"/>
                  <a:pt x="1851198" y="749504"/>
                  <a:pt x="1809804" y="749504"/>
                </a:cubicBezTo>
                <a:lnTo>
                  <a:pt x="74950" y="749504"/>
                </a:lnTo>
                <a:cubicBezTo>
                  <a:pt x="33556" y="749504"/>
                  <a:pt x="0" y="715948"/>
                  <a:pt x="0" y="674554"/>
                </a:cubicBezTo>
                <a:lnTo>
                  <a:pt x="0" y="7495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52" tIns="72752" rIns="98152" bIns="72752" numCol="1" spcCol="1270" anchor="ctr" anchorCtr="0">
            <a:noAutofit/>
          </a:bodyPr>
          <a:lstStyle/>
          <a:p>
            <a:pPr lvl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weeks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(第6-7周)</a:t>
            </a:r>
            <a:endParaRPr lang="en-US" altLang="zh-CN" sz="2000" b="1" kern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9" name="圆角矩形 28"/>
          <p:cNvSpPr/>
          <p:nvPr>
            <p:custDataLst>
              <p:tags r:id="rId6"/>
            </p:custDataLst>
          </p:nvPr>
        </p:nvSpPr>
        <p:spPr>
          <a:xfrm>
            <a:off x="2899044" y="1632781"/>
            <a:ext cx="2120348" cy="1748844"/>
          </a:xfrm>
          <a:prstGeom prst="roundRect">
            <a:avLst>
              <a:gd name="adj" fmla="val 10000"/>
            </a:avLst>
          </a:prstGeom>
          <a:ln>
            <a:solidFill>
              <a:srgbClr val="003E81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0" name="环形箭头 29"/>
          <p:cNvSpPr/>
          <p:nvPr>
            <p:custDataLst>
              <p:tags r:id="rId7"/>
            </p:custDataLst>
          </p:nvPr>
        </p:nvSpPr>
        <p:spPr>
          <a:xfrm rot="4080000">
            <a:off x="3720465" y="1108710"/>
            <a:ext cx="2377440" cy="2955925"/>
          </a:xfrm>
          <a:prstGeom prst="circularArrow">
            <a:avLst>
              <a:gd name="adj1" fmla="val 2271"/>
              <a:gd name="adj2" fmla="val 1276645"/>
              <a:gd name="adj3" fmla="val 19550703"/>
              <a:gd name="adj4" fmla="val 12575511"/>
              <a:gd name="adj5" fmla="val 2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1" name="任意形状 30"/>
          <p:cNvSpPr/>
          <p:nvPr>
            <p:custDataLst>
              <p:tags r:id="rId8"/>
            </p:custDataLst>
          </p:nvPr>
        </p:nvSpPr>
        <p:spPr>
          <a:xfrm>
            <a:off x="3298478" y="924019"/>
            <a:ext cx="1884754" cy="749504"/>
          </a:xfrm>
          <a:custGeom>
            <a:avLst/>
            <a:gdLst>
              <a:gd name="connsiteX0" fmla="*/ 0 w 1884754"/>
              <a:gd name="connsiteY0" fmla="*/ 74950 h 749504"/>
              <a:gd name="connsiteX1" fmla="*/ 74950 w 1884754"/>
              <a:gd name="connsiteY1" fmla="*/ 0 h 749504"/>
              <a:gd name="connsiteX2" fmla="*/ 1809804 w 1884754"/>
              <a:gd name="connsiteY2" fmla="*/ 0 h 749504"/>
              <a:gd name="connsiteX3" fmla="*/ 1884754 w 1884754"/>
              <a:gd name="connsiteY3" fmla="*/ 74950 h 749504"/>
              <a:gd name="connsiteX4" fmla="*/ 1884754 w 1884754"/>
              <a:gd name="connsiteY4" fmla="*/ 674554 h 749504"/>
              <a:gd name="connsiteX5" fmla="*/ 1809804 w 1884754"/>
              <a:gd name="connsiteY5" fmla="*/ 749504 h 749504"/>
              <a:gd name="connsiteX6" fmla="*/ 74950 w 1884754"/>
              <a:gd name="connsiteY6" fmla="*/ 749504 h 749504"/>
              <a:gd name="connsiteX7" fmla="*/ 0 w 1884754"/>
              <a:gd name="connsiteY7" fmla="*/ 674554 h 749504"/>
              <a:gd name="connsiteX8" fmla="*/ 0 w 1884754"/>
              <a:gd name="connsiteY8" fmla="*/ 74950 h 749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4754" h="749504">
                <a:moveTo>
                  <a:pt x="0" y="74950"/>
                </a:moveTo>
                <a:cubicBezTo>
                  <a:pt x="0" y="33556"/>
                  <a:pt x="33556" y="0"/>
                  <a:pt x="74950" y="0"/>
                </a:cubicBezTo>
                <a:lnTo>
                  <a:pt x="1809804" y="0"/>
                </a:lnTo>
                <a:cubicBezTo>
                  <a:pt x="1851198" y="0"/>
                  <a:pt x="1884754" y="33556"/>
                  <a:pt x="1884754" y="74950"/>
                </a:cubicBezTo>
                <a:lnTo>
                  <a:pt x="1884754" y="674554"/>
                </a:lnTo>
                <a:cubicBezTo>
                  <a:pt x="1884754" y="715948"/>
                  <a:pt x="1851198" y="749504"/>
                  <a:pt x="1809804" y="749504"/>
                </a:cubicBezTo>
                <a:lnTo>
                  <a:pt x="74950" y="749504"/>
                </a:lnTo>
                <a:cubicBezTo>
                  <a:pt x="33556" y="749504"/>
                  <a:pt x="0" y="715948"/>
                  <a:pt x="0" y="674554"/>
                </a:cubicBezTo>
                <a:lnTo>
                  <a:pt x="0" y="7495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1962" tIns="75292" rIns="101962" bIns="75292" numCol="1" spcCol="1270" anchor="ctr" anchorCtr="0">
            <a:noAutofit/>
          </a:bodyPr>
          <a:lstStyle/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weeks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(第8-9周)</a:t>
            </a:r>
            <a:endParaRPr lang="en-US" altLang="zh-CN" sz="2000" b="1" kern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2" name="任意形状 31"/>
          <p:cNvSpPr/>
          <p:nvPr>
            <p:custDataLst>
              <p:tags r:id="rId9"/>
            </p:custDataLst>
          </p:nvPr>
        </p:nvSpPr>
        <p:spPr>
          <a:xfrm>
            <a:off x="4586605" y="3523615"/>
            <a:ext cx="2260600" cy="1709420"/>
          </a:xfrm>
          <a:custGeom>
            <a:avLst/>
            <a:gdLst>
              <a:gd name="connsiteX0" fmla="*/ 0 w 2120348"/>
              <a:gd name="connsiteY0" fmla="*/ 174884 h 1748844"/>
              <a:gd name="connsiteX1" fmla="*/ 174884 w 2120348"/>
              <a:gd name="connsiteY1" fmla="*/ 0 h 1748844"/>
              <a:gd name="connsiteX2" fmla="*/ 1945464 w 2120348"/>
              <a:gd name="connsiteY2" fmla="*/ 0 h 1748844"/>
              <a:gd name="connsiteX3" fmla="*/ 2120348 w 2120348"/>
              <a:gd name="connsiteY3" fmla="*/ 174884 h 1748844"/>
              <a:gd name="connsiteX4" fmla="*/ 2120348 w 2120348"/>
              <a:gd name="connsiteY4" fmla="*/ 1573960 h 1748844"/>
              <a:gd name="connsiteX5" fmla="*/ 1945464 w 2120348"/>
              <a:gd name="connsiteY5" fmla="*/ 1748844 h 1748844"/>
              <a:gd name="connsiteX6" fmla="*/ 174884 w 2120348"/>
              <a:gd name="connsiteY6" fmla="*/ 1748844 h 1748844"/>
              <a:gd name="connsiteX7" fmla="*/ 0 w 2120348"/>
              <a:gd name="connsiteY7" fmla="*/ 1573960 h 1748844"/>
              <a:gd name="connsiteX8" fmla="*/ 0 w 2120348"/>
              <a:gd name="connsiteY8" fmla="*/ 174884 h 174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0348" h="1748844">
                <a:moveTo>
                  <a:pt x="0" y="174884"/>
                </a:moveTo>
                <a:cubicBezTo>
                  <a:pt x="0" y="78298"/>
                  <a:pt x="78298" y="0"/>
                  <a:pt x="174884" y="0"/>
                </a:cubicBezTo>
                <a:lnTo>
                  <a:pt x="1945464" y="0"/>
                </a:lnTo>
                <a:cubicBezTo>
                  <a:pt x="2042050" y="0"/>
                  <a:pt x="2120348" y="78298"/>
                  <a:pt x="2120348" y="174884"/>
                </a:cubicBezTo>
                <a:lnTo>
                  <a:pt x="2120348" y="1573960"/>
                </a:lnTo>
                <a:cubicBezTo>
                  <a:pt x="2120348" y="1670546"/>
                  <a:pt x="2042050" y="1748844"/>
                  <a:pt x="1945464" y="1748844"/>
                </a:cubicBezTo>
                <a:lnTo>
                  <a:pt x="174884" y="1748844"/>
                </a:lnTo>
                <a:cubicBezTo>
                  <a:pt x="78298" y="1748844"/>
                  <a:pt x="0" y="1670546"/>
                  <a:pt x="0" y="1573960"/>
                </a:cubicBezTo>
                <a:lnTo>
                  <a:pt x="0" y="174884"/>
                </a:lnTo>
                <a:close/>
              </a:path>
            </a:pathLst>
          </a:custGeom>
          <a:ln>
            <a:solidFill>
              <a:srgbClr val="003E81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921" tIns="106921" rIns="106921" bIns="481674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形状 33"/>
          <p:cNvSpPr/>
          <p:nvPr>
            <p:custDataLst>
              <p:tags r:id="rId10"/>
            </p:custDataLst>
          </p:nvPr>
        </p:nvSpPr>
        <p:spPr>
          <a:xfrm>
            <a:off x="5057866" y="5233183"/>
            <a:ext cx="1884754" cy="749504"/>
          </a:xfrm>
          <a:custGeom>
            <a:avLst/>
            <a:gdLst>
              <a:gd name="connsiteX0" fmla="*/ 0 w 1884754"/>
              <a:gd name="connsiteY0" fmla="*/ 74950 h 749504"/>
              <a:gd name="connsiteX1" fmla="*/ 74950 w 1884754"/>
              <a:gd name="connsiteY1" fmla="*/ 0 h 749504"/>
              <a:gd name="connsiteX2" fmla="*/ 1809804 w 1884754"/>
              <a:gd name="connsiteY2" fmla="*/ 0 h 749504"/>
              <a:gd name="connsiteX3" fmla="*/ 1884754 w 1884754"/>
              <a:gd name="connsiteY3" fmla="*/ 74950 h 749504"/>
              <a:gd name="connsiteX4" fmla="*/ 1884754 w 1884754"/>
              <a:gd name="connsiteY4" fmla="*/ 674554 h 749504"/>
              <a:gd name="connsiteX5" fmla="*/ 1809804 w 1884754"/>
              <a:gd name="connsiteY5" fmla="*/ 749504 h 749504"/>
              <a:gd name="connsiteX6" fmla="*/ 74950 w 1884754"/>
              <a:gd name="connsiteY6" fmla="*/ 749504 h 749504"/>
              <a:gd name="connsiteX7" fmla="*/ 0 w 1884754"/>
              <a:gd name="connsiteY7" fmla="*/ 674554 h 749504"/>
              <a:gd name="connsiteX8" fmla="*/ 0 w 1884754"/>
              <a:gd name="connsiteY8" fmla="*/ 74950 h 749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4754" h="749504">
                <a:moveTo>
                  <a:pt x="0" y="74950"/>
                </a:moveTo>
                <a:cubicBezTo>
                  <a:pt x="0" y="33556"/>
                  <a:pt x="33556" y="0"/>
                  <a:pt x="74950" y="0"/>
                </a:cubicBezTo>
                <a:lnTo>
                  <a:pt x="1809804" y="0"/>
                </a:lnTo>
                <a:cubicBezTo>
                  <a:pt x="1851198" y="0"/>
                  <a:pt x="1884754" y="33556"/>
                  <a:pt x="1884754" y="74950"/>
                </a:cubicBezTo>
                <a:lnTo>
                  <a:pt x="1884754" y="674554"/>
                </a:lnTo>
                <a:cubicBezTo>
                  <a:pt x="1884754" y="715948"/>
                  <a:pt x="1851198" y="749504"/>
                  <a:pt x="1809804" y="749504"/>
                </a:cubicBezTo>
                <a:lnTo>
                  <a:pt x="74950" y="749504"/>
                </a:lnTo>
                <a:cubicBezTo>
                  <a:pt x="33556" y="749504"/>
                  <a:pt x="0" y="715948"/>
                  <a:pt x="0" y="674554"/>
                </a:cubicBezTo>
                <a:lnTo>
                  <a:pt x="0" y="7495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52" tIns="72752" rIns="98152" bIns="72752" numCol="1" spcCol="1270" anchor="ctr" anchorCtr="0">
            <a:noAutofit/>
          </a:bodyPr>
          <a:lstStyle/>
          <a:p>
            <a:pPr lvl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weeks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(第10-11周)</a:t>
            </a:r>
            <a:endParaRPr lang="en-US" altLang="zh-CN" sz="2000" b="1" kern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5" name="任意形状 34"/>
          <p:cNvSpPr/>
          <p:nvPr>
            <p:custDataLst>
              <p:tags r:id="rId11"/>
            </p:custDataLst>
          </p:nvPr>
        </p:nvSpPr>
        <p:spPr>
          <a:xfrm>
            <a:off x="7120131" y="2618936"/>
            <a:ext cx="2120348" cy="1748844"/>
          </a:xfrm>
          <a:custGeom>
            <a:avLst/>
            <a:gdLst>
              <a:gd name="connsiteX0" fmla="*/ 0 w 2120348"/>
              <a:gd name="connsiteY0" fmla="*/ 174884 h 1748844"/>
              <a:gd name="connsiteX1" fmla="*/ 174884 w 2120348"/>
              <a:gd name="connsiteY1" fmla="*/ 0 h 1748844"/>
              <a:gd name="connsiteX2" fmla="*/ 1945464 w 2120348"/>
              <a:gd name="connsiteY2" fmla="*/ 0 h 1748844"/>
              <a:gd name="connsiteX3" fmla="*/ 2120348 w 2120348"/>
              <a:gd name="connsiteY3" fmla="*/ 174884 h 1748844"/>
              <a:gd name="connsiteX4" fmla="*/ 2120348 w 2120348"/>
              <a:gd name="connsiteY4" fmla="*/ 1573960 h 1748844"/>
              <a:gd name="connsiteX5" fmla="*/ 1945464 w 2120348"/>
              <a:gd name="connsiteY5" fmla="*/ 1748844 h 1748844"/>
              <a:gd name="connsiteX6" fmla="*/ 174884 w 2120348"/>
              <a:gd name="connsiteY6" fmla="*/ 1748844 h 1748844"/>
              <a:gd name="connsiteX7" fmla="*/ 0 w 2120348"/>
              <a:gd name="connsiteY7" fmla="*/ 1573960 h 1748844"/>
              <a:gd name="connsiteX8" fmla="*/ 0 w 2120348"/>
              <a:gd name="connsiteY8" fmla="*/ 174884 h 174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0348" h="1748844">
                <a:moveTo>
                  <a:pt x="0" y="174884"/>
                </a:moveTo>
                <a:cubicBezTo>
                  <a:pt x="0" y="78298"/>
                  <a:pt x="78298" y="0"/>
                  <a:pt x="174884" y="0"/>
                </a:cubicBezTo>
                <a:lnTo>
                  <a:pt x="1945464" y="0"/>
                </a:lnTo>
                <a:cubicBezTo>
                  <a:pt x="2042050" y="0"/>
                  <a:pt x="2120348" y="78298"/>
                  <a:pt x="2120348" y="174884"/>
                </a:cubicBezTo>
                <a:lnTo>
                  <a:pt x="2120348" y="1573960"/>
                </a:lnTo>
                <a:cubicBezTo>
                  <a:pt x="2120348" y="1670546"/>
                  <a:pt x="2042050" y="1748844"/>
                  <a:pt x="1945464" y="1748844"/>
                </a:cubicBezTo>
                <a:lnTo>
                  <a:pt x="174884" y="1748844"/>
                </a:lnTo>
                <a:cubicBezTo>
                  <a:pt x="78298" y="1748844"/>
                  <a:pt x="0" y="1670546"/>
                  <a:pt x="0" y="1573960"/>
                </a:cubicBezTo>
                <a:lnTo>
                  <a:pt x="0" y="174884"/>
                </a:lnTo>
                <a:close/>
              </a:path>
            </a:pathLst>
          </a:custGeom>
          <a:ln>
            <a:solidFill>
              <a:srgbClr val="003E81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921" tIns="481674" rIns="106921" bIns="106921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形状 35"/>
          <p:cNvSpPr/>
          <p:nvPr>
            <p:custDataLst>
              <p:tags r:id="rId12"/>
            </p:custDataLst>
          </p:nvPr>
        </p:nvSpPr>
        <p:spPr>
          <a:xfrm>
            <a:off x="7265565" y="1673319"/>
            <a:ext cx="1884754" cy="749504"/>
          </a:xfrm>
          <a:custGeom>
            <a:avLst/>
            <a:gdLst>
              <a:gd name="connsiteX0" fmla="*/ 0 w 1884754"/>
              <a:gd name="connsiteY0" fmla="*/ 74950 h 749504"/>
              <a:gd name="connsiteX1" fmla="*/ 74950 w 1884754"/>
              <a:gd name="connsiteY1" fmla="*/ 0 h 749504"/>
              <a:gd name="connsiteX2" fmla="*/ 1809804 w 1884754"/>
              <a:gd name="connsiteY2" fmla="*/ 0 h 749504"/>
              <a:gd name="connsiteX3" fmla="*/ 1884754 w 1884754"/>
              <a:gd name="connsiteY3" fmla="*/ 74950 h 749504"/>
              <a:gd name="connsiteX4" fmla="*/ 1884754 w 1884754"/>
              <a:gd name="connsiteY4" fmla="*/ 674554 h 749504"/>
              <a:gd name="connsiteX5" fmla="*/ 1809804 w 1884754"/>
              <a:gd name="connsiteY5" fmla="*/ 749504 h 749504"/>
              <a:gd name="connsiteX6" fmla="*/ 74950 w 1884754"/>
              <a:gd name="connsiteY6" fmla="*/ 749504 h 749504"/>
              <a:gd name="connsiteX7" fmla="*/ 0 w 1884754"/>
              <a:gd name="connsiteY7" fmla="*/ 674554 h 749504"/>
              <a:gd name="connsiteX8" fmla="*/ 0 w 1884754"/>
              <a:gd name="connsiteY8" fmla="*/ 74950 h 749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4754" h="749504">
                <a:moveTo>
                  <a:pt x="0" y="74950"/>
                </a:moveTo>
                <a:cubicBezTo>
                  <a:pt x="0" y="33556"/>
                  <a:pt x="33556" y="0"/>
                  <a:pt x="74950" y="0"/>
                </a:cubicBezTo>
                <a:lnTo>
                  <a:pt x="1809804" y="0"/>
                </a:lnTo>
                <a:cubicBezTo>
                  <a:pt x="1851198" y="0"/>
                  <a:pt x="1884754" y="33556"/>
                  <a:pt x="1884754" y="74950"/>
                </a:cubicBezTo>
                <a:lnTo>
                  <a:pt x="1884754" y="674554"/>
                </a:lnTo>
                <a:cubicBezTo>
                  <a:pt x="1884754" y="715948"/>
                  <a:pt x="1851198" y="749504"/>
                  <a:pt x="1809804" y="749504"/>
                </a:cubicBezTo>
                <a:lnTo>
                  <a:pt x="74950" y="749504"/>
                </a:lnTo>
                <a:cubicBezTo>
                  <a:pt x="33556" y="749504"/>
                  <a:pt x="0" y="715948"/>
                  <a:pt x="0" y="674554"/>
                </a:cubicBezTo>
                <a:lnTo>
                  <a:pt x="0" y="7495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52" tIns="72752" rIns="98152" bIns="72752" numCol="1" spcCol="1270" anchor="ctr" anchorCtr="0">
            <a:noAutofit/>
          </a:bodyPr>
          <a:lstStyle/>
          <a:p>
            <a:pPr lvl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week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(第12周)</a:t>
            </a:r>
            <a:endParaRPr lang="en-US" altLang="zh-CN" sz="2000" b="1" kern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7" name="文本框 8"/>
          <p:cNvSpPr txBox="1"/>
          <p:nvPr>
            <p:custDataLst>
              <p:tags r:id="rId13"/>
            </p:custDataLst>
          </p:nvPr>
        </p:nvSpPr>
        <p:spPr>
          <a:xfrm>
            <a:off x="590550" y="2223770"/>
            <a:ext cx="2234565" cy="1489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buClrTx/>
              <a:buSzTx/>
              <a:buNone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P0: 基线复现与问题定位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核心：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搭建环境，定位异步漏报，建立复现用例集</a:t>
            </a:r>
            <a:endParaRPr lang="zh-CN" altLang="en-US" sz="14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产出：基线报告 / 问题清单 / 复现用例集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8"/>
          <p:cNvSpPr txBox="1"/>
          <p:nvPr>
            <p:custDataLst>
              <p:tags r:id="rId14"/>
            </p:custDataLst>
          </p:nvPr>
        </p:nvSpPr>
        <p:spPr>
          <a:xfrm>
            <a:off x="4531995" y="3503930"/>
            <a:ext cx="2410460" cy="1121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P2: Then链式透传规则开发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实现Then链式规则，进行多场景联调</a:t>
            </a:r>
            <a:endParaRPr lang="zh-CN" altLang="en-US" sz="14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产出：全量测试用例 / 污点链路验证结果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8"/>
          <p:cNvSpPr txBox="1"/>
          <p:nvPr>
            <p:custDataLst>
              <p:tags r:id="rId15"/>
            </p:custDataLst>
          </p:nvPr>
        </p:nvSpPr>
        <p:spPr>
          <a:xfrm>
            <a:off x="2895600" y="1760220"/>
            <a:ext cx="21558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P1: Await透传规则开发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设计并开发Await规则，完成单元测试</a:t>
            </a:r>
            <a:endParaRPr lang="zh-CN" altLang="en-US" sz="14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产出：规则代码 / 单元测试用例 / 修复验证报告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8"/>
          <p:cNvSpPr txBox="1"/>
          <p:nvPr>
            <p:custDataLst>
              <p:tags r:id="rId16"/>
            </p:custDataLst>
          </p:nvPr>
        </p:nvSpPr>
        <p:spPr>
          <a:xfrm>
            <a:off x="7060565" y="2659380"/>
            <a:ext cx="22593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P3: 边界适配与误报控制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优化边界场景适配，控制误报，回归验证</a:t>
            </a:r>
            <a:endParaRPr lang="zh-CN" altLang="en-US" sz="14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产出：适配代码 / 回归测试报告 / 误报控制策略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形状 7"/>
          <p:cNvSpPr/>
          <p:nvPr>
            <p:custDataLst>
              <p:tags r:id="rId17"/>
            </p:custDataLst>
          </p:nvPr>
        </p:nvSpPr>
        <p:spPr>
          <a:xfrm rot="19620000">
            <a:off x="5786755" y="3362960"/>
            <a:ext cx="2399665" cy="2931795"/>
          </a:xfrm>
          <a:prstGeom prst="leftCircularArrow">
            <a:avLst>
              <a:gd name="adj1" fmla="val 2550"/>
              <a:gd name="adj2" fmla="val -1417356"/>
              <a:gd name="adj3" fmla="val 2084940"/>
              <a:gd name="adj4" fmla="val 9024489"/>
              <a:gd name="adj5" fmla="val 297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3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任意形状 31"/>
          <p:cNvSpPr/>
          <p:nvPr>
            <p:custDataLst>
              <p:tags r:id="rId18"/>
            </p:custDataLst>
          </p:nvPr>
        </p:nvSpPr>
        <p:spPr>
          <a:xfrm>
            <a:off x="9380293" y="3359981"/>
            <a:ext cx="2120348" cy="1748844"/>
          </a:xfrm>
          <a:custGeom>
            <a:avLst/>
            <a:gdLst>
              <a:gd name="connsiteX0" fmla="*/ 0 w 2120348"/>
              <a:gd name="connsiteY0" fmla="*/ 174884 h 1748844"/>
              <a:gd name="connsiteX1" fmla="*/ 174884 w 2120348"/>
              <a:gd name="connsiteY1" fmla="*/ 0 h 1748844"/>
              <a:gd name="connsiteX2" fmla="*/ 1945464 w 2120348"/>
              <a:gd name="connsiteY2" fmla="*/ 0 h 1748844"/>
              <a:gd name="connsiteX3" fmla="*/ 2120348 w 2120348"/>
              <a:gd name="connsiteY3" fmla="*/ 174884 h 1748844"/>
              <a:gd name="connsiteX4" fmla="*/ 2120348 w 2120348"/>
              <a:gd name="connsiteY4" fmla="*/ 1573960 h 1748844"/>
              <a:gd name="connsiteX5" fmla="*/ 1945464 w 2120348"/>
              <a:gd name="connsiteY5" fmla="*/ 1748844 h 1748844"/>
              <a:gd name="connsiteX6" fmla="*/ 174884 w 2120348"/>
              <a:gd name="connsiteY6" fmla="*/ 1748844 h 1748844"/>
              <a:gd name="connsiteX7" fmla="*/ 0 w 2120348"/>
              <a:gd name="connsiteY7" fmla="*/ 1573960 h 1748844"/>
              <a:gd name="connsiteX8" fmla="*/ 0 w 2120348"/>
              <a:gd name="connsiteY8" fmla="*/ 174884 h 174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20348" h="1748844">
                <a:moveTo>
                  <a:pt x="0" y="174884"/>
                </a:moveTo>
                <a:cubicBezTo>
                  <a:pt x="0" y="78298"/>
                  <a:pt x="78298" y="0"/>
                  <a:pt x="174884" y="0"/>
                </a:cubicBezTo>
                <a:lnTo>
                  <a:pt x="1945464" y="0"/>
                </a:lnTo>
                <a:cubicBezTo>
                  <a:pt x="2042050" y="0"/>
                  <a:pt x="2120348" y="78298"/>
                  <a:pt x="2120348" y="174884"/>
                </a:cubicBezTo>
                <a:lnTo>
                  <a:pt x="2120348" y="1573960"/>
                </a:lnTo>
                <a:cubicBezTo>
                  <a:pt x="2120348" y="1670546"/>
                  <a:pt x="2042050" y="1748844"/>
                  <a:pt x="1945464" y="1748844"/>
                </a:cubicBezTo>
                <a:lnTo>
                  <a:pt x="174884" y="1748844"/>
                </a:lnTo>
                <a:cubicBezTo>
                  <a:pt x="78298" y="1748844"/>
                  <a:pt x="0" y="1670546"/>
                  <a:pt x="0" y="1573960"/>
                </a:cubicBezTo>
                <a:lnTo>
                  <a:pt x="0" y="174884"/>
                </a:lnTo>
                <a:close/>
              </a:path>
            </a:pathLst>
          </a:custGeom>
          <a:ln>
            <a:solidFill>
              <a:srgbClr val="003E81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921" tIns="106921" rIns="106921" bIns="481674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3500" kern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形状 33"/>
          <p:cNvSpPr/>
          <p:nvPr>
            <p:custDataLst>
              <p:tags r:id="rId19"/>
            </p:custDataLst>
          </p:nvPr>
        </p:nvSpPr>
        <p:spPr>
          <a:xfrm>
            <a:off x="9851481" y="5069353"/>
            <a:ext cx="1884754" cy="749504"/>
          </a:xfrm>
          <a:custGeom>
            <a:avLst/>
            <a:gdLst>
              <a:gd name="connsiteX0" fmla="*/ 0 w 1884754"/>
              <a:gd name="connsiteY0" fmla="*/ 74950 h 749504"/>
              <a:gd name="connsiteX1" fmla="*/ 74950 w 1884754"/>
              <a:gd name="connsiteY1" fmla="*/ 0 h 749504"/>
              <a:gd name="connsiteX2" fmla="*/ 1809804 w 1884754"/>
              <a:gd name="connsiteY2" fmla="*/ 0 h 749504"/>
              <a:gd name="connsiteX3" fmla="*/ 1884754 w 1884754"/>
              <a:gd name="connsiteY3" fmla="*/ 74950 h 749504"/>
              <a:gd name="connsiteX4" fmla="*/ 1884754 w 1884754"/>
              <a:gd name="connsiteY4" fmla="*/ 674554 h 749504"/>
              <a:gd name="connsiteX5" fmla="*/ 1809804 w 1884754"/>
              <a:gd name="connsiteY5" fmla="*/ 749504 h 749504"/>
              <a:gd name="connsiteX6" fmla="*/ 74950 w 1884754"/>
              <a:gd name="connsiteY6" fmla="*/ 749504 h 749504"/>
              <a:gd name="connsiteX7" fmla="*/ 0 w 1884754"/>
              <a:gd name="connsiteY7" fmla="*/ 674554 h 749504"/>
              <a:gd name="connsiteX8" fmla="*/ 0 w 1884754"/>
              <a:gd name="connsiteY8" fmla="*/ 74950 h 749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4754" h="749504">
                <a:moveTo>
                  <a:pt x="0" y="74950"/>
                </a:moveTo>
                <a:cubicBezTo>
                  <a:pt x="0" y="33556"/>
                  <a:pt x="33556" y="0"/>
                  <a:pt x="74950" y="0"/>
                </a:cubicBezTo>
                <a:lnTo>
                  <a:pt x="1809804" y="0"/>
                </a:lnTo>
                <a:cubicBezTo>
                  <a:pt x="1851198" y="0"/>
                  <a:pt x="1884754" y="33556"/>
                  <a:pt x="1884754" y="74950"/>
                </a:cubicBezTo>
                <a:lnTo>
                  <a:pt x="1884754" y="674554"/>
                </a:lnTo>
                <a:cubicBezTo>
                  <a:pt x="1884754" y="715948"/>
                  <a:pt x="1851198" y="749504"/>
                  <a:pt x="1809804" y="749504"/>
                </a:cubicBezTo>
                <a:lnTo>
                  <a:pt x="74950" y="749504"/>
                </a:lnTo>
                <a:cubicBezTo>
                  <a:pt x="33556" y="749504"/>
                  <a:pt x="0" y="715948"/>
                  <a:pt x="0" y="674554"/>
                </a:cubicBezTo>
                <a:lnTo>
                  <a:pt x="0" y="7495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52" tIns="72752" rIns="98152" bIns="72752" numCol="1" spcCol="1270" anchor="ctr" anchorCtr="0">
            <a:noAutofit/>
          </a:bodyPr>
          <a:lstStyle/>
          <a:p>
            <a:pPr lvl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b="1" kern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weeks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(第13-14周)</a:t>
            </a:r>
            <a:endParaRPr lang="en-US" altLang="zh-CN" sz="2000" b="1" kern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4" name="文本框 8"/>
          <p:cNvSpPr txBox="1"/>
          <p:nvPr>
            <p:custDataLst>
              <p:tags r:id="rId20"/>
            </p:custDataLst>
          </p:nvPr>
        </p:nvSpPr>
        <p:spPr>
          <a:xfrm>
            <a:off x="9399905" y="3340100"/>
            <a:ext cx="21615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P4: 对比实验与成果整理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开展对比实验，统计指标，整理报告</a:t>
            </a:r>
            <a:endParaRPr lang="zh-CN" altLang="en-US" sz="14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产出：对比报告 / 可视化分析 / 完整研究报告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 advTm="0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8687"/>
            <a:ext cx="188686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14673" y="178263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核心参考</a:t>
            </a:r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875" y="3775075"/>
            <a:ext cx="12175490" cy="23850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56255" y="30803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论文地址：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https://dl.acm.org/doi/10.1145/379386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1950085" y="1711960"/>
            <a:ext cx="8328025" cy="1169670"/>
          </a:xfrm>
          <a:prstGeom prst="rect">
            <a:avLst/>
          </a:prstGeom>
          <a:solidFill>
            <a:srgbClr val="3E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277110" y="1682750"/>
            <a:ext cx="782256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HapFlow: The Taint Analysis Framework for OpenHarmony Apps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4655" y="3881120"/>
            <a:ext cx="1116266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作者：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HAONAN CHEN, Beihang University, Beijing, China 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MINGYI ZHOU, Beihang University, Beijing, China 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YANJIE ZHAO, Huazhong University of Science and Technology, Wuhan, Hubei, China 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LI LI, Beihang University, Beijing, China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核心思想：首个针对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OpenHarmony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原生应用的静态污点分析框架，基于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ArkAnalyzer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构建，通过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LLM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辅助的源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 sink API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识别、生命周期建模、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IFDS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算法扩展等创新，实现高精度的污点分析。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Tm="0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634" y="188687"/>
            <a:ext cx="187052" cy="592364"/>
            <a:chOff x="11571416" y="3959358"/>
            <a:chExt cx="620584" cy="1723139"/>
          </a:xfrm>
        </p:grpSpPr>
        <p:sp>
          <p:nvSpPr>
            <p:cNvPr id="5" name="矩形 4"/>
            <p:cNvSpPr/>
            <p:nvPr/>
          </p:nvSpPr>
          <p:spPr>
            <a:xfrm>
              <a:off x="11571416" y="3959358"/>
              <a:ext cx="620584" cy="1723137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571416" y="5115169"/>
              <a:ext cx="620584" cy="567328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40267" y="178263"/>
            <a:ext cx="292906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3E4150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3600" b="1" dirty="0">
              <a:solidFill>
                <a:srgbClr val="3E41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Freeform 6"/>
          <p:cNvSpPr/>
          <p:nvPr>
            <p:custDataLst>
              <p:tags r:id="rId1"/>
            </p:custDataLst>
          </p:nvPr>
        </p:nvSpPr>
        <p:spPr bwMode="auto">
          <a:xfrm>
            <a:off x="4290859" y="2264093"/>
            <a:ext cx="2338909" cy="1441591"/>
          </a:xfrm>
          <a:custGeom>
            <a:avLst/>
            <a:gdLst>
              <a:gd name="T0" fmla="*/ 328 w 591"/>
              <a:gd name="T1" fmla="*/ 111 h 364"/>
              <a:gd name="T2" fmla="*/ 277 w 591"/>
              <a:gd name="T3" fmla="*/ 187 h 364"/>
              <a:gd name="T4" fmla="*/ 423 w 591"/>
              <a:gd name="T5" fmla="*/ 295 h 364"/>
              <a:gd name="T6" fmla="*/ 591 w 591"/>
              <a:gd name="T7" fmla="*/ 351 h 364"/>
              <a:gd name="T8" fmla="*/ 589 w 591"/>
              <a:gd name="T9" fmla="*/ 364 h 364"/>
              <a:gd name="T10" fmla="*/ 381 w 591"/>
              <a:gd name="T11" fmla="*/ 325 h 364"/>
              <a:gd name="T12" fmla="*/ 69 w 591"/>
              <a:gd name="T13" fmla="*/ 131 h 364"/>
              <a:gd name="T14" fmla="*/ 0 w 591"/>
              <a:gd name="T15" fmla="*/ 96 h 364"/>
              <a:gd name="T16" fmla="*/ 140 w 591"/>
              <a:gd name="T17" fmla="*/ 5 h 364"/>
              <a:gd name="T18" fmla="*/ 177 w 591"/>
              <a:gd name="T19" fmla="*/ 9 h 364"/>
              <a:gd name="T20" fmla="*/ 328 w 591"/>
              <a:gd name="T21" fmla="*/ 111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1" h="364">
                <a:moveTo>
                  <a:pt x="328" y="111"/>
                </a:moveTo>
                <a:cubicBezTo>
                  <a:pt x="259" y="119"/>
                  <a:pt x="242" y="150"/>
                  <a:pt x="277" y="187"/>
                </a:cubicBezTo>
                <a:cubicBezTo>
                  <a:pt x="319" y="230"/>
                  <a:pt x="370" y="267"/>
                  <a:pt x="423" y="295"/>
                </a:cubicBezTo>
                <a:cubicBezTo>
                  <a:pt x="475" y="322"/>
                  <a:pt x="535" y="333"/>
                  <a:pt x="591" y="351"/>
                </a:cubicBezTo>
                <a:cubicBezTo>
                  <a:pt x="591" y="355"/>
                  <a:pt x="590" y="360"/>
                  <a:pt x="589" y="364"/>
                </a:cubicBezTo>
                <a:cubicBezTo>
                  <a:pt x="520" y="351"/>
                  <a:pt x="449" y="345"/>
                  <a:pt x="381" y="325"/>
                </a:cubicBezTo>
                <a:cubicBezTo>
                  <a:pt x="260" y="291"/>
                  <a:pt x="149" y="236"/>
                  <a:pt x="69" y="131"/>
                </a:cubicBezTo>
                <a:cubicBezTo>
                  <a:pt x="56" y="115"/>
                  <a:pt x="28" y="110"/>
                  <a:pt x="0" y="96"/>
                </a:cubicBezTo>
                <a:cubicBezTo>
                  <a:pt x="47" y="65"/>
                  <a:pt x="93" y="33"/>
                  <a:pt x="140" y="5"/>
                </a:cubicBezTo>
                <a:cubicBezTo>
                  <a:pt x="149" y="0"/>
                  <a:pt x="168" y="3"/>
                  <a:pt x="177" y="9"/>
                </a:cubicBezTo>
                <a:cubicBezTo>
                  <a:pt x="224" y="39"/>
                  <a:pt x="270" y="71"/>
                  <a:pt x="328" y="111"/>
                </a:cubicBezTo>
                <a:close/>
              </a:path>
            </a:pathLst>
          </a:custGeom>
          <a:solidFill>
            <a:srgbClr val="3E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 8"/>
          <p:cNvSpPr/>
          <p:nvPr>
            <p:custDataLst>
              <p:tags r:id="rId2"/>
            </p:custDataLst>
          </p:nvPr>
        </p:nvSpPr>
        <p:spPr bwMode="auto">
          <a:xfrm>
            <a:off x="5929986" y="2222064"/>
            <a:ext cx="1138983" cy="1012897"/>
          </a:xfrm>
          <a:custGeom>
            <a:avLst/>
            <a:gdLst>
              <a:gd name="T0" fmla="*/ 288 w 288"/>
              <a:gd name="T1" fmla="*/ 122 h 256"/>
              <a:gd name="T2" fmla="*/ 179 w 288"/>
              <a:gd name="T3" fmla="*/ 120 h 256"/>
              <a:gd name="T4" fmla="*/ 84 w 288"/>
              <a:gd name="T5" fmla="*/ 100 h 256"/>
              <a:gd name="T6" fmla="*/ 33 w 288"/>
              <a:gd name="T7" fmla="*/ 177 h 256"/>
              <a:gd name="T8" fmla="*/ 22 w 288"/>
              <a:gd name="T9" fmla="*/ 256 h 256"/>
              <a:gd name="T10" fmla="*/ 1 w 288"/>
              <a:gd name="T11" fmla="*/ 117 h 256"/>
              <a:gd name="T12" fmla="*/ 146 w 288"/>
              <a:gd name="T13" fmla="*/ 31 h 256"/>
              <a:gd name="T14" fmla="*/ 288 w 288"/>
              <a:gd name="T15" fmla="*/ 122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8" h="256">
                <a:moveTo>
                  <a:pt x="288" y="122"/>
                </a:moveTo>
                <a:cubicBezTo>
                  <a:pt x="241" y="135"/>
                  <a:pt x="215" y="160"/>
                  <a:pt x="179" y="120"/>
                </a:cubicBezTo>
                <a:cubicBezTo>
                  <a:pt x="160" y="99"/>
                  <a:pt x="111" y="91"/>
                  <a:pt x="84" y="100"/>
                </a:cubicBezTo>
                <a:cubicBezTo>
                  <a:pt x="61" y="108"/>
                  <a:pt x="44" y="148"/>
                  <a:pt x="33" y="177"/>
                </a:cubicBezTo>
                <a:cubicBezTo>
                  <a:pt x="25" y="200"/>
                  <a:pt x="32" y="228"/>
                  <a:pt x="22" y="256"/>
                </a:cubicBezTo>
                <a:cubicBezTo>
                  <a:pt x="14" y="209"/>
                  <a:pt x="0" y="163"/>
                  <a:pt x="1" y="117"/>
                </a:cubicBezTo>
                <a:cubicBezTo>
                  <a:pt x="3" y="42"/>
                  <a:pt x="73" y="0"/>
                  <a:pt x="146" y="31"/>
                </a:cubicBezTo>
                <a:cubicBezTo>
                  <a:pt x="193" y="50"/>
                  <a:pt x="234" y="86"/>
                  <a:pt x="288" y="122"/>
                </a:cubicBezTo>
                <a:close/>
              </a:path>
            </a:pathLst>
          </a:custGeom>
          <a:solidFill>
            <a:srgbClr val="CF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8" name="Freeform 7"/>
          <p:cNvSpPr/>
          <p:nvPr>
            <p:custDataLst>
              <p:tags r:id="rId3"/>
            </p:custDataLst>
          </p:nvPr>
        </p:nvSpPr>
        <p:spPr bwMode="auto">
          <a:xfrm>
            <a:off x="6388101" y="2913440"/>
            <a:ext cx="1628620" cy="1775722"/>
          </a:xfrm>
          <a:custGeom>
            <a:avLst/>
            <a:gdLst>
              <a:gd name="T0" fmla="*/ 358 w 411"/>
              <a:gd name="T1" fmla="*/ 449 h 449"/>
              <a:gd name="T2" fmla="*/ 229 w 411"/>
              <a:gd name="T3" fmla="*/ 251 h 449"/>
              <a:gd name="T4" fmla="*/ 250 w 411"/>
              <a:gd name="T5" fmla="*/ 191 h 449"/>
              <a:gd name="T6" fmla="*/ 63 w 411"/>
              <a:gd name="T7" fmla="*/ 28 h 449"/>
              <a:gd name="T8" fmla="*/ 0 w 411"/>
              <a:gd name="T9" fmla="*/ 0 h 449"/>
              <a:gd name="T10" fmla="*/ 274 w 411"/>
              <a:gd name="T11" fmla="*/ 139 h 449"/>
              <a:gd name="T12" fmla="*/ 396 w 411"/>
              <a:gd name="T13" fmla="*/ 312 h 449"/>
              <a:gd name="T14" fmla="*/ 376 w 411"/>
              <a:gd name="T15" fmla="*/ 449 h 449"/>
              <a:gd name="T16" fmla="*/ 358 w 411"/>
              <a:gd name="T17" fmla="*/ 449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1" h="449">
                <a:moveTo>
                  <a:pt x="358" y="449"/>
                </a:moveTo>
                <a:cubicBezTo>
                  <a:pt x="316" y="385"/>
                  <a:pt x="274" y="320"/>
                  <a:pt x="229" y="251"/>
                </a:cubicBezTo>
                <a:cubicBezTo>
                  <a:pt x="272" y="244"/>
                  <a:pt x="262" y="217"/>
                  <a:pt x="250" y="191"/>
                </a:cubicBezTo>
                <a:cubicBezTo>
                  <a:pt x="212" y="109"/>
                  <a:pt x="142" y="63"/>
                  <a:pt x="63" y="28"/>
                </a:cubicBezTo>
                <a:cubicBezTo>
                  <a:pt x="42" y="19"/>
                  <a:pt x="20" y="12"/>
                  <a:pt x="0" y="0"/>
                </a:cubicBezTo>
                <a:cubicBezTo>
                  <a:pt x="108" y="12"/>
                  <a:pt x="201" y="60"/>
                  <a:pt x="274" y="139"/>
                </a:cubicBezTo>
                <a:cubicBezTo>
                  <a:pt x="321" y="191"/>
                  <a:pt x="369" y="248"/>
                  <a:pt x="396" y="312"/>
                </a:cubicBezTo>
                <a:cubicBezTo>
                  <a:pt x="411" y="348"/>
                  <a:pt x="384" y="403"/>
                  <a:pt x="376" y="449"/>
                </a:cubicBezTo>
                <a:cubicBezTo>
                  <a:pt x="370" y="449"/>
                  <a:pt x="364" y="449"/>
                  <a:pt x="358" y="449"/>
                </a:cubicBezTo>
                <a:close/>
              </a:path>
            </a:pathLst>
          </a:custGeom>
          <a:solidFill>
            <a:srgbClr val="3E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Freeform 5"/>
          <p:cNvSpPr/>
          <p:nvPr>
            <p:custDataLst>
              <p:tags r:id="rId4"/>
            </p:custDataLst>
          </p:nvPr>
        </p:nvSpPr>
        <p:spPr bwMode="auto">
          <a:xfrm>
            <a:off x="5141945" y="3436699"/>
            <a:ext cx="1952243" cy="2004779"/>
          </a:xfrm>
          <a:custGeom>
            <a:avLst/>
            <a:gdLst>
              <a:gd name="T0" fmla="*/ 242 w 493"/>
              <a:gd name="T1" fmla="*/ 505 h 507"/>
              <a:gd name="T2" fmla="*/ 0 w 493"/>
              <a:gd name="T3" fmla="*/ 303 h 507"/>
              <a:gd name="T4" fmla="*/ 230 w 493"/>
              <a:gd name="T5" fmla="*/ 129 h 507"/>
              <a:gd name="T6" fmla="*/ 314 w 493"/>
              <a:gd name="T7" fmla="*/ 211 h 507"/>
              <a:gd name="T8" fmla="*/ 421 w 493"/>
              <a:gd name="T9" fmla="*/ 129 h 507"/>
              <a:gd name="T10" fmla="*/ 443 w 493"/>
              <a:gd name="T11" fmla="*/ 0 h 507"/>
              <a:gd name="T12" fmla="*/ 418 w 493"/>
              <a:gd name="T13" fmla="*/ 311 h 507"/>
              <a:gd name="T14" fmla="*/ 329 w 493"/>
              <a:gd name="T15" fmla="*/ 397 h 507"/>
              <a:gd name="T16" fmla="*/ 258 w 493"/>
              <a:gd name="T17" fmla="*/ 507 h 507"/>
              <a:gd name="T18" fmla="*/ 242 w 493"/>
              <a:gd name="T19" fmla="*/ 505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3" h="507">
                <a:moveTo>
                  <a:pt x="242" y="505"/>
                </a:moveTo>
                <a:cubicBezTo>
                  <a:pt x="164" y="440"/>
                  <a:pt x="85" y="375"/>
                  <a:pt x="0" y="303"/>
                </a:cubicBezTo>
                <a:cubicBezTo>
                  <a:pt x="79" y="244"/>
                  <a:pt x="150" y="189"/>
                  <a:pt x="230" y="129"/>
                </a:cubicBezTo>
                <a:cubicBezTo>
                  <a:pt x="234" y="190"/>
                  <a:pt x="263" y="214"/>
                  <a:pt x="314" y="211"/>
                </a:cubicBezTo>
                <a:cubicBezTo>
                  <a:pt x="369" y="209"/>
                  <a:pt x="405" y="177"/>
                  <a:pt x="421" y="129"/>
                </a:cubicBezTo>
                <a:cubicBezTo>
                  <a:pt x="434" y="87"/>
                  <a:pt x="436" y="42"/>
                  <a:pt x="443" y="0"/>
                </a:cubicBezTo>
                <a:cubicBezTo>
                  <a:pt x="493" y="74"/>
                  <a:pt x="484" y="220"/>
                  <a:pt x="418" y="311"/>
                </a:cubicBezTo>
                <a:cubicBezTo>
                  <a:pt x="394" y="344"/>
                  <a:pt x="363" y="374"/>
                  <a:pt x="329" y="397"/>
                </a:cubicBezTo>
                <a:cubicBezTo>
                  <a:pt x="289" y="423"/>
                  <a:pt x="241" y="438"/>
                  <a:pt x="258" y="507"/>
                </a:cubicBezTo>
                <a:cubicBezTo>
                  <a:pt x="252" y="506"/>
                  <a:pt x="247" y="506"/>
                  <a:pt x="242" y="505"/>
                </a:cubicBezTo>
                <a:close/>
              </a:path>
            </a:pathLst>
          </a:custGeom>
          <a:solidFill>
            <a:srgbClr val="CF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6" name="组合 35"/>
          <p:cNvGrpSpPr/>
          <p:nvPr>
            <p:custDataLst>
              <p:tags r:id="rId5"/>
            </p:custDataLst>
          </p:nvPr>
        </p:nvGrpSpPr>
        <p:grpSpPr>
          <a:xfrm>
            <a:off x="527085" y="1661446"/>
            <a:ext cx="3324572" cy="2448440"/>
            <a:chOff x="440267" y="1661446"/>
            <a:chExt cx="3324572" cy="2448440"/>
          </a:xfrm>
        </p:grpSpPr>
        <p:sp>
          <p:nvSpPr>
            <p:cNvPr id="33" name="Text Placeholder 2"/>
            <p:cNvSpPr txBox="1"/>
            <p:nvPr>
              <p:custDataLst>
                <p:tags r:id="rId6"/>
              </p:custDataLst>
            </p:nvPr>
          </p:nvSpPr>
          <p:spPr>
            <a:xfrm>
              <a:off x="1634067" y="1661446"/>
              <a:ext cx="2130425" cy="394335"/>
            </a:xfrm>
            <a:prstGeom prst="rect">
              <a:avLst/>
            </a:prstGeom>
          </p:spPr>
          <p:txBody>
            <a:bodyPr vert="horz"/>
            <a:lstStyle>
              <a:lvl1pPr marL="0" indent="0" algn="l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200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condensed"/>
                  <a:ea typeface="+mn-ea"/>
                  <a:cs typeface="Roboto condensed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4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选题背景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7"/>
              </p:custDataLst>
            </p:nvPr>
          </p:nvSpPr>
          <p:spPr>
            <a:xfrm>
              <a:off x="440267" y="2173136"/>
              <a:ext cx="3324572" cy="193675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indent="457200" algn="l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OpenHarmony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生态迅猛发展，应用数量与复杂度激增。</a:t>
              </a: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ArkTS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异步编程范式带来新挑战，传统工具难追踪异步路径，导致安全检测存在盲区。</a:t>
              </a:r>
              <a:endPara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8"/>
            </p:custDataLst>
          </p:nvPr>
        </p:nvGrpSpPr>
        <p:grpSpPr>
          <a:xfrm>
            <a:off x="1391830" y="4194189"/>
            <a:ext cx="3324572" cy="2078870"/>
            <a:chOff x="440267" y="1661446"/>
            <a:chExt cx="3324572" cy="2078870"/>
          </a:xfrm>
        </p:grpSpPr>
        <p:sp>
          <p:nvSpPr>
            <p:cNvPr id="38" name="Text Placeholder 2"/>
            <p:cNvSpPr txBox="1"/>
            <p:nvPr>
              <p:custDataLst>
                <p:tags r:id="rId9"/>
              </p:custDataLst>
            </p:nvPr>
          </p:nvSpPr>
          <p:spPr>
            <a:xfrm>
              <a:off x="769197" y="1661446"/>
              <a:ext cx="2995295" cy="394335"/>
            </a:xfrm>
            <a:prstGeom prst="rect">
              <a:avLst/>
            </a:prstGeom>
          </p:spPr>
          <p:txBody>
            <a:bodyPr vert="horz"/>
            <a:lstStyle>
              <a:lvl1pPr marL="0" indent="0" algn="l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200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condensed"/>
                  <a:ea typeface="+mn-ea"/>
                  <a:cs typeface="Roboto condensed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4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研究意义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0"/>
              </p:custDataLst>
            </p:nvPr>
          </p:nvSpPr>
          <p:spPr>
            <a:xfrm>
              <a:off x="440267" y="2173136"/>
              <a:ext cx="3324572" cy="156718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indent="457200" algn="l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HapFlow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框架填补了</a:t>
              </a: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ArkTS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异步特性分析空白，提升漏洞检测精度，为开发者提供自动化工具，有力保障鸿蒙生态安全建设。</a:t>
              </a:r>
              <a:endPara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11"/>
            </p:custDataLst>
          </p:nvPr>
        </p:nvGrpSpPr>
        <p:grpSpPr>
          <a:xfrm>
            <a:off x="7938811" y="1661446"/>
            <a:ext cx="3324572" cy="2072661"/>
            <a:chOff x="440267" y="1667655"/>
            <a:chExt cx="3324572" cy="2072661"/>
          </a:xfrm>
        </p:grpSpPr>
        <p:sp>
          <p:nvSpPr>
            <p:cNvPr id="41" name="Text Placeholder 2"/>
            <p:cNvSpPr txBox="1"/>
            <p:nvPr>
              <p:custDataLst>
                <p:tags r:id="rId12"/>
              </p:custDataLst>
            </p:nvPr>
          </p:nvSpPr>
          <p:spPr>
            <a:xfrm>
              <a:off x="440267" y="1667655"/>
              <a:ext cx="2950210" cy="394335"/>
            </a:xfrm>
            <a:prstGeom prst="rect">
              <a:avLst/>
            </a:prstGeom>
          </p:spPr>
          <p:txBody>
            <a:bodyPr vert="horz"/>
            <a:lstStyle>
              <a:lvl1pPr marL="0" indent="0" algn="l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200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condensed"/>
                  <a:ea typeface="+mn-ea"/>
                  <a:cs typeface="Roboto condensed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工具选择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3"/>
              </p:custDataLst>
            </p:nvPr>
          </p:nvSpPr>
          <p:spPr>
            <a:xfrm>
              <a:off x="440267" y="2173136"/>
              <a:ext cx="3324572" cy="156718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indent="457200"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选用</a:t>
              </a: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HapFlow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作为核心工具。它专为</a:t>
              </a: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OpenHarmony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设计，深度集成</a:t>
              </a: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ArkTS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特性，具备高精度污点追踪能力，架构模块化且可扩展。</a:t>
              </a:r>
              <a:endPara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4"/>
            </p:custDataLst>
          </p:nvPr>
        </p:nvGrpSpPr>
        <p:grpSpPr>
          <a:xfrm>
            <a:off x="8340344" y="4340001"/>
            <a:ext cx="3324572" cy="2442231"/>
            <a:chOff x="440267" y="1667655"/>
            <a:chExt cx="3324572" cy="2442231"/>
          </a:xfrm>
        </p:grpSpPr>
        <p:sp>
          <p:nvSpPr>
            <p:cNvPr id="44" name="Text Placeholder 2"/>
            <p:cNvSpPr txBox="1"/>
            <p:nvPr>
              <p:custDataLst>
                <p:tags r:id="rId15"/>
              </p:custDataLst>
            </p:nvPr>
          </p:nvSpPr>
          <p:spPr>
            <a:xfrm>
              <a:off x="440267" y="1667655"/>
              <a:ext cx="2830830" cy="394335"/>
            </a:xfrm>
            <a:prstGeom prst="rect">
              <a:avLst/>
            </a:prstGeom>
          </p:spPr>
          <p:txBody>
            <a:bodyPr vert="horz"/>
            <a:lstStyle>
              <a:lvl1pPr marL="0" indent="0" algn="l" defTabSz="457200" rtl="0" eaLnBrk="1" latinLnBrk="0" hangingPunct="1">
                <a:spcBef>
                  <a:spcPct val="20000"/>
                </a:spcBef>
                <a:buFont typeface="Arial" panose="020B0604020202020204"/>
                <a:buNone/>
                <a:defRPr sz="1200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condensed"/>
                  <a:ea typeface="+mn-ea"/>
                  <a:cs typeface="Roboto condensed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方案规划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16"/>
              </p:custDataLst>
            </p:nvPr>
          </p:nvSpPr>
          <p:spPr>
            <a:xfrm>
              <a:off x="440267" y="2173136"/>
              <a:ext cx="3324572" cy="193675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indent="457200"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核心改进是异步链路补全。构建规则驱动分析引擎，识别并连接异步调用关系，补全中断的污点传播路径，实现数据生命周期完整追踪。</a:t>
              </a:r>
              <a:endPara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897" y="0"/>
            <a:ext cx="1003301" cy="1003301"/>
          </a:xfrm>
          <a:prstGeom prst="rect">
            <a:avLst/>
          </a:prstGeom>
        </p:spPr>
      </p:pic>
    </p:spTree>
  </p:cSld>
  <p:clrMapOvr>
    <a:masterClrMapping/>
  </p:clrMapOvr>
  <p:transition spd="slow" advTm="0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 bldLvl="0" animBg="1"/>
      <p:bldP spid="25" grpId="0" bldLvl="0" animBg="1"/>
      <p:bldP spid="28" grpId="0" bldLvl="0" animBg="1"/>
      <p:bldP spid="3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1"/>
          <a:stretch>
            <a:fillRect/>
          </a:stretch>
        </p:blipFill>
        <p:spPr>
          <a:xfrm rot="8836188">
            <a:off x="3825303" y="2380525"/>
            <a:ext cx="11056882" cy="7666412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0" y="2710631"/>
            <a:ext cx="762000" cy="1590622"/>
            <a:chOff x="11891524" y="3363602"/>
            <a:chExt cx="3362326" cy="1590622"/>
          </a:xfrm>
        </p:grpSpPr>
        <p:sp>
          <p:nvSpPr>
            <p:cNvPr id="29" name="矩形 28"/>
            <p:cNvSpPr/>
            <p:nvPr/>
          </p:nvSpPr>
          <p:spPr>
            <a:xfrm>
              <a:off x="11891524" y="3363602"/>
              <a:ext cx="3362325" cy="1577634"/>
            </a:xfrm>
            <a:prstGeom prst="rect">
              <a:avLst/>
            </a:prstGeom>
            <a:solidFill>
              <a:srgbClr val="3E41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1891524" y="4500798"/>
              <a:ext cx="3362326" cy="453426"/>
            </a:xfrm>
            <a:prstGeom prst="rect">
              <a:avLst/>
            </a:prstGeom>
            <a:solidFill>
              <a:srgbClr val="CF01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386885" y="2014429"/>
            <a:ext cx="4499177" cy="2553335"/>
            <a:chOff x="3846412" y="2076624"/>
            <a:chExt cx="4499177" cy="2553335"/>
          </a:xfrm>
        </p:grpSpPr>
        <p:sp>
          <p:nvSpPr>
            <p:cNvPr id="31" name="TextBox 12"/>
            <p:cNvSpPr txBox="1"/>
            <p:nvPr/>
          </p:nvSpPr>
          <p:spPr>
            <a:xfrm>
              <a:off x="3846412" y="2076624"/>
              <a:ext cx="4499177" cy="2553335"/>
            </a:xfrm>
            <a:prstGeom prst="rect">
              <a:avLst/>
            </a:prstGeom>
            <a:noFill/>
          </p:spPr>
          <p:txBody>
            <a:bodyPr wrap="square" lIns="91472" tIns="45736" rIns="91472" bIns="45736" rtlCol="0" anchor="ctr">
              <a:spAutoFit/>
            </a:bodyPr>
            <a:lstStyle>
              <a:defPPr>
                <a:defRPr lang="zh-CN"/>
              </a:defPPr>
              <a:lvl1pPr algn="ctr">
                <a:defRPr sz="6000" b="1">
                  <a:gradFill>
                    <a:gsLst>
                      <a:gs pos="0">
                        <a:schemeClr val="bg1"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shade val="100000"/>
                          <a:satMod val="115000"/>
                        </a:schemeClr>
                      </a:gs>
                    </a:gsLst>
                    <a:lin ang="16200000" scaled="1"/>
                  </a:gra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8000" dirty="0">
                  <a:solidFill>
                    <a:srgbClr val="3E4150"/>
                  </a:solidFill>
                </a:rPr>
                <a:t>汇报完毕，谢谢大家</a:t>
              </a:r>
              <a:endParaRPr lang="zh-CN" altLang="en-US" sz="8000" dirty="0">
                <a:solidFill>
                  <a:srgbClr val="3E4150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066757" y="4093000"/>
              <a:ext cx="407035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0370" y="462788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>
                <a:sym typeface="+mn-ea"/>
              </a:rPr>
              <a:t>污点分析方向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小组</a:t>
            </a:r>
            <a:r>
              <a:rPr lang="en-US" altLang="zh-CN">
                <a:sym typeface="+mn-ea"/>
              </a:rPr>
              <a:t>2</a:t>
            </a:r>
            <a:endParaRPr lang="en-US" altLang="zh-CN"/>
          </a:p>
          <a:p>
            <a:pPr algn="ctr"/>
            <a:r>
              <a:rPr lang="zh-CN" altLang="en-US">
                <a:sym typeface="+mn-ea"/>
              </a:rPr>
              <a:t>王鹏宇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王佳艺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陶瑞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杨棕涵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文超凡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4000">
        <p:cut/>
      </p:transition>
    </mc:Choice>
    <mc:Fallback>
      <p:transition advTm="4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64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65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66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67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68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69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0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1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2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3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4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5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6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7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8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79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0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1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2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3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4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5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6.xml><?xml version="1.0" encoding="utf-8"?>
<p:tagLst xmlns:p="http://schemas.openxmlformats.org/presentationml/2006/main">
  <p:tag name="KSO_WM_DIAGRAM_VIRTUALLY_FRAME" val="{&quot;height&quot;:274.11472440944885,&quot;left&quot;:228.3674803149605,&quot;top&quot;:111.60503937007874,&quot;width&quot;:553.1233070866144}"/>
</p:tagLst>
</file>

<file path=ppt/tags/tag87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88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89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0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1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2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3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4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5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6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7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8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99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100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101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102.xml><?xml version="1.0" encoding="utf-8"?>
<p:tagLst xmlns:p="http://schemas.openxmlformats.org/presentationml/2006/main">
  <p:tag name="KSO_WM_DIAGRAM_VIRTUALLY_FRAME" val="{&quot;height&quot;:345.15740157480315,&quot;left&quot;:526.3705511811024,&quot;top&quot;:142.54393700787404,&quot;width&quot;:357.0580314960631}"/>
</p:tagLst>
</file>

<file path=ppt/tags/tag103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04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05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06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07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08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09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10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11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12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13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14.xml><?xml version="1.0" encoding="utf-8"?>
<p:tagLst xmlns:p="http://schemas.openxmlformats.org/presentationml/2006/main">
  <p:tag name="KSO_WM_DIAGRAM_VIRTUALLY_FRAME" val="{&quot;height&quot;:414.7,&quot;left&quot;:177.23279527559052,&quot;top&quot;:86.4,&quot;width&quot;:741.0172047244095}"/>
</p:tagLst>
</file>

<file path=ppt/tags/tag115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16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17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18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19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0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1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2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3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4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5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6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7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8.xml><?xml version="1.0" encoding="utf-8"?>
<p:tagLst xmlns:p="http://schemas.openxmlformats.org/presentationml/2006/main">
  <p:tag name="KSO_WM_DIAGRAM_VIRTUALLY_FRAME" val="{&quot;height&quot;:354.2261417322835,&quot;left&quot;:280.23279527559055,&quot;top&quot;:119.45,&quot;width&quot;:591.1199606299213}"/>
</p:tagLst>
</file>

<file path=ppt/tags/tag129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0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1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2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3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4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5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6.xml><?xml version="1.0" encoding="utf-8"?>
<p:tagLst xmlns:p="http://schemas.openxmlformats.org/presentationml/2006/main">
  <p:tag name="KSO_WM_DIAGRAM_VIRTUALLY_FRAME" val="{&quot;height&quot;:331.70755905511817,&quot;left&quot;:373.32055118110236,&quot;top&quot;:132.74393700787405,&quot;width&quot;:546.5}"/>
</p:tagLst>
</file>

<file path=ppt/tags/tag137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38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39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0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1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2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3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4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5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6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7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8.xml><?xml version="1.0" encoding="utf-8"?>
<p:tagLst xmlns:p="http://schemas.openxmlformats.org/presentationml/2006/main">
  <p:tag name="KSO_WM_DIAGRAM_VIRTUALLY_FRAME" val="{&quot;height&quot;:330,&quot;left&quot;:312,&quot;top&quot;:120,&quot;width&quot;:598}"/>
</p:tagLst>
</file>

<file path=ppt/tags/tag149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0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1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2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3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4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5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6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7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8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59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60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61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62.xml><?xml version="1.0" encoding="utf-8"?>
<p:tagLst xmlns:p="http://schemas.openxmlformats.org/presentationml/2006/main">
  <p:tag name="KSO_WM_DIAGRAM_VIRTUALLY_FRAME" val="{&quot;height&quot;:383,&quot;left&quot;:279.9956694636559,&quot;top&quot;:115,&quot;width&quot;:630.0043305363441}"/>
</p:tagLst>
</file>

<file path=ppt/tags/tag163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64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65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66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67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68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69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0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1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2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3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4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5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6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7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8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79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0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1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2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3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4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5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6.xml><?xml version="1.0" encoding="utf-8"?>
<p:tagLst xmlns:p="http://schemas.openxmlformats.org/presentationml/2006/main">
  <p:tag name="KSO_WM_DIAGRAM_VIRTUALLY_FRAME" val="{&quot;height&quot;:279,&quot;left&quot;:98,&quot;top&quot;:76,&quot;width&quot;:608}"/>
</p:tagLst>
</file>

<file path=ppt/tags/tag187.xml><?xml version="1.0" encoding="utf-8"?>
<p:tagLst xmlns:p="http://schemas.openxmlformats.org/presentationml/2006/main">
  <p:tag name="KSO_WM_DIAGRAM_VIRTUALLY_FRAME" val="{&quot;height&quot;:195.0217322834646,&quot;left&quot;:41.48062992125979,&quot;top&quot;:89.39330708661414,&quot;width&quot;:756.8825984251969}"/>
</p:tagLst>
</file>

<file path=ppt/tags/tag188.xml><?xml version="1.0" encoding="utf-8"?>
<p:tagLst xmlns:p="http://schemas.openxmlformats.org/presentationml/2006/main">
  <p:tag name="KSO_WM_DIAGRAM_VIRTUALLY_FRAME" val="{&quot;height&quot;:195.0217322834646,&quot;left&quot;:41.48062992125979,&quot;top&quot;:89.39330708661414,&quot;width&quot;:756.8825984251969}"/>
</p:tagLst>
</file>

<file path=ppt/tags/tag189.xml><?xml version="1.0" encoding="utf-8"?>
<p:tagLst xmlns:p="http://schemas.openxmlformats.org/presentationml/2006/main">
  <p:tag name="KSO_WM_DIAGRAM_VIRTUALLY_FRAME" val="{&quot;height&quot;:195.0217322834646,&quot;left&quot;:41.48062992125979,&quot;top&quot;:89.39330708661414,&quot;width&quot;:756.8825984251969}"/>
</p:tagLst>
</file>

<file path=ppt/tags/tag190.xml><?xml version="1.0" encoding="utf-8"?>
<p:tagLst xmlns:p="http://schemas.openxmlformats.org/presentationml/2006/main">
  <p:tag name="KSO_WM_DIAGRAM_VIRTUALLY_FRAME" val="{&quot;height&quot;:195.0217322834646,&quot;left&quot;:41.48062992125979,&quot;top&quot;:89.39330708661414,&quot;width&quot;:756.8825984251969}"/>
</p:tagLst>
</file>

<file path=ppt/tags/tag191.xml><?xml version="1.0" encoding="utf-8"?>
<p:tagLst xmlns:p="http://schemas.openxmlformats.org/presentationml/2006/main">
  <p:tag name="KSO_WM_DIAGRAM_VIRTUALLY_FRAME" val="{&quot;height&quot;:293.1566929133859,&quot;left&quot;:-0.019370078740212193,&quot;top&quot;:89.39330708661414,&quot;width&quot;:955.2193700787402}"/>
</p:tagLst>
</file>

<file path=ppt/tags/tag192.xml><?xml version="1.0" encoding="utf-8"?>
<p:tagLst xmlns:p="http://schemas.openxmlformats.org/presentationml/2006/main">
  <p:tag name="KSO_WM_DIAGRAM_VIRTUALLY_FRAME" val="{&quot;height&quot;:293.1566929133859,&quot;left&quot;:-0.019370078740212193,&quot;top&quot;:89.39330708661414,&quot;width&quot;:955.2193700787402}"/>
</p:tagLst>
</file>

<file path=ppt/tags/tag193.xml><?xml version="1.0" encoding="utf-8"?>
<p:tagLst xmlns:p="http://schemas.openxmlformats.org/presentationml/2006/main">
  <p:tag name="KSO_WM_DIAGRAM_VIRTUALLY_FRAME" val="{&quot;height&quot;:293.1566929133859,&quot;left&quot;:-0.019370078740212193,&quot;top&quot;:89.39330708661414,&quot;width&quot;:955.2193700787402}"/>
</p:tagLst>
</file>

<file path=ppt/tags/tag194.xml><?xml version="1.0" encoding="utf-8"?>
<p:tagLst xmlns:p="http://schemas.openxmlformats.org/presentationml/2006/main">
  <p:tag name="KSO_WM_DIAGRAM_VIRTUALLY_FRAME" val="{&quot;height&quot;:293.1566929133859,&quot;left&quot;:-0.019370078740212193,&quot;top&quot;:89.39330708661414,&quot;width&quot;:955.2193700787402}"/>
</p:tagLst>
</file>

<file path=ppt/tags/tag195.xml><?xml version="1.0" encoding="utf-8"?>
<p:tagLst xmlns:p="http://schemas.openxmlformats.org/presentationml/2006/main">
  <p:tag name="KSO_WM_DIAGRAM_VIRTUALLY_FRAME" val="{&quot;height&quot;:293.1566929133859,&quot;left&quot;:-0.019370078740212193,&quot;top&quot;:89.39330708661414,&quot;width&quot;:955.2193700787402}"/>
</p:tagLst>
</file>

<file path=ppt/tags/tag196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197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198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199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0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1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2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3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4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5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6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7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8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09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10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11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12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13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14.xml><?xml version="1.0" encoding="utf-8"?>
<p:tagLst xmlns:p="http://schemas.openxmlformats.org/presentationml/2006/main">
  <p:tag name="KSO_WM_DIAGRAM_VIRTUALLY_FRAME" val="{&quot;height&quot;:455.725921563342,&quot;left&quot;:46.5,&quot;top&quot;:72.75740157480314,&quot;width&quot;:877.6129921259842}"/>
</p:tagLst>
</file>

<file path=ppt/tags/tag215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16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17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18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19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0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1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2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3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4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5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6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7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8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29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ags/tag230.xml><?xml version="1.0" encoding="utf-8"?>
<p:tagLst xmlns:p="http://schemas.openxmlformats.org/presentationml/2006/main">
  <p:tag name="KSO_WM_DIAGRAM_VIRTUALLY_FRAME" val="{&quot;height&quot;:410.46149606299207,&quot;left&quot;:41.50275590551181,&quot;top&quot;:130.82251968503937,&quot;width&quot;:876.99456692913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4624</Words>
  <Application>WPS 演示</Application>
  <PresentationFormat>宽屏</PresentationFormat>
  <Paragraphs>297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微软雅黑</vt:lpstr>
      <vt:lpstr>Times New Roman</vt:lpstr>
      <vt:lpstr>华文黑体</vt:lpstr>
      <vt:lpstr>Noto Sans SC</vt:lpstr>
      <vt:lpstr>Arial</vt:lpstr>
      <vt:lpstr>Roboto condensed</vt:lpstr>
      <vt:lpstr>AMGDT</vt:lpstr>
      <vt:lpstr>Arial Unicode MS</vt:lpstr>
      <vt:lpstr>Calibri</vt:lpstr>
      <vt:lpstr>黑体</vt:lpstr>
      <vt:lpstr>Roboto condensed</vt:lpstr>
      <vt:lpstr>华文黑体</vt:lpstr>
      <vt:lpstr>方正大黑体_GBK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言</cp:lastModifiedBy>
  <cp:revision>185</cp:revision>
  <dcterms:created xsi:type="dcterms:W3CDTF">2019-06-19T02:08:00Z</dcterms:created>
  <dcterms:modified xsi:type="dcterms:W3CDTF">2026-04-05T09:31:14Z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1DC2E67F06134B7C8DFE7F13DB473E25_13</vt:lpwstr>
  </property>
</Properties>
</file>