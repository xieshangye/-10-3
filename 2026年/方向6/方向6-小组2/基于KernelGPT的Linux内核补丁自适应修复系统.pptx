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大家好，今天我将向大家汇报我们的项目——基于KernelGPT的Linux内核补丁自适应修复系统。这个项目旨在利用AI技术，特别是大语言模型，来提升Linux内核漏洞修复的效率和质量。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首先，我们来看一下支撑本项目的一些领域相关论文，这些研究为我们的改进方向提供了理论基础。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395DE-8D45-7386-8831-0C1BEF6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4186ED-BB52-B915-29AE-03432017A4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AD1CD-0FA4-972D-4F1B-E6F148B9D34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013AD0-46C4-8E9B-6578-A1C9A30B9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A700D8-757C-B097-4CF6-44E6330BA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研究主要参考了三篇关键论文。第一篇是关于图形驱动代码修复的分析，它指出了LLM在工程合规性上的短板；第二篇是关于自编辑代码编辑器的研究，它验证了反馈环机制的有效性；第三篇是关于软件工程领域RAG的综述，它强调了针对性检索的重要性。这些研究共同构成了我们改进方案的理论基石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6E9BF-5CC8-60D6-2ED8-79A47A849A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6607A-E531-AB5E-A413-A913CB47C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51263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接下来，我将介绍我们选择这个项目的理由以及项目的核心定位。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我们选择KernelGPT作为研究对象，是因为它专注于解决大语言模型的“幻觉”问题。其核心在于通过RAG技术，在修复前构建目标模块的知识图谱，从而生成高质量、高合规性的补丁。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基于前面的理论分析和项目定位，我们提出了两项核心的改进方案。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尽管KernelGPT有其优势，但它仍然存在一些局限性，主要体现在两个方面：一是生成的代码可能违反内核编码规范；二是缺乏对特定子系统的修复经验，导致补丁的工程实用性受限。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针对缺乏子系统经验的问题，我们提出了改进方案A：少样本经验迁移机制。通过建立案例库、检索相关案例并将其作为示例注入到模型提示中，引导模型模仿社区的修复模式，从而提升补丁的逻辑合规性和可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我们预期方案A能带来三个主要效果：显著提升补丁的可读性，增强其逻辑合规性，并最终提高补丁被社区采纳的概率。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针对编码规范问题，我们提出了改进方案B：静态规则引导的自省闭环。该方案通过“生成-检查-反馈-修正”的循环，利用内核自带的检查工具来确保补丁完全符合编码规范。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方案B的核心目标是确保补丁100%符合编码规范，彻底解决格式问题。同时，它还能实现自动化的迭代闭环，减少人工干预，提升整体效率。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为实现上述改进方案，我们采用了一系列成熟的技术栈和工具链，包括强大的推理引擎、内核原生工具、高效的开发语言以及稳定的容器化环境，确保项目的顺利实施。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我的汇报到此结束，感谢大家的聆听！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2159000"/>
            <a:ext cx="1117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基于KernelGPT的Linux内核补丁自适应修复系统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3556008" y="354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0" y="3937000"/>
            <a:ext cx="1219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汇报人：[冯逸凡]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44450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2026年3月29日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286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领域相关论文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9BA98-2DA1-B5B4-71E0-B322DA56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DF9776-71E1-47EE-E752-A2CBE473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865EE524-095A-0A38-621E-419E45D66B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10E0601-828C-8762-3F8D-474A726B7A88}"/>
              </a:ext>
            </a:extLst>
          </p:cNvPr>
          <p:cNvSpPr/>
          <p:nvPr/>
        </p:nvSpPr>
        <p:spPr>
          <a:xfrm>
            <a:off x="762000" y="1639238"/>
            <a:ext cx="5632662" cy="1000828"/>
          </a:xfrm>
          <a:prstGeom prst="roundRect">
            <a:avLst>
              <a:gd name="adj" fmla="val 150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BDF3E2E-CB55-7EDF-2381-F69ED3E1D60D}"/>
              </a:ext>
            </a:extLst>
          </p:cNvPr>
          <p:cNvSpPr/>
          <p:nvPr/>
        </p:nvSpPr>
        <p:spPr>
          <a:xfrm>
            <a:off x="889000" y="1778000"/>
            <a:ext cx="5505662" cy="457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研究指出，LLM在生成内核级别代码时，虽然逻辑正确率在提升，但由于缺乏对特定领域静态检查工具的理解，导致生成的补丁在语法规范和宏定义使用上频繁出错。这证明了“逻辑修复”不等于“工程合格”。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9FA27CB-2FF2-F974-2F0F-751793C64E7B}"/>
              </a:ext>
            </a:extLst>
          </p:cNvPr>
          <p:cNvSpPr/>
          <p:nvPr/>
        </p:nvSpPr>
        <p:spPr>
          <a:xfrm>
            <a:off x="761999" y="3958310"/>
            <a:ext cx="5632663" cy="1055548"/>
          </a:xfrm>
          <a:prstGeom prst="roundRect">
            <a:avLst>
              <a:gd name="adj" fmla="val 150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48D945A-3017-B101-0C32-AE61ADF19C05}"/>
              </a:ext>
            </a:extLst>
          </p:cNvPr>
          <p:cNvSpPr/>
          <p:nvPr/>
        </p:nvSpPr>
        <p:spPr>
          <a:xfrm>
            <a:off x="889000" y="4191510"/>
            <a:ext cx="5395199" cy="215848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提出了“生成-检查-再生成”的框架。实验证明，将编译器或静态检查器的错误信息作为Prompt回传给模型，能显著提升代码生成的成功率，比单纯增加模型参数量更有效。这符合当前AI编程领域的“Self-Correction”主流学术趋势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34FDA9-701C-5A47-3B0A-D9F0A7AEB0D0}"/>
              </a:ext>
            </a:extLst>
          </p:cNvPr>
          <p:cNvSpPr txBox="1"/>
          <p:nvPr/>
        </p:nvSpPr>
        <p:spPr>
          <a:xfrm>
            <a:off x="762000" y="1087684"/>
            <a:ext cx="9315834" cy="30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333"/>
              </a:lnSpc>
              <a:spcAft>
                <a:spcPts val="1000"/>
              </a:spcAft>
              <a:defRPr/>
            </a:pPr>
            <a:r>
              <a:rPr lang="en-US" altLang="zh-CN" b="1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An Analysis of the Automatic Bug Fixing Performance of Large Language Models on Graphics Driver Code</a:t>
            </a:r>
            <a:endParaRPr lang="en-US" altLang="zh-CN" sz="105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62A453-7915-E2EB-8F39-04ECA1EAAFA8}"/>
              </a:ext>
            </a:extLst>
          </p:cNvPr>
          <p:cNvSpPr txBox="1"/>
          <p:nvPr/>
        </p:nvSpPr>
        <p:spPr>
          <a:xfrm>
            <a:off x="889000" y="3234153"/>
            <a:ext cx="5751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Self-Edit: Fault-Aware Code Editor for Code Generation (ICLR)</a:t>
            </a:r>
            <a:endParaRPr lang="en-US" altLang="zh-CN" sz="1050" dirty="0"/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81A4D8-39E5-3FCE-A0BC-A531DBA87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140" y="3919257"/>
            <a:ext cx="5044543" cy="13514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6F4EA3E-C67D-FD13-669E-CF4504783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140" y="1639238"/>
            <a:ext cx="4357014" cy="171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100000"/>
                </a:srgbClr>
              </a:gs>
              <a:gs pos="100000">
                <a:srgbClr val="33A3D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0955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4FFDA"/>
                </a:solidFill>
                <a:latin typeface="DIN Alternate"/>
                <a:ea typeface="DIN Alternate"/>
                <a:cs typeface="DIN Alternate"/>
                <a:sym typeface="DIN Alternate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项目介绍与选题理由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3A3DC">
                  <a:alpha val="100000"/>
                </a:srgbClr>
              </a:gs>
              <a:gs pos="100000">
                <a:srgbClr val="64FFD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08333"/>
              </a:lnSpc>
              <a:spcAft>
                <a:spcPts val="1000"/>
              </a:spcAft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选题理由：</a:t>
            </a:r>
            <a:r>
              <a:rPr lang="en-US" sz="32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解决LLM的“幻觉”问题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828800"/>
            <a:ext cx="5264448" cy="381000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55800"/>
            <a:ext cx="4783383" cy="355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</a:t>
            </a:r>
            <a:r>
              <a:rPr lang="en-US" sz="2000" b="1" i="0" u="none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KernelGPT通过检索增强生成（RAG</a:t>
            </a:r>
            <a:r>
              <a:rPr lang="en-US" sz="20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），在修复前扫描内核源码树，构建针对漏洞模块的“</a:t>
            </a:r>
            <a:r>
              <a:rPr lang="en-US" sz="20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</a:t>
            </a:r>
            <a:r>
              <a:rPr lang="en-US" sz="20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20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精准提取相关上下文</a:t>
            </a:r>
            <a:r>
              <a:rPr lang="en-US" sz="20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endParaRPr lang="en-US" sz="2000" b="0" i="0" u="none" strike="noStrike" dirty="0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补丁质量</a:t>
            </a:r>
            <a:r>
              <a:rPr lang="en-US" sz="2000" b="1" i="0" u="none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参考真实代码风格，生成的补丁通过内核风格检查工具（checkpatch.pl）的成功率极高</a:t>
            </a:r>
            <a:r>
              <a:rPr lang="en-US" sz="20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CA2070-108D-A1D0-3E7F-7182798EC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448" y="1834670"/>
            <a:ext cx="3668851" cy="4664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-508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100000"/>
                </a:srgbClr>
              </a:gs>
              <a:gs pos="100000">
                <a:srgbClr val="33A3D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0955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4FFDA"/>
                </a:solidFill>
                <a:latin typeface="DIN Alternate"/>
                <a:ea typeface="DIN Alternate"/>
                <a:cs typeface="DIN Alternate"/>
                <a:sym typeface="DIN Alternate"/>
              </a:rPr>
              <a:t>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3A3DC">
                  <a:alpha val="100000"/>
                </a:srgbClr>
              </a:gs>
              <a:gs pos="100000">
                <a:srgbClr val="64FFD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KernelGPT的局限性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违反编码规范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457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生成代码可能不符合Linux内核社区的编码规范，如缩进、空格等格式问题。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59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112000" y="23876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缺乏子系统经验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921000"/>
            <a:ext cx="457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对特定内核子系统的修复模式和历史经验不足，导致补丁逻辑正确但不符合社区使用习惯，易出现“局部正确但整体错误”。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改进方案A：少样本经验迁移机制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33A3DC">
              <a:alpha val="1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69632" y="1651000"/>
            <a:ext cx="4999368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建立案例库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20537" y="2032000"/>
            <a:ext cx="4921463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收集内核社区已接受的历史修复案例，作为模型学习的基础数据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33A3DC">
              <a:alpha val="1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20537" y="2984500"/>
            <a:ext cx="5048463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检索相关案例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969632" y="3365500"/>
            <a:ext cx="4872368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根据待修复文件路径，从案例库中检索最相关的历史案例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33A3DC">
              <a:alpha val="1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20537" y="4318000"/>
            <a:ext cx="5048463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注入Prompt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969632" y="4699000"/>
            <a:ext cx="4872368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将案例作为Few-shot示例注入，引导LLM模仿社区修复模式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8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改进方案A：预期效果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90700"/>
            <a:ext cx="3302000" cy="16256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1976342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显著提升可读性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2555684"/>
            <a:ext cx="2794000" cy="6968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引入历史修复经验，使补丁代码结构清晰，易于社区理解与审查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1651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3A3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1978047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A3DC"/>
                </a:solidFill>
                <a:latin typeface="Noto Sans SC"/>
                <a:ea typeface="Noto Sans SC"/>
                <a:cs typeface="Noto Sans SC"/>
                <a:sym typeface="Noto Sans SC"/>
              </a:rPr>
              <a:t>增强逻辑合规性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699000" y="2486047"/>
            <a:ext cx="279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严格遵循内核代码规范与修复模式，确保补丁逻辑严密，减少潜在的二次问题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16383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0" y="1976342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提高采纳概率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382000" y="2484342"/>
            <a:ext cx="279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贴合社区实际修复习惯，降低人工审核门槛，从而大幅提升补丁被官方接受的可能性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65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改进方案B：静态规则引导的自省闭环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1460500"/>
            <a:ext cx="469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初次生成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LLM基于漏洞信息输出原始补丁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2476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3A3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2540000"/>
            <a:ext cx="469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A3DC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自动化评判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调用内核原生工具checkpatch.pl进行合规性检查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3619500"/>
            <a:ext cx="469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错误提取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解析工具输出，精准提取关键错误信息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635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3A3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4699000"/>
            <a:ext cx="469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A3DC"/>
                </a:solidFill>
                <a:latin typeface="Noto Sans SC"/>
                <a:ea typeface="Noto Sans SC"/>
                <a:cs typeface="Noto Sans SC"/>
                <a:sym typeface="Noto Sans SC"/>
              </a:rPr>
              <a:t>反馈迭代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将错误作为约束条件回传给LLM，引导二次修正，直至符合规范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29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改进方案B：预期效果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10668000" cy="1651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10287000" cy="198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1.确保生成的补丁</a:t>
            </a:r>
            <a:r>
              <a:rPr lang="en-US" sz="2400" b="1" i="0" u="none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符合 Linux 内核的编码规范</a:t>
            </a:r>
            <a:r>
              <a:rPr 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，从格式层面消除被社区拒绝的可能性。2.</a:t>
            </a:r>
            <a:r>
              <a:rPr lang="zh-CN" alt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减少人工介入，提升迭代效率</a:t>
            </a:r>
            <a:endParaRPr lang="en-US" sz="2000" b="0" i="0" u="none" strike="noStrike" dirty="0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符合社区标准，增强代码可信度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890000" y="4572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5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技术栈与工具链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651000"/>
            <a:ext cx="444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推理</a:t>
            </a:r>
            <a:r>
              <a:rPr lang="zh-CN" altLang="en-US" sz="2000" b="1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8728" y="2095500"/>
            <a:ext cx="4569272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通过Claude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Sonnet4.6 </a:t>
            </a: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API接口实现智能代码推理与补全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3A3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80580" y="1651000"/>
            <a:ext cx="456842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A3DC"/>
                </a:solidFill>
                <a:latin typeface="Noto Sans SC"/>
                <a:ea typeface="Noto Sans SC"/>
                <a:cs typeface="Noto Sans SC"/>
                <a:sym typeface="Noto Sans SC"/>
              </a:rPr>
              <a:t>内核工具链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480580" y="2095500"/>
            <a:ext cx="456842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利用内核原生脚本checkpatch.pl进行代码规范检查，get_maintainer.pl自动识别子系统归属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8728" y="4064000"/>
            <a:ext cx="4569272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开发语言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018728" y="4508500"/>
            <a:ext cx="4569272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采用Python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3.x作为核心开发语言，负责自动化流程调度、复杂正则解析及与AI接口的高效交互。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223000" y="3810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3A3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0580" y="4064000"/>
            <a:ext cx="456842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A3DC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80580" y="4508500"/>
            <a:ext cx="456842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基于Docker容器化技术，封装纯净的Linux内核源码树环境，确保开发、测试与部署的一致性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032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501</Words>
  <Application>Microsoft Office PowerPoint</Application>
  <PresentationFormat>宽屏</PresentationFormat>
  <Paragraphs>99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DIN Alternate</vt:lpstr>
      <vt:lpstr>Noto Sans SC</vt:lpstr>
      <vt:lpstr>Songti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2908719717@qq.com</cp:lastModifiedBy>
  <cp:revision>11</cp:revision>
  <dcterms:modified xsi:type="dcterms:W3CDTF">2026-03-29T10:48:11Z</dcterms:modified>
</cp:coreProperties>
</file>